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2.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962" r:id="rId1"/>
    <p:sldMasterId id="2147483966" r:id="rId2"/>
    <p:sldMasterId id="2147484016" r:id="rId3"/>
  </p:sldMasterIdLst>
  <p:notesMasterIdLst>
    <p:notesMasterId r:id="rId29"/>
  </p:notesMasterIdLst>
  <p:handoutMasterIdLst>
    <p:handoutMasterId r:id="rId30"/>
  </p:handoutMasterIdLst>
  <p:sldIdLst>
    <p:sldId id="550" r:id="rId4"/>
    <p:sldId id="263" r:id="rId5"/>
    <p:sldId id="262" r:id="rId6"/>
    <p:sldId id="2147482984" r:id="rId7"/>
    <p:sldId id="2147482986" r:id="rId8"/>
    <p:sldId id="2147482985" r:id="rId9"/>
    <p:sldId id="2147482992" r:id="rId10"/>
    <p:sldId id="2147482991" r:id="rId11"/>
    <p:sldId id="540" r:id="rId12"/>
    <p:sldId id="2147482981" r:id="rId13"/>
    <p:sldId id="2147482982" r:id="rId14"/>
    <p:sldId id="2147482980" r:id="rId15"/>
    <p:sldId id="2147470403" r:id="rId16"/>
    <p:sldId id="259" r:id="rId17"/>
    <p:sldId id="260" r:id="rId18"/>
    <p:sldId id="258" r:id="rId19"/>
    <p:sldId id="269" r:id="rId20"/>
    <p:sldId id="2147483628" r:id="rId21"/>
    <p:sldId id="257" r:id="rId22"/>
    <p:sldId id="261" r:id="rId23"/>
    <p:sldId id="2147483647" r:id="rId24"/>
    <p:sldId id="256" r:id="rId25"/>
    <p:sldId id="2147482308" r:id="rId26"/>
    <p:sldId id="285" r:id="rId27"/>
    <p:sldId id="2147482971" r:id="rId28"/>
  </p:sldIdLst>
  <p:sldSz cx="24387175" cy="13716000"/>
  <p:notesSz cx="6858000" cy="9144000"/>
  <p:defaultTextStyle>
    <a:defPPr>
      <a:defRPr lang="en-US"/>
    </a:defPPr>
    <a:lvl1pPr marL="0" algn="l" defTabSz="1829379" rtl="0" eaLnBrk="1" latinLnBrk="0" hangingPunct="1">
      <a:defRPr sz="3600" kern="1200">
        <a:solidFill>
          <a:schemeClr val="tx1"/>
        </a:solidFill>
        <a:latin typeface="+mn-lt"/>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p:defaultTextStyle>
  <p:extLst>
    <p:ext uri="{521415D9-36F7-43E2-AB2F-B90AF26B5E84}">
      <p14:sectionLst xmlns:p14="http://schemas.microsoft.com/office/powerpoint/2010/main">
        <p14:section name="POV Modernization" id="{ED9DBCC6-33F7-834F-89A4-F35C3A54AEFC}">
          <p14:sldIdLst>
            <p14:sldId id="550"/>
            <p14:sldId id="263"/>
            <p14:sldId id="262"/>
            <p14:sldId id="2147482984"/>
            <p14:sldId id="2147482986"/>
            <p14:sldId id="2147482985"/>
          </p14:sldIdLst>
        </p14:section>
        <p14:section name="Examples" id="{10D039C3-3DB9-584A-83C5-988A20099B8D}">
          <p14:sldIdLst>
            <p14:sldId id="2147482992"/>
            <p14:sldId id="2147482991"/>
            <p14:sldId id="540"/>
          </p14:sldIdLst>
        </p14:section>
        <p14:section name="Journey" id="{33A57CFF-6A1F-9146-AE1B-B94E6D6AEF1A}">
          <p14:sldIdLst>
            <p14:sldId id="2147482981"/>
            <p14:sldId id="2147482982"/>
            <p14:sldId id="2147482980"/>
          </p14:sldIdLst>
        </p14:section>
        <p14:section name="Wells - BAMOE modernization" id="{25B36B70-33C3-164D-807D-6B23AD659B11}">
          <p14:sldIdLst>
            <p14:sldId id="2147470403"/>
            <p14:sldId id="259"/>
            <p14:sldId id="260"/>
            <p14:sldId id="258"/>
            <p14:sldId id="269"/>
            <p14:sldId id="2147483628"/>
            <p14:sldId id="257"/>
            <p14:sldId id="261"/>
            <p14:sldId id="2147483647"/>
            <p14:sldId id="256"/>
            <p14:sldId id="2147482308"/>
          </p14:sldIdLst>
        </p14:section>
        <p14:section name="Product Strategy Connect" id="{16436DE5-4F3A-6149-AFCC-6793325DCFD4}">
          <p14:sldIdLst>
            <p14:sldId id="285"/>
            <p14:sldId id="214748297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240C83-B322-10D6-062F-819233246F17}" name="Diana Stanciulescu" initials="DS" userId="S::diana.stanciulescu@ro.ibm.com::8457c4d8-b183-4fb8-9506-2337bdfae6b8" providerId="AD"/>
  <p188:author id="{471F5894-9527-7E5F-AE6F-3881B44FA2B8}" name="Gabriel Barbu" initials="" userId="S::gabriel.barbu@ibm.com::3d0c1c4c-23d9-4258-9226-f99453c1293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1CFEB"/>
    <a:srgbClr val="C2CAE2"/>
    <a:srgbClr val="BC98F5"/>
    <a:srgbClr val="F382B0"/>
    <a:srgbClr val="E0E1E1"/>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266"/>
    <p:restoredTop sz="96316"/>
  </p:normalViewPr>
  <p:slideViewPr>
    <p:cSldViewPr snapToGrid="0" snapToObjects="1">
      <p:cViewPr varScale="1">
        <p:scale>
          <a:sx n="70" d="100"/>
          <a:sy n="70" d="100"/>
        </p:scale>
        <p:origin x="704" y="184"/>
      </p:cViewPr>
      <p:guideLst/>
    </p:cSldViewPr>
  </p:slideViewPr>
  <p:outlineViewPr>
    <p:cViewPr>
      <p:scale>
        <a:sx n="33" d="100"/>
        <a:sy n="33" d="100"/>
      </p:scale>
      <p:origin x="-56" y="0"/>
    </p:cViewPr>
  </p:outlineViewPr>
  <p:notesTextViewPr>
    <p:cViewPr>
      <p:scale>
        <a:sx n="170" d="100"/>
        <a:sy n="170" d="100"/>
      </p:scale>
      <p:origin x="0" y="0"/>
    </p:cViewPr>
  </p:notesTextViewPr>
  <p:sorterViewPr>
    <p:cViewPr>
      <p:scale>
        <a:sx n="139" d="100"/>
        <a:sy n="139" d="100"/>
      </p:scale>
      <p:origin x="0" y="0"/>
    </p:cViewPr>
  </p:sorterViewPr>
  <p:notesViewPr>
    <p:cSldViewPr snapToGrid="0" snapToObjects="1">
      <p:cViewPr varScale="1">
        <p:scale>
          <a:sx n="97" d="100"/>
          <a:sy n="97" d="100"/>
        </p:scale>
        <p:origin x="4328"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microsoft.com/office/2018/10/relationships/authors" Target="author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commentAuthors" Target="commentAuthor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dk1" tx1="lt1" bg2="dk2" tx2="lt2" accent1="accent1" accent2="accent2" accent3="accent3" accent4="accent4" accent5="accent5" accent6="accent6" hlink="hlink" folHlink="folHlink"/>
  <c:chart>
    <c:autoTitleDeleted val="1"/>
    <c:plotArea>
      <c:layout>
        <c:manualLayout>
          <c:layoutTarget val="inner"/>
          <c:xMode val="edge"/>
          <c:yMode val="edge"/>
          <c:x val="0"/>
          <c:y val="8.6804045304628139E-2"/>
          <c:w val="1"/>
          <c:h val="0.8263919093907437"/>
        </c:manualLayout>
      </c:layout>
      <c:barChart>
        <c:barDir val="bar"/>
        <c:grouping val="percentStacked"/>
        <c:varyColors val="0"/>
        <c:ser>
          <c:idx val="0"/>
          <c:order val="0"/>
          <c:tx>
            <c:strRef>
              <c:f>Sheet1!$B$1</c:f>
              <c:strCache>
                <c:ptCount val="1"/>
                <c:pt idx="0">
                  <c:v>Transactional</c:v>
                </c:pt>
              </c:strCache>
            </c:strRef>
          </c:tx>
          <c:spPr>
            <a:solidFill>
              <a:schemeClr val="bg1">
                <a:lumMod val="95000"/>
              </a:schemeClr>
            </a:solidFill>
            <a:ln>
              <a:solidFill>
                <a:schemeClr val="bg1"/>
              </a:solidFill>
            </a:ln>
            <a:effectLst/>
          </c:spPr>
          <c:invertIfNegative val="0"/>
          <c:cat>
            <c:strRef>
              <c:f>Sheet1!$A$2</c:f>
              <c:strCache>
                <c:ptCount val="1"/>
                <c:pt idx="0">
                  <c:v>SW Spend</c:v>
                </c:pt>
              </c:strCache>
            </c:strRef>
          </c:cat>
          <c:val>
            <c:numRef>
              <c:f>Sheet1!$B$2</c:f>
              <c:numCache>
                <c:formatCode>General</c:formatCode>
                <c:ptCount val="1"/>
                <c:pt idx="0">
                  <c:v>0.3</c:v>
                </c:pt>
              </c:numCache>
            </c:numRef>
          </c:val>
          <c:extLst>
            <c:ext xmlns:c16="http://schemas.microsoft.com/office/drawing/2014/chart" uri="{C3380CC4-5D6E-409C-BE32-E72D297353CC}">
              <c16:uniqueId val="{00000000-FE59-6940-8FA3-9C8A253C150D}"/>
            </c:ext>
          </c:extLst>
        </c:ser>
        <c:ser>
          <c:idx val="1"/>
          <c:order val="1"/>
          <c:tx>
            <c:strRef>
              <c:f>Sheet1!$C$1</c:f>
              <c:strCache>
                <c:ptCount val="1"/>
                <c:pt idx="0">
                  <c:v>SnS</c:v>
                </c:pt>
              </c:strCache>
            </c:strRef>
          </c:tx>
          <c:spPr>
            <a:solidFill>
              <a:schemeClr val="accent2"/>
            </a:solidFill>
            <a:ln>
              <a:solidFill>
                <a:schemeClr val="bg1"/>
              </a:solidFill>
            </a:ln>
            <a:effectLst/>
          </c:spPr>
          <c:invertIfNegative val="0"/>
          <c:cat>
            <c:strRef>
              <c:f>Sheet1!$A$2</c:f>
              <c:strCache>
                <c:ptCount val="1"/>
                <c:pt idx="0">
                  <c:v>SW Spend</c:v>
                </c:pt>
              </c:strCache>
            </c:strRef>
          </c:cat>
          <c:val>
            <c:numRef>
              <c:f>Sheet1!$C$2</c:f>
              <c:numCache>
                <c:formatCode>General</c:formatCode>
                <c:ptCount val="1"/>
                <c:pt idx="0">
                  <c:v>0.34</c:v>
                </c:pt>
              </c:numCache>
            </c:numRef>
          </c:val>
          <c:extLst>
            <c:ext xmlns:c16="http://schemas.microsoft.com/office/drawing/2014/chart" uri="{C3380CC4-5D6E-409C-BE32-E72D297353CC}">
              <c16:uniqueId val="{00000001-FE59-6940-8FA3-9C8A253C150D}"/>
            </c:ext>
          </c:extLst>
        </c:ser>
        <c:ser>
          <c:idx val="2"/>
          <c:order val="2"/>
          <c:tx>
            <c:strRef>
              <c:f>Sheet1!$D$1</c:f>
              <c:strCache>
                <c:ptCount val="1"/>
                <c:pt idx="0">
                  <c:v>TEL</c:v>
                </c:pt>
              </c:strCache>
            </c:strRef>
          </c:tx>
          <c:spPr>
            <a:solidFill>
              <a:schemeClr val="accent1">
                <a:lumMod val="20000"/>
                <a:lumOff val="80000"/>
                <a:alpha val="50000"/>
              </a:schemeClr>
            </a:solidFill>
            <a:ln>
              <a:solidFill>
                <a:schemeClr val="bg1"/>
              </a:solidFill>
            </a:ln>
            <a:effectLst/>
          </c:spPr>
          <c:invertIfNegative val="0"/>
          <c:cat>
            <c:strRef>
              <c:f>Sheet1!$A$2</c:f>
              <c:strCache>
                <c:ptCount val="1"/>
                <c:pt idx="0">
                  <c:v>SW Spend</c:v>
                </c:pt>
              </c:strCache>
            </c:strRef>
          </c:cat>
          <c:val>
            <c:numRef>
              <c:f>Sheet1!$D$2</c:f>
              <c:numCache>
                <c:formatCode>General</c:formatCode>
                <c:ptCount val="1"/>
                <c:pt idx="0">
                  <c:v>0.05</c:v>
                </c:pt>
              </c:numCache>
            </c:numRef>
          </c:val>
          <c:extLst>
            <c:ext xmlns:c16="http://schemas.microsoft.com/office/drawing/2014/chart" uri="{C3380CC4-5D6E-409C-BE32-E72D297353CC}">
              <c16:uniqueId val="{00000002-FE59-6940-8FA3-9C8A253C150D}"/>
            </c:ext>
          </c:extLst>
        </c:ser>
        <c:ser>
          <c:idx val="3"/>
          <c:order val="3"/>
          <c:tx>
            <c:strRef>
              <c:f>Sheet1!$E$1</c:f>
              <c:strCache>
                <c:ptCount val="1"/>
                <c:pt idx="0">
                  <c:v>SaaS</c:v>
                </c:pt>
              </c:strCache>
            </c:strRef>
          </c:tx>
          <c:spPr>
            <a:solidFill>
              <a:schemeClr val="accent2">
                <a:lumMod val="20000"/>
                <a:lumOff val="80000"/>
                <a:alpha val="50000"/>
              </a:schemeClr>
            </a:solidFill>
            <a:ln>
              <a:solidFill>
                <a:schemeClr val="bg1"/>
              </a:solidFill>
            </a:ln>
            <a:effectLst/>
          </c:spPr>
          <c:invertIfNegative val="0"/>
          <c:cat>
            <c:strRef>
              <c:f>Sheet1!$A$2</c:f>
              <c:strCache>
                <c:ptCount val="1"/>
                <c:pt idx="0">
                  <c:v>SW Spend</c:v>
                </c:pt>
              </c:strCache>
            </c:strRef>
          </c:cat>
          <c:val>
            <c:numRef>
              <c:f>Sheet1!$E$2</c:f>
              <c:numCache>
                <c:formatCode>General</c:formatCode>
                <c:ptCount val="1"/>
                <c:pt idx="0">
                  <c:v>0.03</c:v>
                </c:pt>
              </c:numCache>
            </c:numRef>
          </c:val>
          <c:extLst>
            <c:ext xmlns:c16="http://schemas.microsoft.com/office/drawing/2014/chart" uri="{C3380CC4-5D6E-409C-BE32-E72D297353CC}">
              <c16:uniqueId val="{00000003-FE59-6940-8FA3-9C8A253C150D}"/>
            </c:ext>
          </c:extLst>
        </c:ser>
        <c:ser>
          <c:idx val="4"/>
          <c:order val="4"/>
          <c:tx>
            <c:strRef>
              <c:f>Sheet1!$F$1</c:f>
              <c:strCache>
                <c:ptCount val="1"/>
                <c:pt idx="0">
                  <c:v>MLC</c:v>
                </c:pt>
              </c:strCache>
            </c:strRef>
          </c:tx>
          <c:spPr>
            <a:solidFill>
              <a:srgbClr val="E5F6FF">
                <a:alpha val="75000"/>
              </a:srgbClr>
            </a:solidFill>
            <a:ln>
              <a:solidFill>
                <a:schemeClr val="bg1"/>
              </a:solidFill>
            </a:ln>
            <a:effectLst/>
          </c:spPr>
          <c:invertIfNegative val="0"/>
          <c:cat>
            <c:strRef>
              <c:f>Sheet1!$A$2</c:f>
              <c:strCache>
                <c:ptCount val="1"/>
                <c:pt idx="0">
                  <c:v>SW Spend</c:v>
                </c:pt>
              </c:strCache>
            </c:strRef>
          </c:cat>
          <c:val>
            <c:numRef>
              <c:f>Sheet1!$F$2</c:f>
              <c:numCache>
                <c:formatCode>General</c:formatCode>
                <c:ptCount val="1"/>
                <c:pt idx="0">
                  <c:v>0.28000000000000003</c:v>
                </c:pt>
              </c:numCache>
            </c:numRef>
          </c:val>
          <c:extLst>
            <c:ext xmlns:c16="http://schemas.microsoft.com/office/drawing/2014/chart" uri="{C3380CC4-5D6E-409C-BE32-E72D297353CC}">
              <c16:uniqueId val="{00000004-FE59-6940-8FA3-9C8A253C150D}"/>
            </c:ext>
          </c:extLst>
        </c:ser>
        <c:dLbls>
          <c:showLegendKey val="0"/>
          <c:showVal val="0"/>
          <c:showCatName val="0"/>
          <c:showSerName val="0"/>
          <c:showPercent val="0"/>
          <c:showBubbleSize val="0"/>
        </c:dLbls>
        <c:gapWidth val="150"/>
        <c:overlap val="100"/>
        <c:axId val="1543074927"/>
        <c:axId val="1332949279"/>
      </c:barChart>
      <c:catAx>
        <c:axId val="1543074927"/>
        <c:scaling>
          <c:orientation val="minMax"/>
        </c:scaling>
        <c:delete val="1"/>
        <c:axPos val="l"/>
        <c:numFmt formatCode="General" sourceLinked="1"/>
        <c:majorTickMark val="none"/>
        <c:minorTickMark val="none"/>
        <c:tickLblPos val="nextTo"/>
        <c:crossAx val="1332949279"/>
        <c:crosses val="autoZero"/>
        <c:auto val="1"/>
        <c:lblAlgn val="ctr"/>
        <c:lblOffset val="100"/>
        <c:noMultiLvlLbl val="0"/>
      </c:catAx>
      <c:valAx>
        <c:axId val="1332949279"/>
        <c:scaling>
          <c:orientation val="minMax"/>
        </c:scaling>
        <c:delete val="1"/>
        <c:axPos val="b"/>
        <c:numFmt formatCode="0%" sourceLinked="1"/>
        <c:majorTickMark val="none"/>
        <c:minorTickMark val="none"/>
        <c:tickLblPos val="nextTo"/>
        <c:crossAx val="154307492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dk1" tx1="lt1" bg2="dk2" tx2="lt2" accent1="accent1" accent2="accent2" accent3="accent3" accent4="accent4" accent5="accent5" accent6="accent6" hlink="hlink" folHlink="folHlink"/>
  <c:chart>
    <c:autoTitleDeleted val="1"/>
    <c:plotArea>
      <c:layout>
        <c:manualLayout>
          <c:layoutTarget val="inner"/>
          <c:xMode val="edge"/>
          <c:yMode val="edge"/>
          <c:x val="0"/>
          <c:y val="0"/>
          <c:w val="1"/>
          <c:h val="1"/>
        </c:manualLayout>
      </c:layout>
      <c:barChart>
        <c:barDir val="bar"/>
        <c:grouping val="percentStacked"/>
        <c:varyColors val="0"/>
        <c:ser>
          <c:idx val="0"/>
          <c:order val="0"/>
          <c:tx>
            <c:strRef>
              <c:f>Sheet1!$B$1</c:f>
              <c:strCache>
                <c:ptCount val="1"/>
                <c:pt idx="0">
                  <c:v>DA</c:v>
                </c:pt>
              </c:strCache>
            </c:strRef>
          </c:tx>
          <c:spPr>
            <a:solidFill>
              <a:srgbClr val="001D6C"/>
            </a:solidFill>
            <a:ln>
              <a:noFill/>
            </a:ln>
            <a:effectLst/>
          </c:spPr>
          <c:invertIfNegative val="0"/>
          <c:cat>
            <c:strRef>
              <c:f>Sheet1!$A$2</c:f>
              <c:strCache>
                <c:ptCount val="1"/>
                <c:pt idx="0">
                  <c:v>SW Spend</c:v>
                </c:pt>
              </c:strCache>
            </c:strRef>
          </c:cat>
          <c:val>
            <c:numRef>
              <c:f>Sheet1!$B$2</c:f>
              <c:numCache>
                <c:formatCode>General</c:formatCode>
                <c:ptCount val="1"/>
                <c:pt idx="0">
                  <c:v>0.3649</c:v>
                </c:pt>
              </c:numCache>
            </c:numRef>
          </c:val>
          <c:extLst>
            <c:ext xmlns:c16="http://schemas.microsoft.com/office/drawing/2014/chart" uri="{C3380CC4-5D6E-409C-BE32-E72D297353CC}">
              <c16:uniqueId val="{00000000-2AA0-B74A-95FD-3E36A01EDDE4}"/>
            </c:ext>
          </c:extLst>
        </c:ser>
        <c:ser>
          <c:idx val="1"/>
          <c:order val="1"/>
          <c:tx>
            <c:strRef>
              <c:f>Sheet1!$C$1</c:f>
              <c:strCache>
                <c:ptCount val="1"/>
                <c:pt idx="0">
                  <c:v>App Int</c:v>
                </c:pt>
              </c:strCache>
            </c:strRef>
          </c:tx>
          <c:spPr>
            <a:solidFill>
              <a:srgbClr val="0043CE"/>
            </a:solidFill>
            <a:ln>
              <a:noFill/>
            </a:ln>
            <a:effectLst/>
          </c:spPr>
          <c:invertIfNegative val="0"/>
          <c:cat>
            <c:strRef>
              <c:f>Sheet1!$A$2</c:f>
              <c:strCache>
                <c:ptCount val="1"/>
                <c:pt idx="0">
                  <c:v>SW Spend</c:v>
                </c:pt>
              </c:strCache>
            </c:strRef>
          </c:cat>
          <c:val>
            <c:numRef>
              <c:f>Sheet1!$C$2</c:f>
              <c:numCache>
                <c:formatCode>General</c:formatCode>
                <c:ptCount val="1"/>
                <c:pt idx="0">
                  <c:v>0.2225</c:v>
                </c:pt>
              </c:numCache>
            </c:numRef>
          </c:val>
          <c:extLst>
            <c:ext xmlns:c16="http://schemas.microsoft.com/office/drawing/2014/chart" uri="{C3380CC4-5D6E-409C-BE32-E72D297353CC}">
              <c16:uniqueId val="{00000001-2AA0-B74A-95FD-3E36A01EDDE4}"/>
            </c:ext>
          </c:extLst>
        </c:ser>
        <c:ser>
          <c:idx val="2"/>
          <c:order val="2"/>
          <c:tx>
            <c:strRef>
              <c:f>Sheet1!$D$1</c:f>
              <c:strCache>
                <c:ptCount val="1"/>
                <c:pt idx="0">
                  <c:v>BA</c:v>
                </c:pt>
              </c:strCache>
            </c:strRef>
          </c:tx>
          <c:spPr>
            <a:solidFill>
              <a:srgbClr val="0F62FE"/>
            </a:solidFill>
            <a:ln>
              <a:noFill/>
            </a:ln>
            <a:effectLst/>
          </c:spPr>
          <c:invertIfNegative val="0"/>
          <c:cat>
            <c:strRef>
              <c:f>Sheet1!$A$2</c:f>
              <c:strCache>
                <c:ptCount val="1"/>
                <c:pt idx="0">
                  <c:v>SW Spend</c:v>
                </c:pt>
              </c:strCache>
            </c:strRef>
          </c:cat>
          <c:val>
            <c:numRef>
              <c:f>Sheet1!$D$2</c:f>
              <c:numCache>
                <c:formatCode>General</c:formatCode>
                <c:ptCount val="1"/>
                <c:pt idx="0">
                  <c:v>0.13350000000000001</c:v>
                </c:pt>
              </c:numCache>
            </c:numRef>
          </c:val>
          <c:extLst>
            <c:ext xmlns:c16="http://schemas.microsoft.com/office/drawing/2014/chart" uri="{C3380CC4-5D6E-409C-BE32-E72D297353CC}">
              <c16:uniqueId val="{00000002-2AA0-B74A-95FD-3E36A01EDDE4}"/>
            </c:ext>
          </c:extLst>
        </c:ser>
        <c:ser>
          <c:idx val="3"/>
          <c:order val="3"/>
          <c:tx>
            <c:strRef>
              <c:f>Sheet1!$E$1</c:f>
              <c:strCache>
                <c:ptCount val="1"/>
                <c:pt idx="0">
                  <c:v>App in Run</c:v>
                </c:pt>
              </c:strCache>
            </c:strRef>
          </c:tx>
          <c:spPr>
            <a:solidFill>
              <a:srgbClr val="33B1FF"/>
            </a:solidFill>
            <a:ln>
              <a:noFill/>
            </a:ln>
            <a:effectLst/>
          </c:spPr>
          <c:invertIfNegative val="0"/>
          <c:cat>
            <c:strRef>
              <c:f>Sheet1!$A$2</c:f>
              <c:strCache>
                <c:ptCount val="1"/>
                <c:pt idx="0">
                  <c:v>SW Spend</c:v>
                </c:pt>
              </c:strCache>
            </c:strRef>
          </c:cat>
          <c:val>
            <c:numRef>
              <c:f>Sheet1!$E$2</c:f>
              <c:numCache>
                <c:formatCode>General</c:formatCode>
                <c:ptCount val="1"/>
                <c:pt idx="0">
                  <c:v>0.11570000000000001</c:v>
                </c:pt>
              </c:numCache>
            </c:numRef>
          </c:val>
          <c:extLst>
            <c:ext xmlns:c16="http://schemas.microsoft.com/office/drawing/2014/chart" uri="{C3380CC4-5D6E-409C-BE32-E72D297353CC}">
              <c16:uniqueId val="{00000003-2AA0-B74A-95FD-3E36A01EDDE4}"/>
            </c:ext>
          </c:extLst>
        </c:ser>
        <c:ser>
          <c:idx val="4"/>
          <c:order val="4"/>
          <c:tx>
            <c:strRef>
              <c:f>Sheet1!$F$1</c:f>
              <c:strCache>
                <c:ptCount val="1"/>
                <c:pt idx="0">
                  <c:v>Other Core</c:v>
                </c:pt>
              </c:strCache>
            </c:strRef>
          </c:tx>
          <c:spPr>
            <a:solidFill>
              <a:srgbClr val="82CFFF"/>
            </a:solidFill>
            <a:ln>
              <a:noFill/>
            </a:ln>
            <a:effectLst/>
          </c:spPr>
          <c:invertIfNegative val="0"/>
          <c:cat>
            <c:strRef>
              <c:f>Sheet1!$A$2</c:f>
              <c:strCache>
                <c:ptCount val="1"/>
                <c:pt idx="0">
                  <c:v>SW Spend</c:v>
                </c:pt>
              </c:strCache>
            </c:strRef>
          </c:cat>
          <c:val>
            <c:numRef>
              <c:f>Sheet1!$F$2</c:f>
              <c:numCache>
                <c:formatCode>General</c:formatCode>
                <c:ptCount val="1"/>
                <c:pt idx="0">
                  <c:v>5.3399999999999996E-2</c:v>
                </c:pt>
              </c:numCache>
            </c:numRef>
          </c:val>
          <c:extLst>
            <c:ext xmlns:c16="http://schemas.microsoft.com/office/drawing/2014/chart" uri="{C3380CC4-5D6E-409C-BE32-E72D297353CC}">
              <c16:uniqueId val="{00000004-2AA0-B74A-95FD-3E36A01EDDE4}"/>
            </c:ext>
          </c:extLst>
        </c:ser>
        <c:dLbls>
          <c:showLegendKey val="0"/>
          <c:showVal val="0"/>
          <c:showCatName val="0"/>
          <c:showSerName val="0"/>
          <c:showPercent val="0"/>
          <c:showBubbleSize val="0"/>
        </c:dLbls>
        <c:gapWidth val="150"/>
        <c:overlap val="100"/>
        <c:axId val="1543074927"/>
        <c:axId val="1332949279"/>
      </c:barChart>
      <c:catAx>
        <c:axId val="1543074927"/>
        <c:scaling>
          <c:orientation val="minMax"/>
        </c:scaling>
        <c:delete val="1"/>
        <c:axPos val="l"/>
        <c:numFmt formatCode="General" sourceLinked="1"/>
        <c:majorTickMark val="none"/>
        <c:minorTickMark val="none"/>
        <c:tickLblPos val="nextTo"/>
        <c:crossAx val="1332949279"/>
        <c:crosses val="autoZero"/>
        <c:auto val="1"/>
        <c:lblAlgn val="ctr"/>
        <c:lblOffset val="100"/>
        <c:noMultiLvlLbl val="0"/>
      </c:catAx>
      <c:valAx>
        <c:axId val="1332949279"/>
        <c:scaling>
          <c:orientation val="minMax"/>
        </c:scaling>
        <c:delete val="1"/>
        <c:axPos val="b"/>
        <c:numFmt formatCode="0%" sourceLinked="1"/>
        <c:majorTickMark val="none"/>
        <c:minorTickMark val="none"/>
        <c:tickLblPos val="nextTo"/>
        <c:crossAx val="154307492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IBM Plex Sans Light" panose="020B0503050203000203" pitchFamily="34" charset="0"/>
                <a:ea typeface="IBM Plex Sans Light" charset="0"/>
                <a:cs typeface="IBM Plex Sans Light" charset="0"/>
              </a:rPr>
              <a:pPr algn="l"/>
              <a:t>‹#›</a:t>
            </a:fld>
            <a:endParaRPr lang="en-US" sz="600" dirty="0">
              <a:solidFill>
                <a:schemeClr val="bg1"/>
              </a:solidFill>
              <a:latin typeface="IBM Plex Sans Light" panose="020B0503050203000203" pitchFamily="34" charset="0"/>
              <a:ea typeface="IBM Plex Sans Light" charset="0"/>
              <a:cs typeface="IBM Plex Sans Light"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dirty="0">
                <a:solidFill>
                  <a:schemeClr val="bg1"/>
                </a:solidFill>
                <a:latin typeface="IBM Plex Sans Light" panose="020B0503050203000203" pitchFamily="34" charset="0"/>
                <a:ea typeface="IBM Plex Sans Light" charset="0"/>
                <a:cs typeface="IBM Plex Sans Light" charset="0"/>
              </a:rPr>
              <a:t>Group Name / DOC ID / Month XX, 2022 / © 2022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06710" y="228600"/>
            <a:ext cx="6419088" cy="3612324"/>
          </a:xfrm>
          <a:prstGeom prst="rect">
            <a:avLst/>
          </a:prstGeom>
          <a:noFill/>
          <a:ln w="12700">
            <a:solidFill>
              <a:prstClr val="black"/>
            </a:solidFill>
          </a:ln>
        </p:spPr>
        <p:txBody>
          <a:bodyPr vert="horz" lIns="91440" tIns="45720" rIns="91440" bIns="45720" rtlCol="0" anchor="ctr"/>
          <a:lstStyle/>
          <a:p>
            <a:endParaRPr lang="en-US" dirty="0"/>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06710" y="4087090"/>
            <a:ext cx="6419088" cy="4320309"/>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Slide Number Placeholder 6"/>
          <p:cNvSpPr>
            <a:spLocks noGrp="1"/>
          </p:cNvSpPr>
          <p:nvPr>
            <p:ph type="sldNum" sz="quarter" idx="5"/>
          </p:nvPr>
        </p:nvSpPr>
        <p:spPr>
          <a:xfrm>
            <a:off x="6300216" y="8705088"/>
            <a:ext cx="338328" cy="228600"/>
          </a:xfrm>
          <a:prstGeom prst="rect">
            <a:avLst/>
          </a:prstGeom>
        </p:spPr>
        <p:txBody>
          <a:bodyPr vert="horz" lIns="0" tIns="0" rIns="0" bIns="0" rtlCol="0" anchor="b"/>
          <a:lstStyle>
            <a:lvl1pPr algn="r">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fld id="{6E2E38B8-B0B4-AD41-AC6E-B781F46A9FD3}" type="slidenum">
              <a:rPr lang="en-US" smtClean="0"/>
              <a:pPr/>
              <a:t>‹#›</a:t>
            </a:fld>
            <a:endParaRPr lang="en-US" dirty="0"/>
          </a:p>
        </p:txBody>
      </p:sp>
      <p:sp>
        <p:nvSpPr>
          <p:cNvPr id="6" name="Footer Placeholder 5"/>
          <p:cNvSpPr>
            <a:spLocks noGrp="1"/>
          </p:cNvSpPr>
          <p:nvPr>
            <p:ph type="ftr" sz="quarter" idx="4"/>
          </p:nvPr>
        </p:nvSpPr>
        <p:spPr>
          <a:xfrm>
            <a:off x="219456" y="8705088"/>
            <a:ext cx="3657600" cy="228600"/>
          </a:xfrm>
          <a:prstGeom prst="rect">
            <a:avLst/>
          </a:prstGeom>
        </p:spPr>
        <p:txBody>
          <a:bodyPr vert="horz" lIns="0" tIns="0" rIns="0" bIns="0" rtlCol="0" anchor="b"/>
          <a:lstStyle>
            <a:lvl1pPr algn="l">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r>
              <a:rPr lang="en-US" dirty="0"/>
              <a:t>Footer</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2438522" rtl="0" eaLnBrk="1" latinLnBrk="0" hangingPunct="1">
      <a:lnSpc>
        <a:spcPct val="110000"/>
      </a:lnSpc>
      <a:spcBef>
        <a:spcPts val="0"/>
      </a:spcBef>
      <a:defRPr sz="1200" b="0" i="0" kern="1200">
        <a:solidFill>
          <a:schemeClr val="bg1"/>
        </a:solidFill>
        <a:latin typeface="IBM Plex Sans Light" panose="020B0503050203000203" pitchFamily="34" charset="0"/>
        <a:ea typeface="+mn-ea"/>
        <a:cs typeface="+mn-cs"/>
      </a:defRPr>
    </a:lvl1pPr>
    <a:lvl2pPr marL="465690" indent="-452991" algn="l" defTabSz="2438522" rtl="0" eaLnBrk="1" latinLnBrk="0" hangingPunct="1">
      <a:lnSpc>
        <a:spcPct val="110000"/>
      </a:lnSpc>
      <a:spcBef>
        <a:spcPts val="0"/>
      </a:spcBef>
      <a:buFont typeface="IBM Plex Sans"/>
      <a:buChar char="–"/>
      <a:tabLst/>
      <a:defRPr sz="1200" b="0" i="0" kern="1200">
        <a:solidFill>
          <a:schemeClr val="bg1"/>
        </a:solidFill>
        <a:latin typeface="IBM Plex Sans Light" panose="020B0503050203000203" pitchFamily="34" charset="0"/>
        <a:ea typeface="+mn-ea"/>
        <a:cs typeface="+mn-cs"/>
      </a:defRPr>
    </a:lvl2pPr>
    <a:lvl3pPr marL="926638" indent="-463319" algn="l" defTabSz="2438522" rtl="0" eaLnBrk="1" latinLnBrk="0" hangingPunct="1">
      <a:lnSpc>
        <a:spcPct val="110000"/>
      </a:lnSpc>
      <a:spcBef>
        <a:spcPts val="0"/>
      </a:spcBef>
      <a:buFont typeface="IBM Plex Sans Light" panose="020B0604020202020204" pitchFamily="34" charset="0"/>
      <a:buChar char="•"/>
      <a:tabLst/>
      <a:defRPr sz="1200" b="0" i="0" kern="1200">
        <a:solidFill>
          <a:schemeClr val="bg1"/>
        </a:solidFill>
        <a:latin typeface="IBM Plex Sans Light" panose="020B0503050203000203" pitchFamily="34" charset="0"/>
        <a:ea typeface="+mn-ea"/>
        <a:cs typeface="+mn-cs"/>
      </a:defRPr>
    </a:lvl3pPr>
    <a:lvl4pPr marL="1682580" indent="-463319" algn="l" defTabSz="2438522" rtl="0" eaLnBrk="1" latinLnBrk="0" hangingPunct="1">
      <a:lnSpc>
        <a:spcPct val="110000"/>
      </a:lnSpc>
      <a:spcBef>
        <a:spcPts val="0"/>
      </a:spcBef>
      <a:buFont typeface="IBM Plex Sans Light"/>
      <a:buChar char="–"/>
      <a:tabLst/>
      <a:defRPr sz="1200" b="0" i="0" kern="1200">
        <a:solidFill>
          <a:schemeClr val="bg1"/>
        </a:solidFill>
        <a:latin typeface="IBM Plex Sans Light" panose="020B0503050203000203" pitchFamily="34" charset="0"/>
        <a:ea typeface="+mn-ea"/>
        <a:cs typeface="+mn-cs"/>
      </a:defRPr>
    </a:lvl4pPr>
    <a:lvl5pPr marL="465690" marR="0" indent="-452991" algn="l" defTabSz="2438522" rtl="0" eaLnBrk="1" fontAlgn="base" latinLnBrk="0" hangingPunct="1">
      <a:lnSpc>
        <a:spcPct val="100000"/>
      </a:lnSpc>
      <a:spcBef>
        <a:spcPts val="1600"/>
      </a:spcBef>
      <a:spcAft>
        <a:spcPct val="0"/>
      </a:spcAft>
      <a:buClr>
        <a:srgbClr val="000000"/>
      </a:buClr>
      <a:buSzTx/>
      <a:buFont typeface="IBM Plex Sans Light" charset="-120"/>
      <a:buChar char="»"/>
      <a:tabLst/>
      <a:defRPr sz="2000" b="0" i="0" kern="1200">
        <a:solidFill>
          <a:schemeClr val="bg1"/>
        </a:solidFill>
        <a:latin typeface="IBM Plex Sans Light" panose="020B0503050203000203" pitchFamily="34" charset="0"/>
        <a:ea typeface="+mn-ea"/>
        <a:cs typeface="+mn-cs"/>
      </a:defRPr>
    </a:lvl5pPr>
    <a:lvl6pPr marL="6096305" algn="l" defTabSz="2438522" rtl="0" eaLnBrk="1" latinLnBrk="0" hangingPunct="1">
      <a:defRPr sz="3200" kern="1200">
        <a:solidFill>
          <a:schemeClr val="tx1"/>
        </a:solidFill>
        <a:latin typeface="+mn-lt"/>
        <a:ea typeface="+mn-ea"/>
        <a:cs typeface="+mn-cs"/>
      </a:defRPr>
    </a:lvl6pPr>
    <a:lvl7pPr marL="7315566" algn="l" defTabSz="2438522" rtl="0" eaLnBrk="1" latinLnBrk="0" hangingPunct="1">
      <a:defRPr sz="3200" kern="1200">
        <a:solidFill>
          <a:schemeClr val="tx1"/>
        </a:solidFill>
        <a:latin typeface="+mn-lt"/>
        <a:ea typeface="+mn-ea"/>
        <a:cs typeface="+mn-cs"/>
      </a:defRPr>
    </a:lvl7pPr>
    <a:lvl8pPr marL="8534827" algn="l" defTabSz="2438522" rtl="0" eaLnBrk="1" latinLnBrk="0" hangingPunct="1">
      <a:defRPr sz="3200" kern="1200">
        <a:solidFill>
          <a:schemeClr val="tx1"/>
        </a:solidFill>
        <a:latin typeface="+mn-lt"/>
        <a:ea typeface="+mn-ea"/>
        <a:cs typeface="+mn-cs"/>
      </a:defRPr>
    </a:lvl8pPr>
    <a:lvl9pPr marL="9754088" algn="l" defTabSz="2438522" rtl="0" eaLnBrk="1" latinLnBrk="0" hangingPunct="1">
      <a:defRPr sz="3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I have owned IBM platforms as a client through multiple modernization programs, and I’ve compared IBM against other vendors. IBM is not the default first stop in most modernization cycles, so we need a story that starts with the client’s existing estate, that earns us the right to talk “modern.”</a:t>
            </a:r>
          </a:p>
        </p:txBody>
      </p:sp>
      <p:sp>
        <p:nvSpPr>
          <p:cNvPr id="4" name="Slide Number Placeholder 3"/>
          <p:cNvSpPr>
            <a:spLocks noGrp="1"/>
          </p:cNvSpPr>
          <p:nvPr>
            <p:ph type="sldNum" sz="quarter" idx="5"/>
          </p:nvPr>
        </p:nvSpPr>
        <p:spPr/>
        <p:txBody>
          <a:bodyPr/>
          <a:lstStyle/>
          <a:p>
            <a:fld id="{170A728A-1633-6E47-A208-81CBEE5C72D4}" type="slidenum">
              <a:rPr lang="en-US" smtClean="0"/>
              <a:t>1</a:t>
            </a:fld>
            <a:endParaRPr lang="en-US"/>
          </a:p>
        </p:txBody>
      </p:sp>
    </p:spTree>
    <p:extLst>
      <p:ext uri="{BB962C8B-B14F-4D97-AF65-F5344CB8AC3E}">
        <p14:creationId xmlns:p14="http://schemas.microsoft.com/office/powerpoint/2010/main" val="26077484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54938-B16C-D17A-3077-1B9AB59868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1C0B9C-7000-C715-D40A-C3A253EF18F8}"/>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BACC5546-A6F3-E808-69F7-EBE2C66D1233}"/>
              </a:ext>
            </a:extLst>
          </p:cNvPr>
          <p:cNvSpPr>
            <a:spLocks noGrp="1"/>
          </p:cNvSpPr>
          <p:nvPr>
            <p:ph type="body" idx="1"/>
          </p:nvPr>
        </p:nvSpPr>
        <p:spPr/>
        <p:txBody>
          <a:bodyPr/>
          <a:lstStyle/>
          <a:p>
            <a:r>
              <a:rPr lang="en-US" sz="1200" b="0" i="0" kern="1200" dirty="0">
                <a:solidFill>
                  <a:schemeClr val="bg1"/>
                </a:solidFill>
                <a:effectLst/>
                <a:latin typeface="IBM Plex Sans Light" panose="020B0503050203000203" pitchFamily="34" charset="0"/>
                <a:ea typeface="+mn-ea"/>
                <a:cs typeface="+mn-cs"/>
              </a:rPr>
              <a:t>My path started in architecture and computer science, then moved into software engineering at Chevron and enterprise architecture at Kaiser Permanente. From there, I built business automation and AI driven solutions in healthcare, then joined IBM in 2021 to lead worldwide work across Business Automation, Process Mining, and AI Assistants. In 2025, I moved into the Financial Services Market to lead Data and AI technical sales in a complex West territory. Today, I am focused on product strategy and on helping connect product, field execution, and client outcomes in Core to Mod.</a:t>
            </a:r>
          </a:p>
        </p:txBody>
      </p:sp>
      <p:sp>
        <p:nvSpPr>
          <p:cNvPr id="4" name="Slide Number Placeholder 3">
            <a:extLst>
              <a:ext uri="{FF2B5EF4-FFF2-40B4-BE49-F238E27FC236}">
                <a16:creationId xmlns:a16="http://schemas.microsoft.com/office/drawing/2014/main" id="{F7BDC4CB-4A94-666E-3AAD-3C00FB29C419}"/>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2</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
        <p:nvSpPr>
          <p:cNvPr id="5" name="Footer Placeholder 4">
            <a:extLst>
              <a:ext uri="{FF2B5EF4-FFF2-40B4-BE49-F238E27FC236}">
                <a16:creationId xmlns:a16="http://schemas.microsoft.com/office/drawing/2014/main" id="{C28B0FDD-0401-0A41-73CD-27DD0D1C3F86}"/>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Footer</a:t>
            </a:r>
          </a:p>
        </p:txBody>
      </p:sp>
    </p:spTree>
    <p:extLst>
      <p:ext uri="{BB962C8B-B14F-4D97-AF65-F5344CB8AC3E}">
        <p14:creationId xmlns:p14="http://schemas.microsoft.com/office/powerpoint/2010/main" val="28694477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7632F-AAEF-5C38-ED8A-2718DCE27A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03B75F-CF57-9BCB-56FC-7DA48B0D3409}"/>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948BDDBC-33F9-C7CD-F196-B506F4B85409}"/>
              </a:ext>
            </a:extLst>
          </p:cNvPr>
          <p:cNvSpPr>
            <a:spLocks noGrp="1"/>
          </p:cNvSpPr>
          <p:nvPr>
            <p:ph type="body" idx="1"/>
          </p:nvPr>
        </p:nvSpPr>
        <p:spPr/>
        <p:txBody>
          <a:bodyPr/>
          <a:lstStyle/>
          <a:p>
            <a:r>
              <a:rPr lang="en-US" dirty="0"/>
              <a:t>We start with the client’s operating reality, not a product pitch. Core upgrades fail when ownership is fragmented and the client feels exposed. Our first goal is trust. We earn it by delivering one scoped upgrade with clean controls, evidence, and a rollback path. Once we prove we can modernize without disruption, we get a seat at the table for the broader roadmap. </a:t>
            </a:r>
          </a:p>
          <a:p>
            <a:br>
              <a:rPr lang="en-US" dirty="0"/>
            </a:br>
            <a:r>
              <a:rPr lang="en-US" dirty="0"/>
              <a:t>What runs the business today: Versions, integrations, dependencies, operating model</a:t>
            </a:r>
          </a:p>
          <a:p>
            <a:r>
              <a:rPr lang="en-US" dirty="0"/>
              <a:t>Business challenges: Change friction, outages, skills gaps, vendor coordination gaps</a:t>
            </a:r>
          </a:p>
          <a:p>
            <a:r>
              <a:rPr lang="en-US" dirty="0"/>
              <a:t>Regulatory and audit requirements: Change control, evidence, segregation of duties, rollback, data retention, resiliency</a:t>
            </a:r>
          </a:p>
          <a:p>
            <a:endParaRPr lang="en-BR"/>
          </a:p>
        </p:txBody>
      </p:sp>
      <p:sp>
        <p:nvSpPr>
          <p:cNvPr id="4" name="Slide Number Placeholder 3">
            <a:extLst>
              <a:ext uri="{FF2B5EF4-FFF2-40B4-BE49-F238E27FC236}">
                <a16:creationId xmlns:a16="http://schemas.microsoft.com/office/drawing/2014/main" id="{D7E2C542-D97B-A136-ED95-3F7437C5A232}"/>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4</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
        <p:nvSpPr>
          <p:cNvPr id="5" name="Footer Placeholder 4">
            <a:extLst>
              <a:ext uri="{FF2B5EF4-FFF2-40B4-BE49-F238E27FC236}">
                <a16:creationId xmlns:a16="http://schemas.microsoft.com/office/drawing/2014/main" id="{08AE1037-E04C-A6B6-A3C8-6AC14DB128D4}"/>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Footer</a:t>
            </a:r>
          </a:p>
        </p:txBody>
      </p:sp>
    </p:spTree>
    <p:extLst>
      <p:ext uri="{BB962C8B-B14F-4D97-AF65-F5344CB8AC3E}">
        <p14:creationId xmlns:p14="http://schemas.microsoft.com/office/powerpoint/2010/main" val="1202375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D4B5C-4581-E40B-79CF-B41A719892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15D060-0875-46A3-FDF5-6404F349ED58}"/>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8AE788BD-B301-E03C-1F74-34DD801FB399}"/>
              </a:ext>
            </a:extLst>
          </p:cNvPr>
          <p:cNvSpPr>
            <a:spLocks noGrp="1"/>
          </p:cNvSpPr>
          <p:nvPr>
            <p:ph type="body" idx="1"/>
          </p:nvPr>
        </p:nvSpPr>
        <p:spPr/>
        <p:txBody>
          <a:bodyPr/>
          <a:lstStyle/>
          <a:p>
            <a:endParaRPr lang="en-BR"/>
          </a:p>
        </p:txBody>
      </p:sp>
      <p:sp>
        <p:nvSpPr>
          <p:cNvPr id="4" name="Slide Number Placeholder 3">
            <a:extLst>
              <a:ext uri="{FF2B5EF4-FFF2-40B4-BE49-F238E27FC236}">
                <a16:creationId xmlns:a16="http://schemas.microsoft.com/office/drawing/2014/main" id="{AD443BB3-AA15-C022-AF12-C1891758C890}"/>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5</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
        <p:nvSpPr>
          <p:cNvPr id="5" name="Footer Placeholder 4">
            <a:extLst>
              <a:ext uri="{FF2B5EF4-FFF2-40B4-BE49-F238E27FC236}">
                <a16:creationId xmlns:a16="http://schemas.microsoft.com/office/drawing/2014/main" id="{559BD449-5E78-F969-4486-A2E01CA0CBF3}"/>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Footer</a:t>
            </a:r>
          </a:p>
        </p:txBody>
      </p:sp>
    </p:spTree>
    <p:extLst>
      <p:ext uri="{BB962C8B-B14F-4D97-AF65-F5344CB8AC3E}">
        <p14:creationId xmlns:p14="http://schemas.microsoft.com/office/powerpoint/2010/main" val="12217700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8464E-B17D-030B-CCEA-C49D995F5C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99049F-C5E0-11F2-A25E-0592ACA7E035}"/>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A7FFD41A-77F6-C440-1C81-E22B35B01677}"/>
              </a:ext>
            </a:extLst>
          </p:cNvPr>
          <p:cNvSpPr>
            <a:spLocks noGrp="1"/>
          </p:cNvSpPr>
          <p:nvPr>
            <p:ph type="body" idx="1"/>
          </p:nvPr>
        </p:nvSpPr>
        <p:spPr/>
        <p:txBody>
          <a:bodyPr/>
          <a:lstStyle/>
          <a:p>
            <a:r>
              <a:rPr lang="en-US" b="1" dirty="0"/>
              <a:t>One dependency chain </a:t>
            </a:r>
            <a:r>
              <a:rPr lang="en-US" dirty="0"/>
              <a:t>means one complete, end-to-end slice of the system that must work together for the business flow to run. It’s the smallest unit you can modernize without breaking production.</a:t>
            </a:r>
            <a:br>
              <a:rPr lang="en-US" dirty="0"/>
            </a:br>
            <a:endParaRPr lang="en-US" dirty="0"/>
          </a:p>
          <a:p>
            <a:r>
              <a:rPr lang="en-US" dirty="0"/>
              <a:t>This is critical, as if you modernize one product but ignore the chain, you create hidden outages. The client experiences it as “the upgrade broke my workflow,” not “a dependency was missed.</a:t>
            </a:r>
          </a:p>
          <a:p>
            <a:endParaRPr lang="en-US" dirty="0"/>
          </a:p>
          <a:p>
            <a:endParaRPr lang="en-US" dirty="0"/>
          </a:p>
          <a:p>
            <a:r>
              <a:rPr lang="en-US" b="1" dirty="0"/>
              <a:t>CLEAN MEANS SUPPORTED, COMPATIBLE, CONTROLLED, REVERSIBLE, TESTED, AND AUDITABLE</a:t>
            </a:r>
          </a:p>
          <a:p>
            <a:endParaRPr lang="en-BR"/>
          </a:p>
        </p:txBody>
      </p:sp>
      <p:sp>
        <p:nvSpPr>
          <p:cNvPr id="4" name="Slide Number Placeholder 3">
            <a:extLst>
              <a:ext uri="{FF2B5EF4-FFF2-40B4-BE49-F238E27FC236}">
                <a16:creationId xmlns:a16="http://schemas.microsoft.com/office/drawing/2014/main" id="{4A5C60DF-96EE-3A11-D83C-F9C6554C0C33}"/>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6</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
        <p:nvSpPr>
          <p:cNvPr id="5" name="Footer Placeholder 4">
            <a:extLst>
              <a:ext uri="{FF2B5EF4-FFF2-40B4-BE49-F238E27FC236}">
                <a16:creationId xmlns:a16="http://schemas.microsoft.com/office/drawing/2014/main" id="{120D693C-0655-28C3-FE46-DE2B31AC6EEC}"/>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Footer</a:t>
            </a:r>
          </a:p>
        </p:txBody>
      </p:sp>
    </p:spTree>
    <p:extLst>
      <p:ext uri="{BB962C8B-B14F-4D97-AF65-F5344CB8AC3E}">
        <p14:creationId xmlns:p14="http://schemas.microsoft.com/office/powerpoint/2010/main" val="16270848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DE5B-5237-6BDD-A081-D1C4FA3F4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1FFE90-8439-1138-1659-F4C49868DB46}"/>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BE62EE50-854B-0813-87B3-94C95935905A}"/>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BAW sits in the middle of business-critical work. It orchestrates workflows across core systems, data stores, identity, and downstream applications. That’s why upgrades feel risky.</a:t>
            </a:r>
          </a:p>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Desired outcome</a:t>
            </a:r>
            <a:br>
              <a:rPr lang="en-US" sz="1200" b="0" i="0" kern="1200" dirty="0">
                <a:solidFill>
                  <a:schemeClr val="bg1"/>
                </a:solidFill>
                <a:effectLst/>
                <a:latin typeface="IBM Plex Sans Light" panose="020B0503050203000203" pitchFamily="34" charset="0"/>
                <a:ea typeface="+mn-ea"/>
                <a:cs typeface="+mn-cs"/>
              </a:rPr>
            </a:br>
            <a:r>
              <a:rPr lang="en-US" sz="1200" b="0" i="0" kern="1200" dirty="0">
                <a:solidFill>
                  <a:schemeClr val="bg1"/>
                </a:solidFill>
                <a:effectLst/>
                <a:latin typeface="IBM Plex Sans Light" panose="020B0503050203000203" pitchFamily="34" charset="0"/>
                <a:ea typeface="+mn-ea"/>
                <a:cs typeface="+mn-cs"/>
              </a:rPr>
              <a:t>We want a stable, supported workflow platform that is audit-ready by default and easier to operate. That means fewer outages, fewer manual steps, and fewer change surprises.</a:t>
            </a:r>
          </a:p>
          <a:p>
            <a:endParaRPr lang="en-BR"/>
          </a:p>
        </p:txBody>
      </p:sp>
      <p:sp>
        <p:nvSpPr>
          <p:cNvPr id="4" name="Slide Number Placeholder 3">
            <a:extLst>
              <a:ext uri="{FF2B5EF4-FFF2-40B4-BE49-F238E27FC236}">
                <a16:creationId xmlns:a16="http://schemas.microsoft.com/office/drawing/2014/main" id="{2D80FED3-BC33-4391-C90E-AF57E2C80426}"/>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7</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
        <p:nvSpPr>
          <p:cNvPr id="5" name="Footer Placeholder 4">
            <a:extLst>
              <a:ext uri="{FF2B5EF4-FFF2-40B4-BE49-F238E27FC236}">
                <a16:creationId xmlns:a16="http://schemas.microsoft.com/office/drawing/2014/main" id="{7077063B-DF6F-7F06-D4DC-3B5D0F6E6E28}"/>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Footer</a:t>
            </a:r>
          </a:p>
        </p:txBody>
      </p:sp>
    </p:spTree>
    <p:extLst>
      <p:ext uri="{BB962C8B-B14F-4D97-AF65-F5344CB8AC3E}">
        <p14:creationId xmlns:p14="http://schemas.microsoft.com/office/powerpoint/2010/main" val="36795798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57056-29DE-B689-180F-FB25A8E40A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1E379F-E6C6-EAA6-97D9-F7642E82F5E7}"/>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E1610887-0551-7215-4008-F04119CD5EA9}"/>
              </a:ext>
            </a:extLst>
          </p:cNvPr>
          <p:cNvSpPr>
            <a:spLocks noGrp="1"/>
          </p:cNvSpPr>
          <p:nvPr>
            <p:ph type="body" idx="1"/>
          </p:nvPr>
        </p:nvSpPr>
        <p:spPr/>
        <p:txBody>
          <a:bodyPr/>
          <a:lstStyle/>
          <a:p>
            <a:endParaRPr lang="en-BR"/>
          </a:p>
        </p:txBody>
      </p:sp>
      <p:sp>
        <p:nvSpPr>
          <p:cNvPr id="4" name="Slide Number Placeholder 3">
            <a:extLst>
              <a:ext uri="{FF2B5EF4-FFF2-40B4-BE49-F238E27FC236}">
                <a16:creationId xmlns:a16="http://schemas.microsoft.com/office/drawing/2014/main" id="{C7C7AC85-5009-D44E-F725-6D4C0E3BAA39}"/>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8</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
        <p:nvSpPr>
          <p:cNvPr id="5" name="Footer Placeholder 4">
            <a:extLst>
              <a:ext uri="{FF2B5EF4-FFF2-40B4-BE49-F238E27FC236}">
                <a16:creationId xmlns:a16="http://schemas.microsoft.com/office/drawing/2014/main" id="{4BD7D0B4-FF02-021F-EAF9-B4754E855110}"/>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Footer</a:t>
            </a:r>
          </a:p>
        </p:txBody>
      </p:sp>
    </p:spTree>
    <p:extLst>
      <p:ext uri="{BB962C8B-B14F-4D97-AF65-F5344CB8AC3E}">
        <p14:creationId xmlns:p14="http://schemas.microsoft.com/office/powerpoint/2010/main" val="29836380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sz="1200" dirty="0">
                <a:latin typeface="IBM Plex Sans"/>
              </a:rPr>
              <a:t>IBM Cloud Pak for Business Automation is a modular set of integrated software components for any hybrid cloud. It unifies workflow, content services, document processing, decision management, RPA and digital labor, and process mining. Teams use AI-assisted low-code and no-code tooling to design automations, analyze and execute workflows, assign tasks to bots, and track performance. Deploy as containers across any cloud or as SaaS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204FE7-2404-E447-8275-EA5ECABF67E9}"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4621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10</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30416681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11</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7553315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A05A3AF-39DD-D24F-AE49-3E855E73FE8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727719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24A28-8728-FD78-FE5B-BDA175BC5A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94EBFD-06E4-D8B2-0801-70AA2CF6BD76}"/>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504AD01A-FBE9-6076-4067-C90D3738C3AF}"/>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kern="1200">
                <a:solidFill>
                  <a:schemeClr val="tx1"/>
                </a:solidFill>
                <a:effectLst/>
                <a:latin typeface="+mn-lt"/>
                <a:ea typeface="+mn-ea"/>
                <a:cs typeface="+mn-cs"/>
              </a:rPr>
              <a:t>Deal intake and client request (CRM: Salesforce) – kicks off onboarding; Pain- incomplete data</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kern="1200">
                <a:solidFill>
                  <a:schemeClr val="tx1"/>
                </a:solidFill>
                <a:effectLst/>
                <a:latin typeface="+mn-lt"/>
                <a:ea typeface="+mn-ea"/>
                <a:cs typeface="+mn-cs"/>
              </a:rPr>
              <a:t>Client data &amp; document collection (Client onboarding portal, Document management system like SharePoint or OpenText); Pain – docs comes in different formats and could be outdated</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kern="1200">
                <a:solidFill>
                  <a:schemeClr val="tx1"/>
                </a:solidFill>
                <a:effectLst/>
                <a:latin typeface="+mn-lt"/>
                <a:ea typeface="+mn-ea"/>
                <a:cs typeface="+mn-cs"/>
              </a:rPr>
              <a:t>KYC &amp; Risk Checks (KYC utilities, Sanctions screening tools); Pain – manual &amp; lengthy, false positives cause delays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kern="1200">
                <a:solidFill>
                  <a:schemeClr val="tx1"/>
                </a:solidFill>
                <a:effectLst/>
                <a:latin typeface="+mn-lt"/>
                <a:ea typeface="+mn-ea"/>
                <a:cs typeface="+mn-cs"/>
              </a:rPr>
              <a:t>Industry &amp; Risk classification (Risk Assessment systems, Industry classification reference data); Pain – teams disagree on risk level</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kern="1200">
                <a:solidFill>
                  <a:schemeClr val="tx1"/>
                </a:solidFill>
                <a:effectLst/>
                <a:latin typeface="+mn-lt"/>
                <a:ea typeface="+mn-ea"/>
                <a:cs typeface="+mn-cs"/>
              </a:rPr>
              <a:t>Credit &amp; financial review (Credit risk systems, financial analysis tools); Pain – data is reentered</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kern="1200">
                <a:solidFill>
                  <a:schemeClr val="tx1"/>
                </a:solidFill>
                <a:effectLst/>
                <a:latin typeface="+mn-lt"/>
                <a:ea typeface="+mn-ea"/>
                <a:cs typeface="+mn-cs"/>
              </a:rPr>
              <a:t>Legal &amp; compliance approval (Case Management, Workflow tools, Policy repos); Pain – approvals sit in queues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kern="1200">
                <a:solidFill>
                  <a:schemeClr val="tx1"/>
                </a:solidFill>
                <a:effectLst/>
                <a:latin typeface="+mn-lt"/>
                <a:ea typeface="+mn-ea"/>
                <a:cs typeface="+mn-cs"/>
              </a:rPr>
              <a:t>Account &amp; product setup (Core banking, Payment, Trading &amp; Treasury systems); Pain – multiple data entry for each system</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kern="1200">
                <a:solidFill>
                  <a:schemeClr val="tx1"/>
                </a:solidFill>
                <a:effectLst/>
                <a:latin typeface="+mn-lt"/>
                <a:ea typeface="+mn-ea"/>
                <a:cs typeface="+mn-cs"/>
              </a:rPr>
              <a:t>Ongoing monitoring (Transaction monitoring, client lifecycle management tools); Pain – monitoring rules are generic</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sz="1200" kern="120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sz="1200" kern="120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sz="1200" kern="120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sz="1200" kern="1200">
              <a:solidFill>
                <a:schemeClr val="tx1"/>
              </a:solidFill>
              <a:effectLst/>
              <a:latin typeface="+mn-lt"/>
              <a:ea typeface="+mn-ea"/>
              <a:cs typeface="+mn-cs"/>
            </a:endParaRPr>
          </a:p>
          <a:p>
            <a:endParaRPr lang="en-US"/>
          </a:p>
        </p:txBody>
      </p:sp>
      <p:sp>
        <p:nvSpPr>
          <p:cNvPr id="4" name="Slide Number Placeholder 3">
            <a:extLst>
              <a:ext uri="{FF2B5EF4-FFF2-40B4-BE49-F238E27FC236}">
                <a16:creationId xmlns:a16="http://schemas.microsoft.com/office/drawing/2014/main" id="{D2052C57-E897-E302-671B-A36C21F1A18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0538D4E-55B2-874C-80D7-430D9F2E72F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60770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BB29F-C635-315C-FE4D-66A0BB3F50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BCC8E4-8DA0-DE32-A995-F1D6964B8A7A}"/>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64F68CAA-5695-EEB5-7663-54E0BDA9CEF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CIB onboarding is slow because it is manual, fragmented, and risk heavy.</a:t>
            </a:r>
            <a:br>
              <a:rPr lang="en-US"/>
            </a:br>
            <a:br>
              <a:rPr lang="en-US"/>
            </a:br>
            <a:endParaRPr lang="en-US"/>
          </a:p>
        </p:txBody>
      </p:sp>
      <p:sp>
        <p:nvSpPr>
          <p:cNvPr id="4" name="Slide Number Placeholder 3">
            <a:extLst>
              <a:ext uri="{FF2B5EF4-FFF2-40B4-BE49-F238E27FC236}">
                <a16:creationId xmlns:a16="http://schemas.microsoft.com/office/drawing/2014/main" id="{08CB7071-8747-E703-7BFA-9CC5AD0E78A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0538D4E-55B2-874C-80D7-430D9F2E72F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486532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0538D4E-55B2-874C-80D7-430D9F2E72F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96573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FF943-53FC-7FB5-F06B-CD888B0CD9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2619C5-83F4-EF28-14DE-4DF75E91DECE}"/>
              </a:ext>
            </a:extLst>
          </p:cNvPr>
          <p:cNvSpPr>
            <a:spLocks noGrp="1" noRot="1" noChangeAspect="1"/>
          </p:cNvSpPr>
          <p:nvPr>
            <p:ph type="sldImg"/>
          </p:nvPr>
        </p:nvSpPr>
        <p:spPr>
          <a:xfrm>
            <a:off x="227013" y="231775"/>
            <a:ext cx="6524625" cy="3670300"/>
          </a:xfrm>
        </p:spPr>
      </p:sp>
      <p:sp>
        <p:nvSpPr>
          <p:cNvPr id="3" name="Notes Placeholder 2">
            <a:extLst>
              <a:ext uri="{FF2B5EF4-FFF2-40B4-BE49-F238E27FC236}">
                <a16:creationId xmlns:a16="http://schemas.microsoft.com/office/drawing/2014/main" id="{823B4CD8-7171-50F2-589E-E4A154B68125}"/>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sz="900" dirty="0">
                <a:solidFill>
                  <a:srgbClr val="000000"/>
                </a:solidFill>
                <a:highlight>
                  <a:srgbClr val="FFFF00"/>
                </a:highlight>
                <a:latin typeface="+mn-lt"/>
              </a:rPr>
              <a:t>From the far left with Deterministic Flows we have traditional workflows process discovery through Mining and Modeling tools, together with execution engines for Workflow and Decision Logic to execute pre-described process or Case management patterns.   This covered a broad range of of processes but required in-depth knowledge of the process inputs, flows, data elements, and human or system </a:t>
            </a:r>
            <a:r>
              <a:rPr lang="en-US" sz="900" dirty="0" err="1">
                <a:solidFill>
                  <a:srgbClr val="000000"/>
                </a:solidFill>
                <a:highlight>
                  <a:srgbClr val="FFFF00"/>
                </a:highlight>
                <a:latin typeface="+mn-lt"/>
              </a:rPr>
              <a:t>resourse</a:t>
            </a:r>
            <a:r>
              <a:rPr lang="en-US" sz="900" dirty="0">
                <a:solidFill>
                  <a:srgbClr val="000000"/>
                </a:solidFill>
                <a:highlight>
                  <a:srgbClr val="FFFF00"/>
                </a:highlight>
                <a:latin typeface="+mn-lt"/>
              </a:rPr>
              <a:t> capabilities. </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sz="900" dirty="0">
              <a:solidFill>
                <a:srgbClr val="000000"/>
              </a:solidFill>
              <a:highlight>
                <a:srgbClr val="FFFF00"/>
              </a:highlight>
              <a:latin typeface="+mn-lt"/>
            </a:endParaRPr>
          </a:p>
          <a:p>
            <a:pPr marL="0" marR="0" lvl="0" indent="0" algn="l" defTabSz="2438522" rtl="0" eaLnBrk="1" fontAlgn="auto" latinLnBrk="0" hangingPunct="1">
              <a:lnSpc>
                <a:spcPct val="110000"/>
              </a:lnSpc>
              <a:spcBef>
                <a:spcPts val="0"/>
              </a:spcBef>
              <a:spcAft>
                <a:spcPts val="0"/>
              </a:spcAft>
              <a:buClrTx/>
              <a:buSzTx/>
              <a:buFontTx/>
              <a:buNone/>
              <a:tabLst/>
              <a:defRPr/>
            </a:pPr>
            <a:r>
              <a:rPr lang="en-US" sz="900" dirty="0">
                <a:solidFill>
                  <a:srgbClr val="000000"/>
                </a:solidFill>
                <a:highlight>
                  <a:srgbClr val="FFFF00"/>
                </a:highlight>
                <a:latin typeface="+mn-lt"/>
              </a:rPr>
              <a:t>The non-deterministic flows address a separate problem statement to build self correcting systems that are less brittle and even address the predictive flows where the end-state is not known at inception.</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sz="900" dirty="0">
              <a:solidFill>
                <a:srgbClr val="000000"/>
              </a:solidFill>
              <a:highlight>
                <a:srgbClr val="FFFF00"/>
              </a:highlight>
              <a:latin typeface="+mn-lt"/>
            </a:endParaRPr>
          </a:p>
          <a:p>
            <a:pPr marL="0" marR="0" lvl="0" indent="0" algn="l" defTabSz="2438522" rtl="0" eaLnBrk="1" fontAlgn="auto" latinLnBrk="0" hangingPunct="1">
              <a:lnSpc>
                <a:spcPct val="110000"/>
              </a:lnSpc>
              <a:spcBef>
                <a:spcPts val="0"/>
              </a:spcBef>
              <a:spcAft>
                <a:spcPts val="0"/>
              </a:spcAft>
              <a:buClrTx/>
              <a:buSzTx/>
              <a:buFontTx/>
              <a:buNone/>
              <a:tabLst/>
              <a:defRPr/>
            </a:pPr>
            <a:r>
              <a:rPr lang="en-US" sz="900" dirty="0">
                <a:solidFill>
                  <a:srgbClr val="000000"/>
                </a:solidFill>
                <a:highlight>
                  <a:srgbClr val="FFFF00"/>
                </a:highlight>
                <a:latin typeface="+mn-lt"/>
              </a:rPr>
              <a:t>The center box of hybrid flows is more like the goldilocks scenario which provides the advantages of RAG for example, without the risk of hallucinations.  Or the ability to assemble Agents using prebuilt tools to to build complex, yet trusted solutions to provide unprecedented productivity gains. </a:t>
            </a:r>
          </a:p>
          <a:p>
            <a:r>
              <a:rPr lang="en-US" sz="1200" b="1" kern="1200" dirty="0">
                <a:solidFill>
                  <a:schemeClr val="tx1"/>
                </a:solidFill>
                <a:effectLst/>
                <a:latin typeface="+mn-lt"/>
                <a:ea typeface="+mn-ea"/>
                <a:cs typeface="+mn-cs"/>
              </a:rPr>
              <a:t>Use case: Ingest a new client request, create the onboarding case, and route it to the right teams.</a:t>
            </a:r>
          </a:p>
          <a:p>
            <a:endParaRPr lang="en-US" sz="1200" b="1"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Design rule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Rules for routine steps.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AI for judgment calls.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Humans for anything with risk.</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Step 1 deterministic intake and case creation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 must be fixed</a:t>
            </a:r>
          </a:p>
          <a:p>
            <a:r>
              <a:rPr lang="en-US" sz="1200" kern="1200" dirty="0">
                <a:solidFill>
                  <a:schemeClr val="tx1"/>
                </a:solidFill>
                <a:effectLst/>
                <a:latin typeface="+mn-lt"/>
                <a:ea typeface="+mn-ea"/>
                <a:cs typeface="+mn-cs"/>
              </a:rPr>
              <a:t>If a request comes from CRM, portal, or email, create one onboarding case.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the client type is corporate, use the CIB onboarding template.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products include credit, markets, or payments, attach the required workflows.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Generate a case ID and timestamp.</a:t>
            </a:r>
          </a:p>
          <a:p>
            <a:r>
              <a:rPr lang="en-US" sz="1200" kern="1200" dirty="0">
                <a:solidFill>
                  <a:schemeClr val="tx1"/>
                </a:solidFill>
                <a:effectLst/>
                <a:latin typeface="+mn-lt"/>
                <a:ea typeface="+mn-ea"/>
                <a:cs typeface="+mn-cs"/>
              </a:rPr>
              <a:t>Why this is deterministic</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There is no ambiguity.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is plumbing.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AI adds no value here and adds risk.</a:t>
            </a:r>
          </a:p>
          <a:p>
            <a:r>
              <a:rPr lang="en-US" sz="1200" kern="1200" dirty="0">
                <a:solidFill>
                  <a:schemeClr val="tx1"/>
                </a:solidFill>
                <a:effectLst/>
                <a:latin typeface="+mn-lt"/>
                <a:ea typeface="+mn-ea"/>
                <a:cs typeface="+mn-cs"/>
              </a:rPr>
              <a:t>Step 2 agentic reasoning for understanding the request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Where AI helps</a:t>
            </a:r>
          </a:p>
          <a:p>
            <a:r>
              <a:rPr lang="en-US" sz="1200" kern="1200" dirty="0">
                <a:solidFill>
                  <a:schemeClr val="tx1"/>
                </a:solidFill>
                <a:effectLst/>
                <a:latin typeface="+mn-lt"/>
                <a:ea typeface="+mn-ea"/>
                <a:cs typeface="+mn-cs"/>
              </a:rPr>
              <a:t>Read the free text request from sales or the client.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Summarize what the client is actually asking for.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Identify implied needs that were not checked in the form.</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Example. Client asks for payments but mentions hedging FX exposure.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Flag missing information clearly.</a:t>
            </a:r>
          </a:p>
          <a:p>
            <a:r>
              <a:rPr lang="en-US" sz="1200" kern="1200" dirty="0">
                <a:solidFill>
                  <a:schemeClr val="tx1"/>
                </a:solidFill>
                <a:effectLst/>
                <a:latin typeface="+mn-lt"/>
                <a:ea typeface="+mn-ea"/>
                <a:cs typeface="+mn-cs"/>
              </a:rPr>
              <a:t>What the agent produces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short structured summary.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Suggested product tags.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Confidence score.</a:t>
            </a:r>
          </a:p>
          <a:p>
            <a:r>
              <a:rPr lang="en-US" sz="1200" kern="1200" dirty="0">
                <a:solidFill>
                  <a:schemeClr val="tx1"/>
                </a:solidFill>
                <a:effectLst/>
                <a:latin typeface="+mn-lt"/>
                <a:ea typeface="+mn-ea"/>
                <a:cs typeface="+mn-cs"/>
              </a:rPr>
              <a:t>The agent does not route yet.</a:t>
            </a:r>
          </a:p>
          <a:p>
            <a:r>
              <a:rPr lang="en-US" sz="1200" kern="1200" dirty="0">
                <a:solidFill>
                  <a:schemeClr val="tx1"/>
                </a:solidFill>
                <a:effectLst/>
                <a:latin typeface="+mn-lt"/>
                <a:ea typeface="+mn-ea"/>
                <a:cs typeface="+mn-cs"/>
              </a:rPr>
              <a:t>Step 3 deterministic smart routing rules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 stays rule based</a:t>
            </a:r>
          </a:p>
          <a:p>
            <a:r>
              <a:rPr lang="en-US" sz="1200" kern="1200" dirty="0">
                <a:solidFill>
                  <a:schemeClr val="tx1"/>
                </a:solidFill>
                <a:effectLst/>
                <a:latin typeface="+mn-lt"/>
                <a:ea typeface="+mn-ea"/>
                <a:cs typeface="+mn-cs"/>
              </a:rPr>
              <a:t>If product includes credit, route to credit risk.</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cross border activity is present, route to compliance.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industry is high risk, route to enhanced due diligence.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region is EMEA or APAC, route to the correct regional team.</a:t>
            </a:r>
          </a:p>
          <a:p>
            <a:r>
              <a:rPr lang="en-US" sz="1200" kern="1200" dirty="0">
                <a:solidFill>
                  <a:schemeClr val="tx1"/>
                </a:solidFill>
                <a:effectLst/>
                <a:latin typeface="+mn-lt"/>
                <a:ea typeface="+mn-ea"/>
                <a:cs typeface="+mn-cs"/>
              </a:rPr>
              <a:t>Why this matters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Routing rules must be explainable.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Auditors expect logic, not intuition.</a:t>
            </a:r>
          </a:p>
          <a:p>
            <a:r>
              <a:rPr lang="en-US" sz="1200" kern="1200" dirty="0">
                <a:solidFill>
                  <a:schemeClr val="tx1"/>
                </a:solidFill>
                <a:effectLst/>
                <a:latin typeface="+mn-lt"/>
                <a:ea typeface="+mn-ea"/>
                <a:cs typeface="+mn-cs"/>
              </a:rPr>
              <a:t>Step 4 agentic reasoning for edge cases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Where judgment is needed</a:t>
            </a:r>
          </a:p>
          <a:p>
            <a:r>
              <a:rPr lang="en-US" sz="1200" kern="1200" dirty="0">
                <a:solidFill>
                  <a:schemeClr val="tx1"/>
                </a:solidFill>
                <a:effectLst/>
                <a:latin typeface="+mn-lt"/>
                <a:ea typeface="+mn-ea"/>
                <a:cs typeface="+mn-cs"/>
              </a:rPr>
              <a:t>Identify conflicts.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Example. Client looks low risk but operates in a sensitive country.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Example. Sales selected one product but the narrative implies more.</a:t>
            </a:r>
          </a:p>
          <a:p>
            <a:r>
              <a:rPr lang="en-US" sz="1200" kern="1200" dirty="0">
                <a:solidFill>
                  <a:schemeClr val="tx1"/>
                </a:solidFill>
                <a:effectLst/>
                <a:latin typeface="+mn-lt"/>
                <a:ea typeface="+mn-ea"/>
                <a:cs typeface="+mn-cs"/>
              </a:rPr>
              <a:t>The agent recommends additional routing.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explains why.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does not override rules.</a:t>
            </a:r>
          </a:p>
          <a:p>
            <a:r>
              <a:rPr lang="en-US" sz="1200" kern="1200" dirty="0">
                <a:solidFill>
                  <a:schemeClr val="tx1"/>
                </a:solidFill>
                <a:effectLst/>
                <a:latin typeface="+mn-lt"/>
                <a:ea typeface="+mn-ea"/>
                <a:cs typeface="+mn-cs"/>
              </a:rPr>
              <a:t>Step 5 human validation for risk based routing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Where humans step in</a:t>
            </a:r>
          </a:p>
          <a:p>
            <a:r>
              <a:rPr lang="en-US" sz="1200" kern="1200" dirty="0">
                <a:solidFill>
                  <a:schemeClr val="tx1"/>
                </a:solidFill>
                <a:effectLst/>
                <a:latin typeface="+mn-lt"/>
                <a:ea typeface="+mn-ea"/>
                <a:cs typeface="+mn-cs"/>
              </a:rPr>
              <a:t>If the agent flags high uncertainty, require a human review.</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routing adds enhanced due diligence, require compliance confirmation.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human approves or adjusts routing before work starts.</a:t>
            </a:r>
          </a:p>
          <a:p>
            <a:r>
              <a:rPr lang="en-US" sz="1200" kern="1200" dirty="0">
                <a:solidFill>
                  <a:schemeClr val="tx1"/>
                </a:solidFill>
                <a:effectLst/>
                <a:latin typeface="+mn-lt"/>
                <a:ea typeface="+mn-ea"/>
                <a:cs typeface="+mn-cs"/>
              </a:rPr>
              <a:t>Why this is critical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Wrong routing wastes weeks.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Wrong routing hides risk.</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Humans must own that call.</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Final takeaway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Auto create the case with rules.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Understand the request with AI.</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Route with policy.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Let humans approve when risk appears.</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sz="900" dirty="0">
              <a:solidFill>
                <a:srgbClr val="000000"/>
              </a:solidFill>
              <a:highlight>
                <a:srgbClr val="FFFF00"/>
              </a:highlight>
              <a:latin typeface="+mn-lt"/>
            </a:endParaRPr>
          </a:p>
        </p:txBody>
      </p:sp>
      <p:sp>
        <p:nvSpPr>
          <p:cNvPr id="4" name="Slide Number Placeholder 3">
            <a:extLst>
              <a:ext uri="{FF2B5EF4-FFF2-40B4-BE49-F238E27FC236}">
                <a16:creationId xmlns:a16="http://schemas.microsoft.com/office/drawing/2014/main" id="{2DCE1D39-7495-C71B-0B06-ABC1F04364B4}"/>
              </a:ext>
            </a:extLst>
          </p:cNvPr>
          <p:cNvSpPr>
            <a:spLocks noGrp="1"/>
          </p:cNvSpPr>
          <p:nvPr>
            <p:ph type="sldNum" sz="quarter" idx="5"/>
          </p:nvPr>
        </p:nvSpPr>
        <p:spPr/>
        <p:txBody>
          <a:bodyPr/>
          <a:lstStyle/>
          <a:p>
            <a:pPr marL="0" marR="0" lvl="0" indent="0" algn="r" defTabSz="1862674"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a typeface="+mn-ea"/>
                <a:cs typeface="IBM Plex Sans Light" panose="020B0503050203000203" pitchFamily="34" charset="0"/>
              </a:rPr>
              <a:pPr marL="0" marR="0" lvl="0" indent="0" algn="r" defTabSz="1862674" rtl="0" eaLnBrk="1" fontAlgn="auto" latinLnBrk="0" hangingPunct="1">
                <a:lnSpc>
                  <a:spcPct val="100000"/>
                </a:lnSpc>
                <a:spcBef>
                  <a:spcPts val="0"/>
                </a:spcBef>
                <a:spcAft>
                  <a:spcPts val="0"/>
                </a:spcAft>
                <a:buClrTx/>
                <a:buSzTx/>
                <a:buFontTx/>
                <a:buNone/>
                <a:tabLst/>
                <a:defRPr/>
              </a:pPr>
              <a:t>17</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a typeface="+mn-ea"/>
              <a:cs typeface="IBM Plex Sans Light" panose="020B0503050203000203" pitchFamily="34" charset="0"/>
            </a:endParaRPr>
          </a:p>
        </p:txBody>
      </p:sp>
    </p:spTree>
    <p:extLst>
      <p:ext uri="{BB962C8B-B14F-4D97-AF65-F5344CB8AC3E}">
        <p14:creationId xmlns:p14="http://schemas.microsoft.com/office/powerpoint/2010/main" val="19019330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96442-375A-4593-98CC-5482CCCF77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0A5286-7185-C927-6048-F380D5C555F0}"/>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8C999046-2BD9-6022-6C87-05B597A7D1FE}"/>
              </a:ext>
            </a:extLst>
          </p:cNvPr>
          <p:cNvSpPr>
            <a:spLocks noGrp="1"/>
          </p:cNvSpPr>
          <p:nvPr>
            <p:ph type="body" idx="1"/>
          </p:nvPr>
        </p:nvSpPr>
        <p:spPr/>
        <p:txBody>
          <a:bodyPr/>
          <a:lstStyle/>
          <a:p>
            <a:r>
              <a:rPr lang="en-US"/>
              <a:t>Top box – degreed and cornerstone logos in collab ai agents </a:t>
            </a:r>
            <a:br>
              <a:rPr lang="en-US"/>
            </a:br>
            <a:r>
              <a:rPr lang="en-US"/>
              <a:t>also need better up and TA agent (WF logo) </a:t>
            </a:r>
            <a:br>
              <a:rPr lang="en-US"/>
            </a:br>
            <a:r>
              <a:rPr lang="en-US"/>
              <a:t>agent space right hand side of top box </a:t>
            </a:r>
            <a:br>
              <a:rPr lang="en-US"/>
            </a:br>
            <a:r>
              <a:rPr lang="en-US"/>
              <a:t>tools section workday instead of sap, put agent space as a tool </a:t>
            </a:r>
            <a:br>
              <a:rPr lang="en-US"/>
            </a:br>
            <a:r>
              <a:rPr lang="en-US"/>
              <a:t>data google, query, </a:t>
            </a:r>
            <a:r>
              <a:rPr lang="en-US" err="1"/>
              <a:t>cloudera</a:t>
            </a:r>
            <a:endParaRPr lang="en-US"/>
          </a:p>
          <a:p>
            <a:endParaRPr lang="en-US"/>
          </a:p>
          <a:p>
            <a:r>
              <a:rPr lang="en-US"/>
              <a:t>Employee Engagement Agent </a:t>
            </a:r>
          </a:p>
        </p:txBody>
      </p:sp>
      <p:sp>
        <p:nvSpPr>
          <p:cNvPr id="4" name="Slide Number Placeholder 3">
            <a:extLst>
              <a:ext uri="{FF2B5EF4-FFF2-40B4-BE49-F238E27FC236}">
                <a16:creationId xmlns:a16="http://schemas.microsoft.com/office/drawing/2014/main" id="{0ACEE6EB-73F1-E914-5BA0-F60D5E4ADBFC}"/>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05882393-5A0B-F548-BE85-98182220F99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831636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20EA-6B09-6385-E593-9CBD786AD5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60AEB3-2179-8D5A-E318-069F2F5CD3B9}"/>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8ED5FC72-EA62-C5F5-45EF-1F2099185952}"/>
              </a:ext>
            </a:extLst>
          </p:cNvPr>
          <p:cNvSpPr>
            <a:spLocks noGrp="1"/>
          </p:cNvSpPr>
          <p:nvPr>
            <p:ph type="body" idx="1"/>
          </p:nvPr>
        </p:nvSpPr>
        <p:spPr/>
        <p:txBody>
          <a:bodyPr/>
          <a:lstStyle/>
          <a:p>
            <a:r>
              <a:rPr lang="en-US" sz="1100" kern="1200">
                <a:solidFill>
                  <a:srgbClr val="403C3A"/>
                </a:solidFill>
                <a:latin typeface="Wells Fargo Sans SemiBold" panose="020B0703020203020204" pitchFamily="34" charset="0"/>
                <a:ea typeface="+mn-ea"/>
                <a:cs typeface="+mn-cs"/>
              </a:rPr>
              <a:t>60% CB, 40% CIB</a:t>
            </a:r>
          </a:p>
        </p:txBody>
      </p:sp>
      <p:sp>
        <p:nvSpPr>
          <p:cNvPr id="4" name="Slide Number Placeholder 3">
            <a:extLst>
              <a:ext uri="{FF2B5EF4-FFF2-40B4-BE49-F238E27FC236}">
                <a16:creationId xmlns:a16="http://schemas.microsoft.com/office/drawing/2014/main" id="{DFDCCE19-96AC-A0E9-62B7-1D5429B9A98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0538D4E-55B2-874C-80D7-430D9F2E72F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68952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0538D4E-55B2-874C-80D7-430D9F2E72F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96573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C18D8-3976-DDE8-426E-E044A29F2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734F3F-87B0-7D9D-0AB7-C097F013ECC5}"/>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F344EF36-DD3F-58DD-A95C-062D3B89E1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F673AA-7F63-12F8-E02F-44221812C5BC}"/>
              </a:ext>
            </a:extLst>
          </p:cNvPr>
          <p:cNvSpPr>
            <a:spLocks noGrp="1"/>
          </p:cNvSpPr>
          <p:nvPr>
            <p:ph type="sldNum" sz="quarter" idx="5"/>
          </p:nvPr>
        </p:nvSpPr>
        <p:spPr/>
        <p:txBody>
          <a:bodyPr/>
          <a:lstStyle/>
          <a:p>
            <a:fld id="{6E2E38B8-B0B4-AD41-AC6E-B781F46A9FD3}" type="slidenum">
              <a:rPr lang="en-US" smtClean="0"/>
              <a:pPr/>
              <a:t>22</a:t>
            </a:fld>
            <a:endParaRPr lang="en-US" dirty="0"/>
          </a:p>
        </p:txBody>
      </p:sp>
      <p:sp>
        <p:nvSpPr>
          <p:cNvPr id="5" name="Footer Placeholder 4">
            <a:extLst>
              <a:ext uri="{FF2B5EF4-FFF2-40B4-BE49-F238E27FC236}">
                <a16:creationId xmlns:a16="http://schemas.microsoft.com/office/drawing/2014/main" id="{D78E7581-2A12-3C34-8E7E-E67A19F96027}"/>
              </a:ext>
            </a:extLst>
          </p:cNvPr>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483374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25</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10742222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1"/>
            <a:ext cx="24387175" cy="12195175"/>
          </a:xfrm>
          <a:solidFill>
            <a:srgbClr val="E0E0E0"/>
          </a:solidFill>
        </p:spPr>
        <p:txBody>
          <a:bodyPr anchor="ctr"/>
          <a:lstStyle>
            <a:lvl1pPr algn="ctr">
              <a:defRPr>
                <a:solidFill>
                  <a:schemeClr val="accent5"/>
                </a:solidFill>
              </a:defRPr>
            </a:lvl1pPr>
          </a:lstStyle>
          <a:p>
            <a:r>
              <a:rPr lang="en-US" dirty="0"/>
              <a:t>Place imagery here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00" y="12166599"/>
            <a:ext cx="4942455" cy="1074293"/>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166600"/>
            <a:ext cx="4947412" cy="1077014"/>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IBM 8-bar logo">
            <a:extLst>
              <a:ext uri="{FF2B5EF4-FFF2-40B4-BE49-F238E27FC236}">
                <a16:creationId xmlns:a16="http://schemas.microsoft.com/office/drawing/2014/main" id="{09935B61-CCB4-2F0F-6720-2DE3FDE1A05B}"/>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10" name="Title 1">
            <a:extLst>
              <a:ext uri="{FF2B5EF4-FFF2-40B4-BE49-F238E27FC236}">
                <a16:creationId xmlns:a16="http://schemas.microsoft.com/office/drawing/2014/main" id="{3F3BE6BB-D7C0-3C9B-44F9-5D564E48D8B6}"/>
              </a:ext>
            </a:extLst>
          </p:cNvPr>
          <p:cNvSpPr>
            <a:spLocks noGrp="1"/>
          </p:cNvSpPr>
          <p:nvPr>
            <p:ph type="title"/>
          </p:nvPr>
        </p:nvSpPr>
        <p:spPr>
          <a:xfrm>
            <a:off x="576000" y="311151"/>
            <a:ext cx="10101072" cy="7308850"/>
          </a:xfrm>
        </p:spPr>
        <p:txBody>
          <a:bodyPr/>
          <a:lstStyle>
            <a:lvl1pPr>
              <a:lnSpc>
                <a:spcPct val="100000"/>
              </a:lnSpc>
              <a:defRPr sz="84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4196795180"/>
      </p:ext>
    </p:extLst>
  </p:cSld>
  <p:clrMapOvr>
    <a:masterClrMapping/>
  </p:clrMapOvr>
  <p:transition spd="med"/>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1"/>
            <a:ext cx="24387175" cy="12195175"/>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pic>
        <p:nvPicPr>
          <p:cNvPr id="7" name="Picture 6" descr="IBM 8-bar logo">
            <a:extLst>
              <a:ext uri="{FF2B5EF4-FFF2-40B4-BE49-F238E27FC236}">
                <a16:creationId xmlns:a16="http://schemas.microsoft.com/office/drawing/2014/main" id="{B4B109D8-FCAE-74D0-0B39-85BF626C84C5}"/>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8" name="Text Placeholder 6">
            <a:extLst>
              <a:ext uri="{FF2B5EF4-FFF2-40B4-BE49-F238E27FC236}">
                <a16:creationId xmlns:a16="http://schemas.microsoft.com/office/drawing/2014/main" id="{A9FACBA3-656A-1C9D-A350-7759736DCC4B}"/>
              </a:ext>
            </a:extLst>
          </p:cNvPr>
          <p:cNvSpPr>
            <a:spLocks noGrp="1"/>
          </p:cNvSpPr>
          <p:nvPr>
            <p:ph type="body" sz="quarter" idx="12"/>
          </p:nvPr>
        </p:nvSpPr>
        <p:spPr>
          <a:xfrm>
            <a:off x="576000" y="12166599"/>
            <a:ext cx="4942455" cy="1074293"/>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5">
            <a:extLst>
              <a:ext uri="{FF2B5EF4-FFF2-40B4-BE49-F238E27FC236}">
                <a16:creationId xmlns:a16="http://schemas.microsoft.com/office/drawing/2014/main" id="{FA47F09F-F9D8-7B01-E53E-EE9451C6A6EB}"/>
              </a:ext>
            </a:extLst>
          </p:cNvPr>
          <p:cNvSpPr>
            <a:spLocks noGrp="1"/>
          </p:cNvSpPr>
          <p:nvPr>
            <p:ph type="body" sz="quarter" idx="13"/>
          </p:nvPr>
        </p:nvSpPr>
        <p:spPr>
          <a:xfrm>
            <a:off x="6671501" y="12166600"/>
            <a:ext cx="4947412" cy="1077014"/>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itle 1">
            <a:extLst>
              <a:ext uri="{FF2B5EF4-FFF2-40B4-BE49-F238E27FC236}">
                <a16:creationId xmlns:a16="http://schemas.microsoft.com/office/drawing/2014/main" id="{B8FFB679-F0FF-1DD1-8243-9D4ADEF3889F}"/>
              </a:ext>
            </a:extLst>
          </p:cNvPr>
          <p:cNvSpPr>
            <a:spLocks noGrp="1"/>
          </p:cNvSpPr>
          <p:nvPr>
            <p:ph type="title"/>
          </p:nvPr>
        </p:nvSpPr>
        <p:spPr>
          <a:xfrm>
            <a:off x="576000" y="311151"/>
            <a:ext cx="10101072" cy="7308850"/>
          </a:xfrm>
        </p:spPr>
        <p:txBody>
          <a:bodyPr/>
          <a:lstStyle>
            <a:lvl1pPr>
              <a:lnSpc>
                <a:spcPct val="100000"/>
              </a:lnSpc>
              <a:defRPr sz="84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1698670438"/>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E4F73B63-FCC7-DAFC-5E97-E0D29B2DBF2C}"/>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8" name="Title 1">
            <a:extLst>
              <a:ext uri="{FF2B5EF4-FFF2-40B4-BE49-F238E27FC236}">
                <a16:creationId xmlns:a16="http://schemas.microsoft.com/office/drawing/2014/main" id="{31EEBBCD-6628-78CD-1209-20B2834A647D}"/>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222487865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plain,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00" y="12479147"/>
            <a:ext cx="11038445" cy="762000"/>
          </a:xfrm>
        </p:spPr>
        <p:txBody>
          <a:bodyPr anchor="b"/>
          <a:lstStyle>
            <a:lvl1pPr>
              <a:lnSpc>
                <a:spcPct val="110000"/>
              </a:lnSpc>
              <a:spcBef>
                <a:spcPts val="0"/>
              </a:spcBef>
              <a:defRPr sz="2800">
                <a:solidFill>
                  <a:schemeClr val="tx1"/>
                </a:solidFill>
              </a:defRPr>
            </a:lvl1pPr>
          </a:lstStyle>
          <a:p>
            <a:pPr lvl="0"/>
            <a:r>
              <a:rPr lang="en-US"/>
              <a:t>Click to edit Master text styles</a:t>
            </a:r>
          </a:p>
        </p:txBody>
      </p:sp>
      <p:pic>
        <p:nvPicPr>
          <p:cNvPr id="4" name="Picture 3" descr="IBM 8-bar logo">
            <a:extLst>
              <a:ext uri="{FF2B5EF4-FFF2-40B4-BE49-F238E27FC236}">
                <a16:creationId xmlns:a16="http://schemas.microsoft.com/office/drawing/2014/main" id="{81A5AEF9-6465-6773-9724-1305F8245375}"/>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10" name="Title 1">
            <a:extLst>
              <a:ext uri="{FF2B5EF4-FFF2-40B4-BE49-F238E27FC236}">
                <a16:creationId xmlns:a16="http://schemas.microsoft.com/office/drawing/2014/main" id="{D0F40089-D6C5-B905-B7FE-24BFF3580F12}"/>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81717495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499" y="571499"/>
            <a:ext cx="11043132" cy="12578663"/>
          </a:xfrm>
          <a:solidFill>
            <a:srgbClr val="E0E0E0"/>
          </a:solidFill>
        </p:spPr>
        <p:txBody>
          <a:bodyPr anchor="ctr"/>
          <a:lstStyle>
            <a:lvl1pPr algn="ctr">
              <a:defRPr>
                <a:solidFill>
                  <a:schemeClr val="accent5"/>
                </a:solidFill>
              </a:defRPr>
            </a:lvl1pPr>
          </a:lstStyle>
          <a:p>
            <a:r>
              <a:rPr lang="en-US" dirty="0"/>
              <a:t>Place imagery here</a:t>
            </a:r>
          </a:p>
        </p:txBody>
      </p:sp>
      <p:pic>
        <p:nvPicPr>
          <p:cNvPr id="3" name="Picture 2" descr="IBM 8-bar logo">
            <a:extLst>
              <a:ext uri="{FF2B5EF4-FFF2-40B4-BE49-F238E27FC236}">
                <a16:creationId xmlns:a16="http://schemas.microsoft.com/office/drawing/2014/main" id="{5C99EA1F-50F2-8D44-9784-4C9D55555354}"/>
              </a:ext>
            </a:extLst>
          </p:cNvPr>
          <p:cNvPicPr>
            <a:picLocks noChangeAspect="1"/>
          </p:cNvPicPr>
          <p:nvPr userDrawn="1"/>
        </p:nvPicPr>
        <p:blipFill>
          <a:blip r:embed="rId2"/>
          <a:stretch>
            <a:fillRect/>
          </a:stretch>
        </p:blipFill>
        <p:spPr>
          <a:xfrm>
            <a:off x="580086" y="12577763"/>
            <a:ext cx="1538325" cy="572400"/>
          </a:xfrm>
          <a:prstGeom prst="rect">
            <a:avLst/>
          </a:prstGeom>
        </p:spPr>
      </p:pic>
      <p:sp>
        <p:nvSpPr>
          <p:cNvPr id="6" name="Title 1">
            <a:extLst>
              <a:ext uri="{FF2B5EF4-FFF2-40B4-BE49-F238E27FC236}">
                <a16:creationId xmlns:a16="http://schemas.microsoft.com/office/drawing/2014/main" id="{EC22CE22-4A72-C394-2534-3F9CEE594205}"/>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4152614004"/>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imagery, half,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00" y="576072"/>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00" y="1512000"/>
            <a:ext cx="10099675" cy="9147175"/>
          </a:xfrm>
        </p:spPr>
        <p:txBody>
          <a:bodyPr/>
          <a:lstStyle>
            <a:lvl1pPr>
              <a:lnSpc>
                <a:spcPct val="100000"/>
              </a:lnSpc>
              <a:defRPr sz="8400">
                <a:solidFill>
                  <a:schemeClr val="tx2"/>
                </a:solidFill>
              </a:defRPr>
            </a:lvl1pPr>
          </a:lstStyle>
          <a:p>
            <a:r>
              <a:rPr lang="en-US"/>
              <a:t>Click to edit Master title style</a:t>
            </a:r>
            <a:endParaRPr lang="en-US" dirty="0"/>
          </a:p>
        </p:txBody>
      </p:sp>
      <p:pic>
        <p:nvPicPr>
          <p:cNvPr id="3" name="Picture 2" descr="IBM 8-bar logo">
            <a:extLst>
              <a:ext uri="{FF2B5EF4-FFF2-40B4-BE49-F238E27FC236}">
                <a16:creationId xmlns:a16="http://schemas.microsoft.com/office/drawing/2014/main" id="{0A3BE97F-BB78-DA67-3A9B-B2FBFA0DFC6D}"/>
              </a:ext>
            </a:extLst>
          </p:cNvPr>
          <p:cNvPicPr>
            <a:picLocks noChangeAspect="1"/>
          </p:cNvPicPr>
          <p:nvPr userDrawn="1"/>
        </p:nvPicPr>
        <p:blipFill>
          <a:blip r:embed="rId2"/>
          <a:stretch>
            <a:fillRect/>
          </a:stretch>
        </p:blipFill>
        <p:spPr>
          <a:xfrm>
            <a:off x="580086" y="12577763"/>
            <a:ext cx="1538325" cy="572400"/>
          </a:xfrm>
          <a:prstGeom prst="rect">
            <a:avLst/>
          </a:prstGeom>
        </p:spPr>
      </p:pic>
      <p:sp>
        <p:nvSpPr>
          <p:cNvPr id="6" name="Picture Placeholder 6" descr="Place imagery here">
            <a:extLst>
              <a:ext uri="{FF2B5EF4-FFF2-40B4-BE49-F238E27FC236}">
                <a16:creationId xmlns:a16="http://schemas.microsoft.com/office/drawing/2014/main" id="{54AE768F-E6B1-F789-5E61-E59B3DBA779A}"/>
              </a:ext>
            </a:extLst>
          </p:cNvPr>
          <p:cNvSpPr>
            <a:spLocks noGrp="1"/>
          </p:cNvSpPr>
          <p:nvPr>
            <p:ph type="pic" sz="quarter" idx="12" hasCustomPrompt="1"/>
          </p:nvPr>
        </p:nvSpPr>
        <p:spPr>
          <a:xfrm>
            <a:off x="12763499" y="569913"/>
            <a:ext cx="11043132" cy="12580250"/>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3340209367"/>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4942078" cy="4210050"/>
          </a:xfrm>
        </p:spPr>
        <p:txBody>
          <a:bodyPr/>
          <a:lstStyle>
            <a:lvl1pPr>
              <a:lnSpc>
                <a:spcPct val="100000"/>
              </a:lnSpc>
              <a:defRPr sz="68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6675" y="574675"/>
            <a:ext cx="4953000" cy="11617318"/>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6" y="574675"/>
            <a:ext cx="4941888" cy="11620500"/>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76000" y="12816000"/>
            <a:ext cx="4956176" cy="381000"/>
          </a:xfrm>
        </p:spPr>
        <p:txBody>
          <a:bodyPr/>
          <a:lstStyle/>
          <a:p>
            <a:endParaRPr lang="en-US" dirty="0"/>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314303940"/>
      </p:ext>
    </p:extLst>
  </p:cSld>
  <p:clrMapOvr>
    <a:masterClrMapping/>
  </p:clrMapOvr>
  <p:transition spd="med"/>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11036491" cy="2663825"/>
          </a:xfrm>
        </p:spPr>
        <p:txBody>
          <a:bodyPr rIns="457200"/>
          <a:lstStyle>
            <a:lvl1pPr>
              <a:lnSpc>
                <a:spcPct val="100000"/>
              </a:lnSpc>
              <a:defRPr sz="6800">
                <a:solidFill>
                  <a:schemeClr val="tx2"/>
                </a:solidFill>
              </a:defRPr>
            </a:lvl1pPr>
          </a:lstStyle>
          <a:p>
            <a:r>
              <a:rPr lang="en-US"/>
              <a:t>Click to edit Master title style</a:t>
            </a:r>
            <a:endParaRPr lang="en-US" dirty="0"/>
          </a:p>
        </p:txBody>
      </p:sp>
      <p:sp>
        <p:nvSpPr>
          <p:cNvPr id="3" name="Footer Placeholder 3">
            <a:extLst>
              <a:ext uri="{FF2B5EF4-FFF2-40B4-BE49-F238E27FC236}">
                <a16:creationId xmlns:a16="http://schemas.microsoft.com/office/drawing/2014/main" id="{42F412B5-726F-373A-86F7-2FBA60F14014}"/>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6E2B1415-A9D9-645B-4DF0-7D16976DF72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572839104"/>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6000" y="309600"/>
            <a:ext cx="17141825" cy="8832850"/>
          </a:xfrm>
        </p:spPr>
        <p:txBody>
          <a:bodyPr/>
          <a:lstStyle>
            <a:lvl1pPr>
              <a:defRPr sz="16800" b="0" i="0">
                <a:solidFill>
                  <a:schemeClr val="tx2"/>
                </a:solidFill>
                <a:latin typeface="IBM Plex Sans ExtLt" panose="020B0303050203000203" pitchFamily="34" charset="0"/>
              </a:defRPr>
            </a:lvl1pPr>
          </a:lstStyle>
          <a:p>
            <a:r>
              <a:rPr lang="en-US"/>
              <a:t>Click to edit Master title style</a:t>
            </a:r>
            <a:endParaRPr lang="en-US" dirty="0"/>
          </a:p>
        </p:txBody>
      </p:sp>
      <p:sp>
        <p:nvSpPr>
          <p:cNvPr id="3" name="Footer Placeholder 3">
            <a:extLst>
              <a:ext uri="{FF2B5EF4-FFF2-40B4-BE49-F238E27FC236}">
                <a16:creationId xmlns:a16="http://schemas.microsoft.com/office/drawing/2014/main" id="{B98A3D4B-A3E1-0D38-F80E-1D86FCFA4DAE}"/>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3CF46425-C9F2-46CE-AAEE-89D8A19E0F2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201808370"/>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9909175" cy="4209670"/>
          </a:xfrm>
        </p:spPr>
        <p:txBody>
          <a:bodyPr/>
          <a:lstStyle>
            <a:lvl1pPr>
              <a:lnSpc>
                <a:spcPct val="100000"/>
              </a:lnSpc>
              <a:defRPr sz="6800">
                <a:solidFill>
                  <a:schemeClr val="tx2"/>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80000" y="384048"/>
            <a:ext cx="11042073" cy="8778494"/>
          </a:xfrm>
        </p:spPr>
        <p:txBody>
          <a:bodyPr/>
          <a:lstStyle>
            <a:lvl1pPr>
              <a:lnSpc>
                <a:spcPct val="100000"/>
              </a:lnSpc>
              <a:spcBef>
                <a:spcPts val="0"/>
              </a:spcBef>
              <a:defRPr sz="6800">
                <a:solidFill>
                  <a:schemeClr val="tx2"/>
                </a:solidFill>
              </a:defRPr>
            </a:lvl1pPr>
            <a:lvl2pPr marL="585216" indent="-585216">
              <a:lnSpc>
                <a:spcPct val="100000"/>
              </a:lnSpc>
              <a:spcBef>
                <a:spcPts val="0"/>
              </a:spcBef>
              <a:defRPr sz="6800">
                <a:solidFill>
                  <a:schemeClr val="tx2"/>
                </a:solidFill>
              </a:defRPr>
            </a:lvl2pPr>
            <a:lvl3pPr marL="1097280" indent="-585216">
              <a:lnSpc>
                <a:spcPct val="100000"/>
              </a:lnSpc>
              <a:spcBef>
                <a:spcPts val="0"/>
              </a:spcBef>
              <a:defRPr sz="6800">
                <a:solidFill>
                  <a:schemeClr val="tx2"/>
                </a:solidFill>
              </a:defRPr>
            </a:lvl3pPr>
            <a:lvl4pPr marL="1755648">
              <a:lnSpc>
                <a:spcPct val="100000"/>
              </a:lnSpc>
              <a:spcBef>
                <a:spcPts val="0"/>
              </a:spcBef>
              <a:defRPr sz="6800">
                <a:solidFill>
                  <a:schemeClr val="tx2"/>
                </a:solidFill>
              </a:defRPr>
            </a:lvl4pPr>
            <a:lvl5pPr>
              <a:lnSpc>
                <a:spcPct val="100000"/>
              </a:lnSpc>
              <a:spcBef>
                <a:spcPts val="0"/>
              </a:spcBef>
              <a:defRPr sz="64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20FC8337-4A61-6950-CEE5-DDB270D10746}"/>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F8F57643-D39B-662E-5D14-6D9BFA200F3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42206079"/>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3" name="Footer Placeholder 3">
            <a:extLst>
              <a:ext uri="{FF2B5EF4-FFF2-40B4-BE49-F238E27FC236}">
                <a16:creationId xmlns:a16="http://schemas.microsoft.com/office/drawing/2014/main" id="{949EB6B2-A4A6-F162-D0FE-417694FC70FD}"/>
              </a:ext>
            </a:extLst>
          </p:cNvPr>
          <p:cNvSpPr>
            <a:spLocks noGrp="1"/>
          </p:cNvSpPr>
          <p:nvPr>
            <p:ph type="ftr" sz="quarter" idx="18"/>
          </p:nvPr>
        </p:nvSpPr>
        <p:spPr>
          <a:xfrm>
            <a:off x="576000" y="12816000"/>
            <a:ext cx="4943476" cy="381000"/>
          </a:xfrm>
        </p:spPr>
        <p:txBody>
          <a:bodyPr/>
          <a:lstStyle/>
          <a:p>
            <a:endParaRPr lang="en-US" dirty="0"/>
          </a:p>
        </p:txBody>
      </p:sp>
      <p:sp>
        <p:nvSpPr>
          <p:cNvPr id="6" name="Slide Number">
            <a:extLst>
              <a:ext uri="{FF2B5EF4-FFF2-40B4-BE49-F238E27FC236}">
                <a16:creationId xmlns:a16="http://schemas.microsoft.com/office/drawing/2014/main" id="{4DAC6A96-E5C9-E8BD-2383-92616744093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9" name="Text Placeholder 8">
            <a:extLst>
              <a:ext uri="{FF2B5EF4-FFF2-40B4-BE49-F238E27FC236}">
                <a16:creationId xmlns:a16="http://schemas.microsoft.com/office/drawing/2014/main" id="{E0CC16BE-B09A-0C84-8A0B-5FE3F85FB19B}"/>
              </a:ext>
            </a:extLst>
          </p:cNvPr>
          <p:cNvSpPr>
            <a:spLocks noGrp="1"/>
          </p:cNvSpPr>
          <p:nvPr>
            <p:ph type="body" sz="quarter" idx="19"/>
          </p:nvPr>
        </p:nvSpPr>
        <p:spPr>
          <a:xfrm>
            <a:off x="576000" y="309600"/>
            <a:ext cx="14649450" cy="10356265"/>
          </a:xfrm>
        </p:spPr>
        <p:txBody>
          <a:bodyPr/>
          <a:lstStyle>
            <a:lvl1pPr>
              <a:lnSpc>
                <a:spcPct val="100000"/>
              </a:lnSpc>
              <a:defRPr sz="8400"/>
            </a:lvl1pPr>
          </a:lstStyle>
          <a:p>
            <a:pPr lvl="0"/>
            <a:r>
              <a:rPr lang="en-US"/>
              <a:t>Click to edit Master text styles</a:t>
            </a:r>
          </a:p>
        </p:txBody>
      </p:sp>
    </p:spTree>
    <p:extLst>
      <p:ext uri="{BB962C8B-B14F-4D97-AF65-F5344CB8AC3E}">
        <p14:creationId xmlns:p14="http://schemas.microsoft.com/office/powerpoint/2010/main" val="1471603199"/>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00" y="576072"/>
            <a:ext cx="7623175" cy="7043928"/>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00" y="9628222"/>
            <a:ext cx="11050588" cy="3353065"/>
          </a:xfrm>
        </p:spPr>
        <p:txBody>
          <a:bodyPr anchor="b"/>
          <a:lstStyle>
            <a:lvl1pPr>
              <a:lnSpc>
                <a:spcPct val="90000"/>
              </a:lnSpc>
              <a:spcBef>
                <a:spcPts val="0"/>
              </a:spcBef>
              <a:defRPr sz="25200" b="0" i="0">
                <a:solidFill>
                  <a:schemeClr val="accent1"/>
                </a:solidFill>
                <a:latin typeface="IBM Plex Sans ExtLt" panose="020B0303050203000203" pitchFamily="34" charset="0"/>
              </a:defRPr>
            </a:lvl1pPr>
          </a:lstStyle>
          <a:p>
            <a:r>
              <a:rPr lang="en-US" dirty="0"/>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a:cxnSpLocks/>
          </p:cNvCxnSpPr>
          <p:nvPr userDrawn="1"/>
        </p:nvCxnSpPr>
        <p:spPr bwMode="auto">
          <a:xfrm>
            <a:off x="12193587" y="569913"/>
            <a:ext cx="0" cy="1162526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80000" y="576072"/>
            <a:ext cx="7620000" cy="7043928"/>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80000" y="9628222"/>
            <a:ext cx="11049000" cy="3354293"/>
          </a:xfrm>
        </p:spPr>
        <p:txBody>
          <a:bodyPr anchor="b"/>
          <a:lstStyle>
            <a:lvl1pPr>
              <a:lnSpc>
                <a:spcPct val="90000"/>
              </a:lnSpc>
              <a:spcBef>
                <a:spcPts val="0"/>
              </a:spcBef>
              <a:defRPr sz="25200" b="0" i="0">
                <a:solidFill>
                  <a:schemeClr val="accent1"/>
                </a:solidFill>
                <a:latin typeface="IBM Plex Sans ExtLt" panose="020B0303050203000203" pitchFamily="34" charset="0"/>
              </a:defRPr>
            </a:lvl1pPr>
          </a:lstStyle>
          <a:p>
            <a:r>
              <a:rPr lang="en-US" dirty="0"/>
              <a:t>+00%</a:t>
            </a:r>
          </a:p>
        </p:txBody>
      </p:sp>
      <p:sp>
        <p:nvSpPr>
          <p:cNvPr id="2" name="Footer Placeholder 3">
            <a:extLst>
              <a:ext uri="{FF2B5EF4-FFF2-40B4-BE49-F238E27FC236}">
                <a16:creationId xmlns:a16="http://schemas.microsoft.com/office/drawing/2014/main" id="{21A64AF3-E67B-E80B-A5D3-6B3533C87F91}"/>
              </a:ext>
            </a:extLst>
          </p:cNvPr>
          <p:cNvSpPr>
            <a:spLocks noGrp="1"/>
          </p:cNvSpPr>
          <p:nvPr>
            <p:ph type="ftr" sz="quarter" idx="18"/>
          </p:nvPr>
        </p:nvSpPr>
        <p:spPr>
          <a:xfrm>
            <a:off x="576000" y="12816000"/>
            <a:ext cx="4956176" cy="381000"/>
          </a:xfrm>
        </p:spPr>
        <p:txBody>
          <a:bodyPr/>
          <a:lstStyle/>
          <a:p>
            <a:endParaRPr lang="en-US" dirty="0"/>
          </a:p>
        </p:txBody>
      </p:sp>
      <p:sp>
        <p:nvSpPr>
          <p:cNvPr id="5" name="Slide Number">
            <a:extLst>
              <a:ext uri="{FF2B5EF4-FFF2-40B4-BE49-F238E27FC236}">
                <a16:creationId xmlns:a16="http://schemas.microsoft.com/office/drawing/2014/main" id="{28C4F134-9B5D-407C-F525-B2FC25B7B5CD}"/>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447478196"/>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5200"/>
            <a:ext cx="4951413" cy="1907912"/>
          </a:xfrm>
        </p:spPr>
        <p:txBody>
          <a:bodyPr/>
          <a:lstStyle>
            <a:lvl1pPr>
              <a:lnSpc>
                <a:spcPct val="90000"/>
              </a:lnSpc>
              <a:defRPr sz="13200">
                <a:solidFill>
                  <a:schemeClr val="accent1"/>
                </a:solidFill>
              </a:defRPr>
            </a:lvl1pPr>
            <a:lvl2pPr marL="0" indent="0">
              <a:buNone/>
              <a:defRPr/>
            </a:lvl2pPr>
          </a:lstStyle>
          <a:p>
            <a:pPr lvl="0"/>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7"/>
            <a:ext cx="4951413"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80000" y="385200"/>
            <a:ext cx="4949825" cy="1906588"/>
          </a:xfrm>
        </p:spPr>
        <p:txBody>
          <a:bodyPr/>
          <a:lstStyle>
            <a:lvl1pPr>
              <a:lnSpc>
                <a:spcPct val="90000"/>
              </a:lnSpc>
              <a:defRPr sz="13200">
                <a:solidFill>
                  <a:schemeClr val="accent1"/>
                </a:solidFill>
              </a:defRPr>
            </a:lvl1pPr>
          </a:lstStyle>
          <a:p>
            <a:pPr lvl="0"/>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80000" y="2334654"/>
            <a:ext cx="4953000"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0" y="385200"/>
            <a:ext cx="4949825" cy="1903413"/>
          </a:xfrm>
        </p:spPr>
        <p:txBody>
          <a:bodyPr/>
          <a:lstStyle>
            <a:lvl1pPr>
              <a:lnSpc>
                <a:spcPct val="90000"/>
              </a:lnSpc>
              <a:defRPr sz="13200">
                <a:solidFill>
                  <a:schemeClr val="accent1"/>
                </a:solidFill>
              </a:defRPr>
            </a:lvl1pPr>
          </a:lstStyle>
          <a:p>
            <a:pPr lvl="0"/>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500" y="2333067"/>
            <a:ext cx="4953000"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70675" y="1205865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856FFD0-F317-D3D7-DE9D-AA1F4AB27EEB}"/>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899D670E-69CE-BB86-FB88-291343BDEE2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08336805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0" y="6594475"/>
            <a:ext cx="11045952" cy="5340096"/>
          </a:xfrm>
        </p:spPr>
        <p:txBody>
          <a:bodyPr/>
          <a:lstStyle>
            <a:lvl1pPr>
              <a:lnSpc>
                <a:spcPct val="100000"/>
              </a:lnSpc>
              <a:spcBef>
                <a:spcPts val="0"/>
              </a:spcBef>
              <a:defRPr sz="8400">
                <a:solidFill>
                  <a:schemeClr val="tx1"/>
                </a:solidFill>
              </a:defRPr>
            </a:lvl1pPr>
            <a:lvl2pPr marL="786384" indent="-786384">
              <a:lnSpc>
                <a:spcPct val="100000"/>
              </a:lnSpc>
              <a:spcBef>
                <a:spcPts val="0"/>
              </a:spcBef>
              <a:defRPr sz="8400">
                <a:solidFill>
                  <a:schemeClr val="tx1"/>
                </a:solidFill>
              </a:defRPr>
            </a:lvl2pPr>
            <a:lvl3pPr marL="1499616" indent="-786384">
              <a:lnSpc>
                <a:spcPct val="100000"/>
              </a:lnSpc>
              <a:spcBef>
                <a:spcPts val="0"/>
              </a:spcBef>
              <a:defRPr sz="8400">
                <a:solidFill>
                  <a:schemeClr val="tx1"/>
                </a:solidFill>
              </a:defRPr>
            </a:lvl3pPr>
            <a:lvl4pPr marL="2286000" indent="-786384">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6000" y="309600"/>
            <a:ext cx="4949825" cy="5335586"/>
          </a:xfrm>
        </p:spPr>
        <p:txBody>
          <a:bodyPr/>
          <a:lstStyle>
            <a:lvl1pPr>
              <a:lnSpc>
                <a:spcPct val="100000"/>
              </a:lnSpc>
              <a:defRPr sz="8400">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0" y="309600"/>
            <a:ext cx="11049000" cy="5335587"/>
          </a:xfrm>
        </p:spPr>
        <p:txBody>
          <a:bodyPr/>
          <a:lstStyle>
            <a:lvl1pPr>
              <a:lnSpc>
                <a:spcPct val="100000"/>
              </a:lnSpc>
              <a:spcBef>
                <a:spcPts val="0"/>
              </a:spcBef>
              <a:defRPr sz="8400">
                <a:solidFill>
                  <a:schemeClr val="tx1"/>
                </a:solidFill>
              </a:defRPr>
            </a:lvl1pPr>
            <a:lvl2pPr marL="786384" indent="-786384">
              <a:lnSpc>
                <a:spcPct val="100000"/>
              </a:lnSpc>
              <a:spcBef>
                <a:spcPts val="0"/>
              </a:spcBef>
              <a:defRPr sz="8400">
                <a:solidFill>
                  <a:schemeClr val="tx1"/>
                </a:solidFill>
              </a:defRPr>
            </a:lvl2pPr>
            <a:lvl3pPr marL="1499616" indent="-786384">
              <a:lnSpc>
                <a:spcPct val="100000"/>
              </a:lnSpc>
              <a:spcBef>
                <a:spcPts val="0"/>
              </a:spcBef>
              <a:defRPr sz="8400">
                <a:solidFill>
                  <a:schemeClr val="tx1"/>
                </a:solidFill>
              </a:defRPr>
            </a:lvl3pPr>
            <a:lvl4pPr marL="2286000" indent="-786384">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a:cxnSpLocks/>
          </p:cNvCxnSpPr>
          <p:nvPr userDrawn="1"/>
        </p:nvCxnSpPr>
        <p:spPr bwMode="auto">
          <a:xfrm>
            <a:off x="577850" y="6097732"/>
            <a:ext cx="232346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6000" y="6594475"/>
            <a:ext cx="4946904" cy="5340096"/>
          </a:xfrm>
        </p:spPr>
        <p:txBody>
          <a:bodyPr/>
          <a:lstStyle>
            <a:lvl1pPr>
              <a:lnSpc>
                <a:spcPct val="100000"/>
              </a:lnSpc>
              <a:defRPr sz="8400">
                <a:solidFill>
                  <a:schemeClr val="accent1"/>
                </a:solidFill>
              </a:defRPr>
            </a:lvl1pPr>
            <a:lvl2pPr>
              <a:lnSpc>
                <a:spcPct val="100000"/>
              </a:lnSpc>
              <a:defRPr sz="8600">
                <a:solidFill>
                  <a:schemeClr val="accent1"/>
                </a:solidFill>
              </a:defRPr>
            </a:lvl2pPr>
            <a:lvl3pPr>
              <a:lnSpc>
                <a:spcPct val="100000"/>
              </a:lnSpc>
              <a:defRPr sz="8600">
                <a:solidFill>
                  <a:schemeClr val="accent1"/>
                </a:solidFill>
              </a:defRPr>
            </a:lvl3pPr>
            <a:lvl4pPr>
              <a:lnSpc>
                <a:spcPct val="100000"/>
              </a:lnSpc>
              <a:defRPr sz="8600">
                <a:solidFill>
                  <a:schemeClr val="accent1"/>
                </a:solidFill>
              </a:defRPr>
            </a:lvl4pPr>
            <a:lvl5pPr>
              <a:lnSpc>
                <a:spcPct val="100000"/>
              </a:lnSpc>
              <a:defRPr sz="8600">
                <a:solidFill>
                  <a:schemeClr val="accent1"/>
                </a:solidFill>
              </a:defRPr>
            </a:lvl5pPr>
          </a:lstStyle>
          <a:p>
            <a:pPr lvl="0"/>
            <a:r>
              <a:rPr lang="en-US" dirty="0"/>
              <a:t>+000M</a:t>
            </a:r>
          </a:p>
        </p:txBody>
      </p:sp>
      <p:sp>
        <p:nvSpPr>
          <p:cNvPr id="4" name="Footer Placeholder 3">
            <a:extLst>
              <a:ext uri="{FF2B5EF4-FFF2-40B4-BE49-F238E27FC236}">
                <a16:creationId xmlns:a16="http://schemas.microsoft.com/office/drawing/2014/main" id="{7B9ABB71-218D-3F6E-E3F7-5348FD395D22}"/>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B77BD92D-3A6C-2396-61D4-51D7CC5B1C0A}"/>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74764434"/>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4048"/>
            <a:ext cx="4951413" cy="2859087"/>
          </a:xfrm>
        </p:spPr>
        <p:txBody>
          <a:bodyPr/>
          <a:lstStyle>
            <a:lvl1pPr>
              <a:lnSpc>
                <a:spcPct val="90000"/>
              </a:lnSpc>
              <a:defRPr sz="13200">
                <a:solidFill>
                  <a:schemeClr val="accent1"/>
                </a:solidFill>
              </a:defRPr>
            </a:lvl1pPr>
            <a:lvl2pPr marL="0" indent="0">
              <a:buNone/>
              <a:defRPr/>
            </a:lvl2pPr>
          </a:lstStyle>
          <a:p>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2897"/>
            <a:ext cx="7620000" cy="2859087"/>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6667500" y="457517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957821"/>
            <a:ext cx="4951413" cy="2857506"/>
          </a:xfrm>
        </p:spPr>
        <p:txBody>
          <a:bodyPr/>
          <a:lstStyle>
            <a:lvl1pPr>
              <a:lnSpc>
                <a:spcPct val="90000"/>
              </a:lnSpc>
              <a:defRPr sz="13200">
                <a:solidFill>
                  <a:schemeClr val="accent1"/>
                </a:solidFill>
              </a:defRPr>
            </a:lvl1pPr>
          </a:lstStyle>
          <a:p>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5125969"/>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6667500" y="914082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1" y="9526645"/>
            <a:ext cx="4951411" cy="2668530"/>
          </a:xfrm>
        </p:spPr>
        <p:txBody>
          <a:bodyPr/>
          <a:lstStyle>
            <a:lvl1pPr>
              <a:lnSpc>
                <a:spcPct val="90000"/>
              </a:lnSpc>
              <a:defRPr sz="13200">
                <a:solidFill>
                  <a:schemeClr val="accent1"/>
                </a:solidFill>
              </a:defRPr>
            </a:lvl1pPr>
          </a:lstStyle>
          <a:p>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9670409"/>
            <a:ext cx="7620000" cy="252476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5865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495C3AC-E4B9-F837-204B-FF01953D40BE}"/>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22119C11-B0BD-168C-0C07-D70B259D3906}"/>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656111609"/>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2078"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00" y="3047999"/>
            <a:ext cx="4956175"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5" y="3047999"/>
            <a:ext cx="4951413"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2675"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2D830AE7-F6A6-A339-0B24-876A9554C9E3}"/>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31A616C3-34A8-1D7A-67C9-8B76F2D30BD0}"/>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261313497"/>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70675" y="576072"/>
            <a:ext cx="4956175" cy="1525587"/>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6096000" y="3044825"/>
            <a:ext cx="0" cy="91454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12188952"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18288000"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Footer Placeholder 3">
            <a:extLst>
              <a:ext uri="{FF2B5EF4-FFF2-40B4-BE49-F238E27FC236}">
                <a16:creationId xmlns:a16="http://schemas.microsoft.com/office/drawing/2014/main" id="{9A5E154F-497D-F356-4526-C17B1B098AC9}"/>
              </a:ext>
            </a:extLst>
          </p:cNvPr>
          <p:cNvSpPr>
            <a:spLocks noGrp="1"/>
          </p:cNvSpPr>
          <p:nvPr userDrawn="1">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A3714515-3CA1-0F75-0503-3208A09DFA76}"/>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0" name="Text Placeholder 4">
            <a:extLst>
              <a:ext uri="{FF2B5EF4-FFF2-40B4-BE49-F238E27FC236}">
                <a16:creationId xmlns:a16="http://schemas.microsoft.com/office/drawing/2014/main" id="{4B531E36-2064-83A6-3D5A-E40E324F8495}"/>
              </a:ext>
            </a:extLst>
          </p:cNvPr>
          <p:cNvSpPr>
            <a:spLocks noGrp="1"/>
          </p:cNvSpPr>
          <p:nvPr userDrawn="1">
            <p:ph type="body" sz="quarter" idx="11"/>
          </p:nvPr>
        </p:nvSpPr>
        <p:spPr>
          <a:xfrm>
            <a:off x="582422" y="3047999"/>
            <a:ext cx="4956175"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70587680-FBD6-A326-93E3-B3437A4124A3}"/>
              </a:ext>
            </a:extLst>
          </p:cNvPr>
          <p:cNvSpPr>
            <a:spLocks noGrp="1"/>
          </p:cNvSpPr>
          <p:nvPr userDrawn="1">
            <p:ph type="body" sz="quarter" idx="12"/>
          </p:nvPr>
        </p:nvSpPr>
        <p:spPr>
          <a:xfrm>
            <a:off x="6670675" y="3047999"/>
            <a:ext cx="4951413"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8">
            <a:extLst>
              <a:ext uri="{FF2B5EF4-FFF2-40B4-BE49-F238E27FC236}">
                <a16:creationId xmlns:a16="http://schemas.microsoft.com/office/drawing/2014/main" id="{CAE80882-A798-33A6-BF3F-DF9C75646C23}"/>
              </a:ext>
            </a:extLst>
          </p:cNvPr>
          <p:cNvSpPr>
            <a:spLocks noGrp="1"/>
          </p:cNvSpPr>
          <p:nvPr userDrawn="1">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10">
            <a:extLst>
              <a:ext uri="{FF2B5EF4-FFF2-40B4-BE49-F238E27FC236}">
                <a16:creationId xmlns:a16="http://schemas.microsoft.com/office/drawing/2014/main" id="{1809E051-5EDC-532B-0D86-AA9349AAA053}"/>
              </a:ext>
            </a:extLst>
          </p:cNvPr>
          <p:cNvSpPr>
            <a:spLocks noGrp="1"/>
          </p:cNvSpPr>
          <p:nvPr userDrawn="1">
            <p:ph type="body" sz="quarter" idx="14"/>
          </p:nvPr>
        </p:nvSpPr>
        <p:spPr>
          <a:xfrm>
            <a:off x="18862675"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52310234"/>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047999"/>
            <a:ext cx="4951413" cy="9156701"/>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2"/>
            <a:ext cx="4953000"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8000"/>
            <a:ext cx="4953000" cy="91567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3D7A0E74-695D-C6F5-07CD-01209D58A70A}"/>
              </a:ext>
            </a:extLst>
          </p:cNvPr>
          <p:cNvCxnSpPr>
            <a:cxnSpLocks/>
          </p:cNvCxnSpPr>
          <p:nvPr userDrawn="1"/>
        </p:nvCxnSpPr>
        <p:spPr bwMode="auto">
          <a:xfrm>
            <a:off x="12188952"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descr="Vertical column divider">
            <a:extLst>
              <a:ext uri="{FF2B5EF4-FFF2-40B4-BE49-F238E27FC236}">
                <a16:creationId xmlns:a16="http://schemas.microsoft.com/office/drawing/2014/main" id="{19E1AC9A-B000-435B-E4BC-54B09FB7957C}"/>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userDrawn="1">
            <p:ph type="body" sz="quarter" idx="17"/>
          </p:nvPr>
        </p:nvSpPr>
        <p:spPr>
          <a:xfrm>
            <a:off x="18859500" y="576072"/>
            <a:ext cx="4959350"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userDrawn="1">
            <p:ph type="body" sz="quarter" idx="14"/>
          </p:nvPr>
        </p:nvSpPr>
        <p:spPr>
          <a:xfrm>
            <a:off x="18859500" y="3048000"/>
            <a:ext cx="4959350" cy="91567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6C3F2C39-1D80-7B1C-F53D-B11D6327AF07}"/>
              </a:ext>
            </a:extLst>
          </p:cNvPr>
          <p:cNvSpPr>
            <a:spLocks noGrp="1"/>
          </p:cNvSpPr>
          <p:nvPr userDrawn="1">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56961C62-D766-8A68-1FA3-BF6BE095543D}"/>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599707034"/>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2" y="576072"/>
            <a:ext cx="4949825" cy="2097087"/>
          </a:xfrm>
        </p:spPr>
        <p:txBody>
          <a:bodyPr/>
          <a:lstStyle>
            <a:lvl1pPr>
              <a:lnSpc>
                <a:spcPct val="110000"/>
              </a:lnSpc>
              <a:defRPr sz="24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00" y="3048000"/>
            <a:ext cx="4942078" cy="4578350"/>
          </a:xfrm>
        </p:spPr>
        <p:txBody>
          <a:bodyPr/>
          <a:lstStyle>
            <a:lvl1pPr>
              <a:lnSpc>
                <a:spcPct val="100000"/>
              </a:lnSpc>
              <a:spcBef>
                <a:spcPts val="0"/>
              </a:spcBef>
              <a:defRPr sz="3600">
                <a:solidFill>
                  <a:schemeClr val="tx1"/>
                </a:solidFill>
              </a:defRPr>
            </a:lvl1pPr>
          </a:lstStyle>
          <a:p>
            <a:pPr lvl="0"/>
            <a:r>
              <a:rPr lang="en-US"/>
              <a:t>Click to edit Master text styles</a:t>
            </a:r>
          </a:p>
        </p:txBody>
      </p: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76072"/>
            <a:ext cx="1216152" cy="1216152"/>
          </a:xfrm>
        </p:spPr>
        <p:txBody>
          <a:bodyPr anchor="ctr"/>
          <a:lstStyle>
            <a:lvl1pPr algn="ctr">
              <a:defRPr sz="1600">
                <a:solidFill>
                  <a:schemeClr val="tx1"/>
                </a:solidFill>
              </a:defRPr>
            </a:lvl1pPr>
          </a:lstStyle>
          <a:p>
            <a:r>
              <a:rPr lang="en-US" dirty="0"/>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70675" y="3047999"/>
            <a:ext cx="4951413" cy="915352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80000" y="576072"/>
            <a:ext cx="1216152" cy="1216152"/>
          </a:xfrm>
        </p:spPr>
        <p:txBody>
          <a:bodyPr anchor="ctr"/>
          <a:lstStyle>
            <a:lvl1pPr algn="ctr">
              <a:defRPr sz="1600">
                <a:solidFill>
                  <a:schemeClr val="tx1"/>
                </a:solidFill>
              </a:defRPr>
            </a:lvl1pPr>
          </a:lstStyle>
          <a:p>
            <a:r>
              <a:rPr lang="en-US" dirty="0"/>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80000" y="3047999"/>
            <a:ext cx="4942120" cy="9153524"/>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0" y="576072"/>
            <a:ext cx="1216152" cy="1216152"/>
          </a:xfrm>
        </p:spPr>
        <p:txBody>
          <a:bodyPr anchor="ctr"/>
          <a:lstStyle>
            <a:lvl1pPr algn="ctr">
              <a:defRPr sz="1600">
                <a:solidFill>
                  <a:schemeClr val="tx1"/>
                </a:solidFill>
              </a:defRPr>
            </a:lvl1pPr>
          </a:lstStyle>
          <a:p>
            <a:r>
              <a:rPr lang="en-US" dirty="0"/>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62677" y="3047999"/>
            <a:ext cx="4941886" cy="915352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8C59ECBB-8567-F0FF-2B81-7CCA543AC3AF}"/>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193F0BFF-6925-3869-6436-5F209217E4E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3EC1ADC5-863A-1C19-32F5-F71459CCBF15}"/>
              </a:ext>
            </a:extLst>
          </p:cNvPr>
          <p:cNvCxnSpPr>
            <a:cxnSpLocks/>
          </p:cNvCxnSpPr>
          <p:nvPr userDrawn="1"/>
        </p:nvCxnSpPr>
        <p:spPr bwMode="auto">
          <a:xfrm>
            <a:off x="6096000" y="570103"/>
            <a:ext cx="0" cy="1163142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descr="Vertical column divider">
            <a:extLst>
              <a:ext uri="{FF2B5EF4-FFF2-40B4-BE49-F238E27FC236}">
                <a16:creationId xmlns:a16="http://schemas.microsoft.com/office/drawing/2014/main" id="{72E1DB67-171C-F7FE-B9F6-5778755FF746}"/>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descr="Vertical column divider">
            <a:extLst>
              <a:ext uri="{FF2B5EF4-FFF2-40B4-BE49-F238E27FC236}">
                <a16:creationId xmlns:a16="http://schemas.microsoft.com/office/drawing/2014/main" id="{6EF3DAE3-95FD-80AD-F6F4-79B5745FA451}"/>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95899409"/>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384048"/>
            <a:ext cx="4942078" cy="3117978"/>
          </a:xfrm>
        </p:spPr>
        <p:txBody>
          <a:bodyPr/>
          <a:lstStyle>
            <a:lvl1pPr>
              <a:lnSpc>
                <a:spcPct val="100000"/>
              </a:lnSpc>
              <a:defRPr sz="6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2" y="384048"/>
            <a:ext cx="4951414" cy="2201269"/>
          </a:xfrm>
        </p:spPr>
        <p:txBody>
          <a:bodyPr/>
          <a:lstStyle>
            <a:lvl1pPr>
              <a:lnSpc>
                <a:spcPct val="100000"/>
              </a:lnSpc>
              <a:spcBef>
                <a:spcPts val="0"/>
              </a:spcBef>
              <a:defRPr sz="6800">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9153" y="3047999"/>
            <a:ext cx="4951413" cy="9153525"/>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5153" y="3047999"/>
            <a:ext cx="10096500" cy="9153525"/>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FC93AC5E-9451-FF93-87DD-889A48A00DD1}"/>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D1F6E83E-BB80-D71A-7819-884C0CD4799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553649678"/>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00" y="576072"/>
            <a:ext cx="7424927" cy="19065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00" y="3047999"/>
            <a:ext cx="10099675" cy="915352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80000" y="3047999"/>
            <a:ext cx="10096500" cy="915352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9E836C4-97D9-E198-E7C4-C2E94BADE6BD}"/>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A861A72C-9D4B-8178-79CE-382DDE87CD24}"/>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74945124"/>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384048"/>
            <a:ext cx="11036491" cy="4210177"/>
          </a:xfrm>
        </p:spPr>
        <p:txBody>
          <a:bodyPr rIns="457200"/>
          <a:lstStyle>
            <a:lvl1pPr>
              <a:lnSpc>
                <a:spcPct val="100000"/>
              </a:lnSpc>
              <a:defRPr sz="6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6675" y="576071"/>
            <a:ext cx="4949825" cy="1161910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71"/>
            <a:ext cx="4941888" cy="1161910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A8BE2778-A9AA-3756-3479-C4A6DD4F0F00}"/>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31D49C41-81F4-5A73-2F6D-EF2D5E383721}"/>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559821703"/>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576072"/>
            <a:ext cx="4942078" cy="3995927"/>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80000" y="576000"/>
            <a:ext cx="4953000" cy="116220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00"/>
            <a:ext cx="4941888" cy="116220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B9B0455-A1CF-B58E-3124-86D0B0DD2BB2}"/>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964E5562-E403-533D-BEAD-AB50713ED183}"/>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204956051"/>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384048"/>
            <a:ext cx="11039476" cy="4210176"/>
          </a:xfrm>
        </p:spPr>
        <p:txBody>
          <a:bodyPr rIns="457200"/>
          <a:lstStyle>
            <a:lvl1pPr>
              <a:lnSpc>
                <a:spcPct val="100000"/>
              </a:lnSpc>
              <a:defRPr sz="6800">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9"/>
            <a:ext cx="4953000" cy="9153524"/>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196BE21-C69D-85CB-EE77-49D2E4993A04}"/>
              </a:ext>
            </a:extLst>
          </p:cNvPr>
          <p:cNvSpPr>
            <a:spLocks noGrp="1"/>
          </p:cNvSpPr>
          <p:nvPr>
            <p:ph type="ftr" sz="quarter" idx="20"/>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DBB179B0-7DF8-112C-BC38-B65090C6DD68}"/>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77170831"/>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576072"/>
            <a:ext cx="4949826" cy="3995927"/>
          </a:xfrm>
        </p:spPr>
        <p:txBody>
          <a:bodyPr rIns="0"/>
          <a:lstStyle>
            <a:lvl1pPr>
              <a:lnSpc>
                <a:spcPct val="110000"/>
              </a:lnSpc>
              <a:defRPr sz="2800">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62675" y="576072"/>
            <a:ext cx="4942078"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2FA1770-E046-DD8F-9F28-19D80D1D67C2}"/>
              </a:ext>
            </a:extLst>
          </p:cNvPr>
          <p:cNvSpPr>
            <a:spLocks noGrp="1"/>
          </p:cNvSpPr>
          <p:nvPr>
            <p:ph type="ftr" sz="quarter" idx="20"/>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91ADA982-549A-4D2D-490A-DE5610A50878}"/>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629240754"/>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384048"/>
            <a:ext cx="4949825" cy="4210177"/>
          </a:xfrm>
        </p:spPr>
        <p:txBody>
          <a:bodyPr/>
          <a:lstStyle>
            <a:lvl1pPr>
              <a:lnSpc>
                <a:spcPct val="100000"/>
              </a:lnSpc>
              <a:defRPr sz="6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1" y="384048"/>
            <a:ext cx="4956175" cy="3110583"/>
          </a:xfrm>
        </p:spPr>
        <p:txBody>
          <a:bodyPr/>
          <a:lstStyle>
            <a:lvl1pPr>
              <a:lnSpc>
                <a:spcPct val="100000"/>
              </a:lnSpc>
              <a:spcBef>
                <a:spcPts val="0"/>
              </a:spcBef>
              <a:defRPr sz="6800">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5" y="3016790"/>
            <a:ext cx="4951413" cy="9188588"/>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80000" y="576072"/>
            <a:ext cx="1216152" cy="1214462"/>
          </a:xfrm>
        </p:spPr>
        <p:txBody>
          <a:bodyPr anchor="ctr"/>
          <a:lstStyle>
            <a:lvl1pPr algn="ctr">
              <a:defRPr sz="1600">
                <a:solidFill>
                  <a:schemeClr val="tx1"/>
                </a:solidFill>
              </a:defRPr>
            </a:lvl1pPr>
          </a:lstStyle>
          <a:p>
            <a:r>
              <a:rPr lang="en-US" dirty="0"/>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4" cy="1216152"/>
          </a:xfrm>
        </p:spPr>
        <p:txBody>
          <a:bodyPr anchor="ctr"/>
          <a:lstStyle>
            <a:lvl1pPr algn="ctr">
              <a:defRPr sz="1600">
                <a:solidFill>
                  <a:schemeClr val="tx1"/>
                </a:solidFill>
              </a:defRPr>
            </a:lvl1pPr>
          </a:lstStyle>
          <a:p>
            <a:r>
              <a:rPr lang="en-US" dirty="0"/>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7E14D98-D346-214C-0437-7A0B4A7F3F06}"/>
              </a:ext>
            </a:extLst>
          </p:cNvPr>
          <p:cNvSpPr>
            <a:spLocks noGrp="1"/>
          </p:cNvSpPr>
          <p:nvPr>
            <p:ph type="ftr" sz="quarter" idx="18"/>
          </p:nvPr>
        </p:nvSpPr>
        <p:spPr>
          <a:xfrm>
            <a:off x="581024" y="12823285"/>
            <a:ext cx="4956176" cy="381000"/>
          </a:xfrm>
        </p:spPr>
        <p:txBody>
          <a:bodyPr/>
          <a:lstStyle/>
          <a:p>
            <a:endParaRPr lang="en-US" dirty="0"/>
          </a:p>
        </p:txBody>
      </p:sp>
      <p:sp>
        <p:nvSpPr>
          <p:cNvPr id="10" name="Slide Number">
            <a:extLst>
              <a:ext uri="{FF2B5EF4-FFF2-40B4-BE49-F238E27FC236}">
                <a16:creationId xmlns:a16="http://schemas.microsoft.com/office/drawing/2014/main" id="{8CDC5D22-5EFB-A82A-2192-76A569B4B0D5}"/>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8" name="Straight Connector 7" descr="Vertical column divider">
            <a:extLst>
              <a:ext uri="{FF2B5EF4-FFF2-40B4-BE49-F238E27FC236}">
                <a16:creationId xmlns:a16="http://schemas.microsoft.com/office/drawing/2014/main" id="{75E2B956-D8A8-9075-0842-BD0DAFFD412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BE2C4D34-A499-856F-2ED0-C6A511B884A1}"/>
              </a:ext>
            </a:extLst>
          </p:cNvPr>
          <p:cNvCxnSpPr>
            <a:cxnSpLocks/>
          </p:cNvCxnSpPr>
          <p:nvPr userDrawn="1"/>
        </p:nvCxnSpPr>
        <p:spPr bwMode="auto">
          <a:xfrm>
            <a:off x="18288000"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33412524"/>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dirty="0"/>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2" y="2478024"/>
            <a:ext cx="6670675"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80000" y="576072"/>
            <a:ext cx="1216152" cy="1216152"/>
          </a:xfrm>
        </p:spPr>
        <p:txBody>
          <a:bodyPr anchor="ctr"/>
          <a:lstStyle>
            <a:lvl1pPr algn="ctr">
              <a:defRPr sz="1600"/>
            </a:lvl1pPr>
          </a:lstStyle>
          <a:p>
            <a:r>
              <a:rPr lang="en-US" dirty="0"/>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80000" y="2476500"/>
            <a:ext cx="6675120"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a:cxnSpLocks/>
          </p:cNvCxnSpPr>
          <p:nvPr userDrawn="1"/>
        </p:nvCxnSpPr>
        <p:spPr bwMode="auto">
          <a:xfrm>
            <a:off x="576072" y="6096000"/>
            <a:ext cx="23236428"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1"/>
            <a:ext cx="1216152" cy="1216152"/>
          </a:xfrm>
        </p:spPr>
        <p:txBody>
          <a:bodyPr anchor="ctr"/>
          <a:lstStyle>
            <a:lvl1pPr algn="ctr">
              <a:defRPr sz="1600"/>
            </a:lvl1pPr>
          </a:lstStyle>
          <a:p>
            <a:r>
              <a:rPr lang="en-US" dirty="0"/>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2" y="8385048"/>
            <a:ext cx="6670676"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80000" y="6477000"/>
            <a:ext cx="1216152" cy="1216152"/>
          </a:xfrm>
        </p:spPr>
        <p:txBody>
          <a:bodyPr anchor="ctr"/>
          <a:lstStyle>
            <a:lvl1pPr algn="ctr">
              <a:defRPr sz="1600"/>
            </a:lvl1pPr>
          </a:lstStyle>
          <a:p>
            <a:r>
              <a:rPr lang="en-US" dirty="0"/>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80000" y="8382000"/>
            <a:ext cx="6675120"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FC9DA86-6E63-7EF1-DAC1-73040332758F}"/>
              </a:ext>
            </a:extLst>
          </p:cNvPr>
          <p:cNvSpPr>
            <a:spLocks noGrp="1"/>
          </p:cNvSpPr>
          <p:nvPr>
            <p:ph type="ftr" sz="quarter" idx="19"/>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BE7CD285-42F9-CF03-AB5C-1DC86205FBC3}"/>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E664AD27-CDB8-1E16-6F0A-1A4FF8BD97F5}"/>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80496384"/>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p:spPr>
        <p:txBody>
          <a:bodyPr/>
          <a:lstStyle>
            <a:lvl1pPr>
              <a:defRPr sz="28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1524000"/>
            <a:ext cx="4948428" cy="3048000"/>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70433241"/>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p:spPr>
        <p:txBody>
          <a:bodyPr/>
          <a:lstStyle>
            <a:lvl1pPr>
              <a:defRPr sz="2800">
                <a:solidFill>
                  <a:schemeClr val="tx2"/>
                </a:solidFill>
              </a:defRPr>
            </a:lvl1pPr>
          </a:lstStyle>
          <a:p>
            <a:pPr lvl="0"/>
            <a:r>
              <a:rPr lang="en-US"/>
              <a:t>Click to edit Master text styles</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 name="Title 1">
            <a:extLst>
              <a:ext uri="{FF2B5EF4-FFF2-40B4-BE49-F238E27FC236}">
                <a16:creationId xmlns:a16="http://schemas.microsoft.com/office/drawing/2014/main" id="{8009016F-5759-0B27-8DB2-77BDD7980942}"/>
              </a:ext>
            </a:extLst>
          </p:cNvPr>
          <p:cNvSpPr>
            <a:spLocks noGrp="1"/>
          </p:cNvSpPr>
          <p:nvPr>
            <p:ph type="title"/>
          </p:nvPr>
        </p:nvSpPr>
        <p:spPr>
          <a:xfrm>
            <a:off x="576000" y="1523872"/>
            <a:ext cx="11044239" cy="4572128"/>
          </a:xfrm>
        </p:spPr>
        <p:txBody>
          <a:bodyPr rIns="457200"/>
          <a:lstStyle>
            <a:lvl1pPr>
              <a:lnSpc>
                <a:spcPct val="110000"/>
              </a:lnSpc>
              <a:defRPr sz="68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3092975277"/>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576000" y="576072"/>
            <a:ext cx="4942078" cy="3995928"/>
          </a:xfrm>
        </p:spPr>
        <p:txBody>
          <a:bodyPr/>
          <a:lstStyle>
            <a:lvl1pPr>
              <a:defRPr sz="280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2954362297"/>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00" y="384048"/>
            <a:ext cx="11036994" cy="4210177"/>
          </a:xfrm>
        </p:spPr>
        <p:txBody>
          <a:bodyPr rIns="457200"/>
          <a:lstStyle>
            <a:lvl1pPr>
              <a:lnSpc>
                <a:spcPct val="100000"/>
              </a:lnSpc>
              <a:defRPr sz="6800">
                <a:solidFill>
                  <a:schemeClr val="tx2"/>
                </a:solidFill>
              </a:defRPr>
            </a:lvl1pPr>
          </a:lstStyle>
          <a:p>
            <a:r>
              <a:rPr lang="en-US"/>
              <a:t>Click to edit Master title style</a:t>
            </a:r>
            <a:endParaRPr lang="en-US" dirty="0"/>
          </a:p>
        </p:txBody>
      </p:sp>
      <p:sp>
        <p:nvSpPr>
          <p:cNvPr id="3" name="Footer Placeholder 3">
            <a:extLst>
              <a:ext uri="{FF2B5EF4-FFF2-40B4-BE49-F238E27FC236}">
                <a16:creationId xmlns:a16="http://schemas.microsoft.com/office/drawing/2014/main" id="{A61589D3-5821-F43C-9924-D7FBDD5E84A5}"/>
              </a:ext>
            </a:extLst>
          </p:cNvPr>
          <p:cNvSpPr>
            <a:spLocks noGrp="1"/>
          </p:cNvSpPr>
          <p:nvPr>
            <p:ph type="ftr" sz="quarter" idx="18"/>
          </p:nvPr>
        </p:nvSpPr>
        <p:spPr>
          <a:xfrm>
            <a:off x="581024" y="12823285"/>
            <a:ext cx="4956176" cy="381000"/>
          </a:xfrm>
        </p:spPr>
        <p:txBody>
          <a:bodyPr/>
          <a:lstStyle/>
          <a:p>
            <a:endParaRPr lang="en-US" dirty="0"/>
          </a:p>
        </p:txBody>
      </p:sp>
      <p:sp>
        <p:nvSpPr>
          <p:cNvPr id="6" name="Slide Number">
            <a:extLst>
              <a:ext uri="{FF2B5EF4-FFF2-40B4-BE49-F238E27FC236}">
                <a16:creationId xmlns:a16="http://schemas.microsoft.com/office/drawing/2014/main" id="{9EA471B4-B30A-F4D7-84E4-C54A4D1ACDB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 name="Text Placeholder 10">
            <a:extLst>
              <a:ext uri="{FF2B5EF4-FFF2-40B4-BE49-F238E27FC236}">
                <a16:creationId xmlns:a16="http://schemas.microsoft.com/office/drawing/2014/main" id="{C5CEBFE7-AD2E-DFE8-B046-3B866828612E}"/>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0">
            <a:extLst>
              <a:ext uri="{FF2B5EF4-FFF2-40B4-BE49-F238E27FC236}">
                <a16:creationId xmlns:a16="http://schemas.microsoft.com/office/drawing/2014/main" id="{42695C8E-740F-09FE-EEF5-F2D3F3F88137}"/>
              </a:ext>
            </a:extLst>
          </p:cNvPr>
          <p:cNvSpPr>
            <a:spLocks noGrp="1"/>
          </p:cNvSpPr>
          <p:nvPr>
            <p:ph type="body" sz="quarter" idx="12"/>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10">
            <a:extLst>
              <a:ext uri="{FF2B5EF4-FFF2-40B4-BE49-F238E27FC236}">
                <a16:creationId xmlns:a16="http://schemas.microsoft.com/office/drawing/2014/main" id="{59937119-9484-C422-CDBB-7ACF8FB463EA}"/>
              </a:ext>
            </a:extLst>
          </p:cNvPr>
          <p:cNvSpPr>
            <a:spLocks noGrp="1"/>
          </p:cNvSpPr>
          <p:nvPr>
            <p:ph type="body" sz="quarter" idx="13"/>
          </p:nvPr>
        </p:nvSpPr>
        <p:spPr>
          <a:xfrm>
            <a:off x="1276776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031FDB97-22F2-B958-137D-E25328D2B01D}"/>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457828484"/>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399592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6415" y="576071"/>
            <a:ext cx="4956048"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1"/>
            <a:ext cx="4956048"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1"/>
            <a:ext cx="4946904"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06DFE032-E717-840D-774E-AC6218CA01A8}"/>
              </a:ext>
            </a:extLst>
          </p:cNvPr>
          <p:cNvSpPr>
            <a:spLocks noGrp="1"/>
          </p:cNvSpPr>
          <p:nvPr>
            <p:ph type="ftr" sz="quarter" idx="22"/>
          </p:nvPr>
        </p:nvSpPr>
        <p:spPr>
          <a:xfrm>
            <a:off x="581024" y="12823285"/>
            <a:ext cx="4956176" cy="381000"/>
          </a:xfrm>
        </p:spPr>
        <p:txBody>
          <a:bodyPr/>
          <a:lstStyle/>
          <a:p>
            <a:endParaRPr lang="en-US" dirty="0"/>
          </a:p>
        </p:txBody>
      </p:sp>
      <p:sp>
        <p:nvSpPr>
          <p:cNvPr id="7" name="Slide Number">
            <a:extLst>
              <a:ext uri="{FF2B5EF4-FFF2-40B4-BE49-F238E27FC236}">
                <a16:creationId xmlns:a16="http://schemas.microsoft.com/office/drawing/2014/main" id="{219EFD5E-874A-DCAB-55D5-D376C79F2C6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6" name="Text Placeholder 10">
            <a:extLst>
              <a:ext uri="{FF2B5EF4-FFF2-40B4-BE49-F238E27FC236}">
                <a16:creationId xmlns:a16="http://schemas.microsoft.com/office/drawing/2014/main" id="{0813F20A-BEE4-B8A6-B7C6-A452A39FAD7F}"/>
              </a:ext>
            </a:extLst>
          </p:cNvPr>
          <p:cNvSpPr>
            <a:spLocks noGrp="1"/>
          </p:cNvSpPr>
          <p:nvPr>
            <p:ph type="body" sz="quarter" idx="12"/>
          </p:nvPr>
        </p:nvSpPr>
        <p:spPr>
          <a:xfrm>
            <a:off x="6666415" y="6673850"/>
            <a:ext cx="4956048"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150973AC-ED14-F5BF-FFA2-3AA73BE9F47C}"/>
              </a:ext>
            </a:extLst>
          </p:cNvPr>
          <p:cNvSpPr>
            <a:spLocks noGrp="1"/>
          </p:cNvSpPr>
          <p:nvPr>
            <p:ph type="body" sz="quarter" idx="13"/>
          </p:nvPr>
        </p:nvSpPr>
        <p:spPr>
          <a:xfrm>
            <a:off x="12763500" y="6673850"/>
            <a:ext cx="4956048"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10">
            <a:extLst>
              <a:ext uri="{FF2B5EF4-FFF2-40B4-BE49-F238E27FC236}">
                <a16:creationId xmlns:a16="http://schemas.microsoft.com/office/drawing/2014/main" id="{BE127C12-10BF-D35C-4112-2B9F89481529}"/>
              </a:ext>
            </a:extLst>
          </p:cNvPr>
          <p:cNvSpPr>
            <a:spLocks noGrp="1"/>
          </p:cNvSpPr>
          <p:nvPr>
            <p:ph type="body" sz="quarter" idx="14"/>
          </p:nvPr>
        </p:nvSpPr>
        <p:spPr>
          <a:xfrm>
            <a:off x="18859499" y="6673850"/>
            <a:ext cx="4946904"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56056091"/>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00" y="576072"/>
            <a:ext cx="4949825" cy="399592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2"/>
            <a:ext cx="402336" cy="403225"/>
          </a:xfrm>
        </p:spPr>
        <p:txBody>
          <a:bodyPr/>
          <a:lstStyle>
            <a:lvl1pPr>
              <a:defRPr sz="1400">
                <a:solidFill>
                  <a:schemeClr val="tx1"/>
                </a:solidFill>
              </a:defRPr>
            </a:lvl1pPr>
          </a:lstStyle>
          <a:p>
            <a:r>
              <a:rPr lang="en-US" dirty="0"/>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499" y="1524000"/>
            <a:ext cx="4956048" cy="399910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80000" y="576072"/>
            <a:ext cx="402336" cy="403225"/>
          </a:xfrm>
        </p:spPr>
        <p:txBody>
          <a:bodyPr/>
          <a:lstStyle>
            <a:lvl1pPr>
              <a:defRPr sz="1400">
                <a:solidFill>
                  <a:schemeClr val="tx1"/>
                </a:solidFill>
              </a:defRPr>
            </a:lvl1pPr>
          </a:lstStyle>
          <a:p>
            <a:r>
              <a:rPr lang="en-US" dirty="0"/>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80000" y="1524000"/>
            <a:ext cx="4953000" cy="399910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1" y="576072"/>
            <a:ext cx="402336" cy="403225"/>
          </a:xfrm>
        </p:spPr>
        <p:txBody>
          <a:bodyPr/>
          <a:lstStyle>
            <a:lvl1pPr>
              <a:defRPr sz="1400">
                <a:solidFill>
                  <a:schemeClr val="tx1"/>
                </a:solidFill>
              </a:defRPr>
            </a:lvl1pPr>
          </a:lstStyle>
          <a:p>
            <a:r>
              <a:rPr lang="en-US" dirty="0"/>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523999"/>
            <a:ext cx="4946904" cy="3999099"/>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5"/>
          </a:xfrm>
        </p:spPr>
        <p:txBody>
          <a:bodyPr/>
          <a:lstStyle>
            <a:lvl1pPr>
              <a:defRPr sz="1400">
                <a:solidFill>
                  <a:schemeClr val="tx1"/>
                </a:solidFill>
              </a:defRPr>
            </a:lvl1pPr>
          </a:lstStyle>
          <a:p>
            <a:r>
              <a:rPr lang="en-US" dirty="0"/>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499" y="7623594"/>
            <a:ext cx="4956048" cy="399829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80000" y="6694631"/>
            <a:ext cx="402336" cy="403225"/>
          </a:xfrm>
        </p:spPr>
        <p:txBody>
          <a:bodyPr/>
          <a:lstStyle>
            <a:lvl1pPr>
              <a:defRPr sz="1400">
                <a:solidFill>
                  <a:schemeClr val="tx1"/>
                </a:solidFill>
              </a:defRPr>
            </a:lvl1pPr>
          </a:lstStyle>
          <a:p>
            <a:r>
              <a:rPr lang="en-US" dirty="0"/>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80000" y="7623594"/>
            <a:ext cx="4956048" cy="3998291"/>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1" y="6694631"/>
            <a:ext cx="402336" cy="403225"/>
          </a:xfrm>
        </p:spPr>
        <p:txBody>
          <a:bodyPr/>
          <a:lstStyle>
            <a:lvl1pPr>
              <a:defRPr sz="1400">
                <a:solidFill>
                  <a:schemeClr val="tx1"/>
                </a:solidFill>
              </a:defRPr>
            </a:lvl1pPr>
          </a:lstStyle>
          <a:p>
            <a:r>
              <a:rPr lang="en-US" dirty="0"/>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623594"/>
            <a:ext cx="4946904" cy="3998287"/>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56C9A7FC-6BA2-EF1D-18D5-F605D8C7C003}"/>
              </a:ext>
            </a:extLst>
          </p:cNvPr>
          <p:cNvSpPr>
            <a:spLocks noGrp="1"/>
          </p:cNvSpPr>
          <p:nvPr>
            <p:ph type="ftr" sz="quarter" idx="23"/>
          </p:nvPr>
        </p:nvSpPr>
        <p:spPr>
          <a:xfrm>
            <a:off x="576000" y="12816000"/>
            <a:ext cx="4956176" cy="381000"/>
          </a:xfrm>
        </p:spPr>
        <p:txBody>
          <a:bodyPr/>
          <a:lstStyle/>
          <a:p>
            <a:endParaRPr lang="en-US" dirty="0"/>
          </a:p>
        </p:txBody>
      </p:sp>
      <p:sp>
        <p:nvSpPr>
          <p:cNvPr id="12" name="Slide Number">
            <a:extLst>
              <a:ext uri="{FF2B5EF4-FFF2-40B4-BE49-F238E27FC236}">
                <a16:creationId xmlns:a16="http://schemas.microsoft.com/office/drawing/2014/main" id="{C0294F07-890E-B2F9-0CAD-1B5AFB7648AB}"/>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0E795639-6102-AB6C-5918-29F86236BFD2}"/>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descr="Vertical column divider">
            <a:extLst>
              <a:ext uri="{FF2B5EF4-FFF2-40B4-BE49-F238E27FC236}">
                <a16:creationId xmlns:a16="http://schemas.microsoft.com/office/drawing/2014/main" id="{357E5319-53C7-E291-189E-B5A9A71EC85F}"/>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C5786CF5-FEFB-F111-90C8-4410630FD7A3}"/>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54205542"/>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384048"/>
            <a:ext cx="11039475" cy="3413126"/>
          </a:xfrm>
        </p:spPr>
        <p:txBody>
          <a:bodyPr rIns="457200"/>
          <a:lstStyle>
            <a:lvl1pPr>
              <a:lnSpc>
                <a:spcPct val="100000"/>
              </a:lnSpc>
              <a:defRPr sz="68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userDrawn="1">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6096000" y="6096000"/>
            <a:ext cx="0" cy="6099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Footer Placeholder 3">
            <a:extLst>
              <a:ext uri="{FF2B5EF4-FFF2-40B4-BE49-F238E27FC236}">
                <a16:creationId xmlns:a16="http://schemas.microsoft.com/office/drawing/2014/main" id="{59A0B1DF-AF8B-38B3-B47C-60722DFBF162}"/>
              </a:ext>
            </a:extLst>
          </p:cNvPr>
          <p:cNvSpPr>
            <a:spLocks noGrp="1"/>
          </p:cNvSpPr>
          <p:nvPr userDrawn="1">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EFD38FC2-A92F-D3A8-74D5-CE6E95D9C133}"/>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5" name="Straight Connector 4" descr="Vertical column divider">
            <a:extLst>
              <a:ext uri="{FF2B5EF4-FFF2-40B4-BE49-F238E27FC236}">
                <a16:creationId xmlns:a16="http://schemas.microsoft.com/office/drawing/2014/main" id="{A5B6E0FE-2F6F-9D77-9834-2DF9E13E226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10">
            <a:extLst>
              <a:ext uri="{FF2B5EF4-FFF2-40B4-BE49-F238E27FC236}">
                <a16:creationId xmlns:a16="http://schemas.microsoft.com/office/drawing/2014/main" id="{022E65FD-CDEF-1AA2-2521-5B200BF4B6BD}"/>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10">
            <a:extLst>
              <a:ext uri="{FF2B5EF4-FFF2-40B4-BE49-F238E27FC236}">
                <a16:creationId xmlns:a16="http://schemas.microsoft.com/office/drawing/2014/main" id="{83C43A7A-FFA5-D00F-7BEB-AA5C5DA6FB8E}"/>
              </a:ext>
            </a:extLst>
          </p:cNvPr>
          <p:cNvSpPr>
            <a:spLocks noGrp="1"/>
          </p:cNvSpPr>
          <p:nvPr>
            <p:ph type="body" sz="quarter" idx="19"/>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6558C27E-CF79-F761-3827-DA392178DC8E}"/>
              </a:ext>
            </a:extLst>
          </p:cNvPr>
          <p:cNvSpPr>
            <a:spLocks noGrp="1"/>
          </p:cNvSpPr>
          <p:nvPr>
            <p:ph type="body" sz="quarter" idx="20"/>
          </p:nvPr>
        </p:nvSpPr>
        <p:spPr>
          <a:xfrm>
            <a:off x="1278000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C0BF9C6F-22AC-2FF0-D8C9-37373CDEB3A5}"/>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84512172"/>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576072"/>
            <a:ext cx="4949825" cy="3413126"/>
          </a:xfrm>
        </p:spPr>
        <p:txBody>
          <a:bodyPr rIns="0"/>
          <a:lstStyle>
            <a:lvl1pPr>
              <a:lnSpc>
                <a:spcPct val="110000"/>
              </a:lnSpc>
              <a:defRPr sz="36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C192388-DAC3-247F-4457-03A65F8CDF36}"/>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72D75691-23B7-FADC-4357-CB3662EB377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5" name="Straight Connector 4" descr="Vertical column divider">
            <a:extLst>
              <a:ext uri="{FF2B5EF4-FFF2-40B4-BE49-F238E27FC236}">
                <a16:creationId xmlns:a16="http://schemas.microsoft.com/office/drawing/2014/main" id="{CB17488F-3B5A-CD3F-8D89-787477C1F946}"/>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Horizontal row divider">
            <a:extLst>
              <a:ext uri="{FF2B5EF4-FFF2-40B4-BE49-F238E27FC236}">
                <a16:creationId xmlns:a16="http://schemas.microsoft.com/office/drawing/2014/main" id="{7B2108DD-FE3A-F98C-D857-CDFA3DAD9666}"/>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Vertical column divider">
            <a:extLst>
              <a:ext uri="{FF2B5EF4-FFF2-40B4-BE49-F238E27FC236}">
                <a16:creationId xmlns:a16="http://schemas.microsoft.com/office/drawing/2014/main" id="{03D0E68D-02AF-474A-3224-FF5108D23382}"/>
              </a:ext>
              <a:ext uri="{C183D7F6-B498-43B3-948B-1728B52AA6E4}">
                <adec:decorative xmlns:adec="http://schemas.microsoft.com/office/drawing/2017/decorative" val="0"/>
              </a:ext>
            </a:extLst>
          </p:cNvPr>
          <p:cNvCxnSpPr>
            <a:cxnSpLocks/>
          </p:cNvCxnSpPr>
          <p:nvPr userDrawn="1"/>
        </p:nvCxnSpPr>
        <p:spPr bwMode="auto">
          <a:xfrm>
            <a:off x="6096000" y="6083300"/>
            <a:ext cx="0" cy="61118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5600EFDE-928F-B419-8585-5582A68373F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0">
            <a:extLst>
              <a:ext uri="{FF2B5EF4-FFF2-40B4-BE49-F238E27FC236}">
                <a16:creationId xmlns:a16="http://schemas.microsoft.com/office/drawing/2014/main" id="{5C1B1885-0510-1907-4EAD-DB9018C133E5}"/>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Text Placeholder 10">
            <a:extLst>
              <a:ext uri="{FF2B5EF4-FFF2-40B4-BE49-F238E27FC236}">
                <a16:creationId xmlns:a16="http://schemas.microsoft.com/office/drawing/2014/main" id="{5804D2DB-0651-E704-D761-49FB6352B7C3}"/>
              </a:ext>
            </a:extLst>
          </p:cNvPr>
          <p:cNvSpPr>
            <a:spLocks noGrp="1"/>
          </p:cNvSpPr>
          <p:nvPr>
            <p:ph type="body" sz="quarter" idx="19"/>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0">
            <a:extLst>
              <a:ext uri="{FF2B5EF4-FFF2-40B4-BE49-F238E27FC236}">
                <a16:creationId xmlns:a16="http://schemas.microsoft.com/office/drawing/2014/main" id="{9900EBA3-CCC2-CE83-A620-B68ADAF8371C}"/>
              </a:ext>
            </a:extLst>
          </p:cNvPr>
          <p:cNvSpPr>
            <a:spLocks noGrp="1"/>
          </p:cNvSpPr>
          <p:nvPr>
            <p:ph type="body" sz="quarter" idx="20"/>
          </p:nvPr>
        </p:nvSpPr>
        <p:spPr>
          <a:xfrm>
            <a:off x="1278000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Text Placeholder 10">
            <a:extLst>
              <a:ext uri="{FF2B5EF4-FFF2-40B4-BE49-F238E27FC236}">
                <a16:creationId xmlns:a16="http://schemas.microsoft.com/office/drawing/2014/main" id="{FAB4091C-FF62-7BAF-B996-F22392D5E709}"/>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71212167"/>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46904"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70675" y="3041649"/>
            <a:ext cx="4951413"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76073"/>
            <a:ext cx="11041253" cy="12571602"/>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Footer Placeholder 3">
            <a:extLst>
              <a:ext uri="{FF2B5EF4-FFF2-40B4-BE49-F238E27FC236}">
                <a16:creationId xmlns:a16="http://schemas.microsoft.com/office/drawing/2014/main" id="{765F8DDE-78BD-E2B6-1CAB-2A9EF14E9F71}"/>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3224836230"/>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00" y="3041649"/>
            <a:ext cx="4956175"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0" y="0"/>
            <a:ext cx="18291175" cy="13716000"/>
          </a:xfrm>
          <a:solidFill>
            <a:srgbClr val="E0E0E0"/>
          </a:solidFill>
        </p:spPr>
        <p:txBody>
          <a:bodyPr anchor="ctr"/>
          <a:lstStyle>
            <a:lvl1pPr algn="ctr">
              <a:defRPr>
                <a:solidFill>
                  <a:schemeClr val="accent5"/>
                </a:solidFill>
              </a:defRPr>
            </a:lvl1pPr>
          </a:lstStyle>
          <a:p>
            <a:r>
              <a:rPr lang="en-US" dirty="0"/>
              <a:t>Place imagery here</a:t>
            </a:r>
          </a:p>
        </p:txBody>
      </p:sp>
      <p:sp>
        <p:nvSpPr>
          <p:cNvPr id="5" name="Footer Placeholder 3">
            <a:extLst>
              <a:ext uri="{FF2B5EF4-FFF2-40B4-BE49-F238E27FC236}">
                <a16:creationId xmlns:a16="http://schemas.microsoft.com/office/drawing/2014/main" id="{7B09C899-A6D4-3826-EAB8-A75F78607CE3}"/>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BEB46264-65A0-272C-CC19-DCA9B586608B}"/>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830154425"/>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56175"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71500"/>
            <a:ext cx="17137063" cy="12579350"/>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Footer Placeholder 3">
            <a:extLst>
              <a:ext uri="{FF2B5EF4-FFF2-40B4-BE49-F238E27FC236}">
                <a16:creationId xmlns:a16="http://schemas.microsoft.com/office/drawing/2014/main" id="{547D5110-D587-CC11-18F6-FEB7AA2D7851}"/>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2327768506"/>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1" y="0"/>
            <a:ext cx="24387174" cy="13715999"/>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Slide Number">
            <a:extLst>
              <a:ext uri="{FF2B5EF4-FFF2-40B4-BE49-F238E27FC236}">
                <a16:creationId xmlns:a16="http://schemas.microsoft.com/office/drawing/2014/main" id="{8A69D316-0792-83BD-3912-71CDE3BB681F}"/>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066270910"/>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77850" y="571500"/>
            <a:ext cx="23226713" cy="12579349"/>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7694905"/>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7" name="Picture Placeholder 7" descr="Place bio portrait here">
            <a:extLst>
              <a:ext uri="{FF2B5EF4-FFF2-40B4-BE49-F238E27FC236}">
                <a16:creationId xmlns:a16="http://schemas.microsoft.com/office/drawing/2014/main" id="{0B1677E6-5066-100D-29D6-CCAD04C21BCE}"/>
              </a:ext>
            </a:extLst>
          </p:cNvPr>
          <p:cNvSpPr>
            <a:spLocks noGrp="1"/>
          </p:cNvSpPr>
          <p:nvPr>
            <p:ph type="pic" sz="quarter" idx="28" hasCustomPrompt="1"/>
          </p:nvPr>
        </p:nvSpPr>
        <p:spPr>
          <a:xfrm>
            <a:off x="576000" y="3044825"/>
            <a:ext cx="2462402" cy="2476500"/>
          </a:xfrm>
          <a:solidFill>
            <a:srgbClr val="E0E0E0"/>
          </a:solidFill>
        </p:spPr>
        <p:txBody>
          <a:bodyPr anchor="ctr"/>
          <a:lstStyle>
            <a:lvl1pPr algn="ctr">
              <a:defRPr>
                <a:solidFill>
                  <a:schemeClr val="accent5"/>
                </a:solidFill>
              </a:defRPr>
            </a:lvl1pPr>
          </a:lstStyle>
          <a:p>
            <a:r>
              <a:rPr lang="en-US" dirty="0"/>
              <a:t>Place imagery here</a:t>
            </a:r>
          </a:p>
        </p:txBody>
      </p:sp>
      <p:sp>
        <p:nvSpPr>
          <p:cNvPr id="13" name="Picture Placeholder 7" descr="Place bio portrait here">
            <a:extLst>
              <a:ext uri="{FF2B5EF4-FFF2-40B4-BE49-F238E27FC236}">
                <a16:creationId xmlns:a16="http://schemas.microsoft.com/office/drawing/2014/main" id="{3DCE12BA-53E1-8B67-A029-029F1E6F9163}"/>
              </a:ext>
            </a:extLst>
          </p:cNvPr>
          <p:cNvSpPr>
            <a:spLocks noGrp="1"/>
          </p:cNvSpPr>
          <p:nvPr>
            <p:ph type="pic" sz="quarter" idx="30" hasCustomPrompt="1"/>
          </p:nvPr>
        </p:nvSpPr>
        <p:spPr>
          <a:xfrm>
            <a:off x="576000" y="6096000"/>
            <a:ext cx="2462402"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5" name="Picture Placeholder 7" descr="Place bio portrait here">
            <a:extLst>
              <a:ext uri="{FF2B5EF4-FFF2-40B4-BE49-F238E27FC236}">
                <a16:creationId xmlns:a16="http://schemas.microsoft.com/office/drawing/2014/main" id="{05E149CA-A25F-74EE-93DF-1A877CDE924F}"/>
              </a:ext>
            </a:extLst>
          </p:cNvPr>
          <p:cNvSpPr>
            <a:spLocks noGrp="1"/>
          </p:cNvSpPr>
          <p:nvPr>
            <p:ph type="pic" sz="quarter" idx="32" hasCustomPrompt="1"/>
          </p:nvPr>
        </p:nvSpPr>
        <p:spPr>
          <a:xfrm>
            <a:off x="576000" y="9140825"/>
            <a:ext cx="2462402"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5" name="Picture Placeholder 7" descr="Place bio portrait here">
            <a:extLst>
              <a:ext uri="{FF2B5EF4-FFF2-40B4-BE49-F238E27FC236}">
                <a16:creationId xmlns:a16="http://schemas.microsoft.com/office/drawing/2014/main" id="{AAC7C1AD-0F8C-4D02-0112-981444AFE98D}"/>
              </a:ext>
            </a:extLst>
          </p:cNvPr>
          <p:cNvSpPr>
            <a:spLocks noGrp="1"/>
          </p:cNvSpPr>
          <p:nvPr>
            <p:ph type="pic" sz="quarter" idx="34" hasCustomPrompt="1"/>
          </p:nvPr>
        </p:nvSpPr>
        <p:spPr>
          <a:xfrm>
            <a:off x="12780000" y="3044825"/>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7" name="Picture Placeholder 7" descr="Place bio portrait here">
            <a:extLst>
              <a:ext uri="{FF2B5EF4-FFF2-40B4-BE49-F238E27FC236}">
                <a16:creationId xmlns:a16="http://schemas.microsoft.com/office/drawing/2014/main" id="{22271FFB-E2D1-459B-4089-A291A1110AE8}"/>
              </a:ext>
            </a:extLst>
          </p:cNvPr>
          <p:cNvSpPr>
            <a:spLocks noGrp="1"/>
          </p:cNvSpPr>
          <p:nvPr>
            <p:ph type="pic" sz="quarter" idx="36" hasCustomPrompt="1"/>
          </p:nvPr>
        </p:nvSpPr>
        <p:spPr>
          <a:xfrm>
            <a:off x="12780000" y="6096000"/>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9" name="Picture Placeholder 7" descr="Place bio portrait here">
            <a:extLst>
              <a:ext uri="{FF2B5EF4-FFF2-40B4-BE49-F238E27FC236}">
                <a16:creationId xmlns:a16="http://schemas.microsoft.com/office/drawing/2014/main" id="{F3C99020-5BF1-8A8C-BDCB-42766A5B9BE5}"/>
              </a:ext>
            </a:extLst>
          </p:cNvPr>
          <p:cNvSpPr>
            <a:spLocks noGrp="1"/>
          </p:cNvSpPr>
          <p:nvPr>
            <p:ph type="pic" sz="quarter" idx="38" hasCustomPrompt="1"/>
          </p:nvPr>
        </p:nvSpPr>
        <p:spPr>
          <a:xfrm>
            <a:off x="12780000" y="9140825"/>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0" y="3044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0" y="6096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0" y="9140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5" y="3044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5" y="6096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5" y="9140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D4D4C25-96EE-FF6D-B301-962CD7A63666}"/>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DA0E5B0D-36A0-4281-7D57-C2CC4453113C}"/>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936719277"/>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3"/>
            <a:ext cx="4949825" cy="399592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76000"/>
            <a:ext cx="17145000" cy="11623675"/>
          </a:xfrm>
        </p:spPr>
        <p:txBody>
          <a:bodyPr anchor="ctr"/>
          <a:lstStyle>
            <a:lvl1pPr algn="ctr">
              <a:defRPr>
                <a:solidFill>
                  <a:schemeClr val="tx1"/>
                </a:solidFill>
              </a:defRPr>
            </a:lvl1pPr>
          </a:lstStyle>
          <a:p>
            <a:r>
              <a:rPr lang="en-US"/>
              <a:t>Click icon to add table</a:t>
            </a:r>
            <a:endParaRPr lang="en-US" dirty="0"/>
          </a:p>
        </p:txBody>
      </p:sp>
      <p:sp>
        <p:nvSpPr>
          <p:cNvPr id="3" name="Footer Placeholder 3">
            <a:extLst>
              <a:ext uri="{FF2B5EF4-FFF2-40B4-BE49-F238E27FC236}">
                <a16:creationId xmlns:a16="http://schemas.microsoft.com/office/drawing/2014/main" id="{3694FFFD-5196-625E-C3FC-9AB6BB13FC34}"/>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DD2D25A8-2AEC-F554-8D58-47C112486D41}"/>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8229029"/>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1527049"/>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0" name="Text Placeholder 9">
            <a:extLst>
              <a:ext uri="{FF2B5EF4-FFF2-40B4-BE49-F238E27FC236}">
                <a16:creationId xmlns:a16="http://schemas.microsoft.com/office/drawing/2014/main" id="{BDFFC916-9B64-A7DC-672D-A4AFA1AE968C}"/>
              </a:ext>
            </a:extLst>
          </p:cNvPr>
          <p:cNvSpPr>
            <a:spLocks noGrp="1"/>
          </p:cNvSpPr>
          <p:nvPr>
            <p:ph type="body" sz="quarter" idx="13" hasCustomPrompt="1"/>
          </p:nvPr>
        </p:nvSpPr>
        <p:spPr>
          <a:xfrm>
            <a:off x="6667500" y="12782487"/>
            <a:ext cx="5524500" cy="425450"/>
          </a:xfrm>
        </p:spPr>
        <p:txBody>
          <a:bodyPr anchor="b" anchorCtr="0"/>
          <a:lstStyle>
            <a:lvl1pPr>
              <a:defRPr sz="1600">
                <a:latin typeface="IBM Plex Sans" panose="020B0503050203000203" pitchFamily="34" charset="0"/>
              </a:defRPr>
            </a:lvl1pPr>
            <a:lvl2pPr>
              <a:defRPr sz="1600"/>
            </a:lvl2pPr>
            <a:lvl3pPr>
              <a:defRPr sz="1600"/>
            </a:lvl3pPr>
            <a:lvl4pPr>
              <a:defRPr sz="1600"/>
            </a:lvl4pPr>
            <a:lvl5pPr>
              <a:defRPr sz="1600"/>
            </a:lvl5pPr>
          </a:lstStyle>
          <a:p>
            <a:pPr lvl="0"/>
            <a:r>
              <a:rPr lang="en-US" dirty="0"/>
              <a:t>Source</a:t>
            </a:r>
          </a:p>
        </p:txBody>
      </p:sp>
      <p:sp>
        <p:nvSpPr>
          <p:cNvPr id="13" name="Text Placeholder 12">
            <a:extLst>
              <a:ext uri="{FF2B5EF4-FFF2-40B4-BE49-F238E27FC236}">
                <a16:creationId xmlns:a16="http://schemas.microsoft.com/office/drawing/2014/main" id="{81A85749-B0F2-6B16-9E7E-1C979593E9E7}"/>
              </a:ext>
            </a:extLst>
          </p:cNvPr>
          <p:cNvSpPr>
            <a:spLocks noGrp="1"/>
          </p:cNvSpPr>
          <p:nvPr>
            <p:ph type="body" sz="quarter" idx="14" hasCustomPrompt="1"/>
          </p:nvPr>
        </p:nvSpPr>
        <p:spPr>
          <a:xfrm>
            <a:off x="576000" y="3044825"/>
            <a:ext cx="4943475" cy="9150350"/>
          </a:xfrm>
        </p:spPr>
        <p:txBody>
          <a:bodyPr/>
          <a:lstStyle>
            <a:lvl1pPr>
              <a:defRPr sz="2800">
                <a:latin typeface="+mj-lt"/>
              </a:defRPr>
            </a:lvl1pPr>
            <a:lvl2pPr>
              <a:defRPr sz="2800">
                <a:latin typeface="+mj-lt"/>
              </a:defRPr>
            </a:lvl2pPr>
            <a:lvl3pPr>
              <a:defRPr sz="2800">
                <a:latin typeface="+mj-lt"/>
              </a:defRPr>
            </a:lvl3pPr>
            <a:lvl4pPr>
              <a:defRPr sz="2800">
                <a:latin typeface="+mj-lt"/>
              </a:defRPr>
            </a:lvl4pPr>
            <a:lvl5pPr>
              <a:defRPr sz="2800">
                <a:latin typeface="+mj-lt"/>
              </a:defRPr>
            </a:lvl5pPr>
          </a:lstStyle>
          <a:p>
            <a:pPr>
              <a:lnSpc>
                <a:spcPct val="110000"/>
              </a:lnSpc>
            </a:pPr>
            <a:r>
              <a:rPr lang="en-US" sz="2800" dirty="0">
                <a:latin typeface="IBM Plex Sans Light" panose="020B0403050203000203" pitchFamily="34" charset="0"/>
              </a:rPr>
              <a:t>Lorem ipsum dolor sit </a:t>
            </a:r>
            <a:r>
              <a:rPr lang="en-US" sz="2800" dirty="0" err="1">
                <a:latin typeface="IBM Plex Sans Light" panose="020B0403050203000203" pitchFamily="34" charset="0"/>
              </a:rPr>
              <a:t>amet</a:t>
            </a:r>
            <a:r>
              <a:rPr lang="en-US" sz="2800" dirty="0">
                <a:latin typeface="IBM Plex Sans Light" panose="020B0403050203000203" pitchFamily="34" charset="0"/>
              </a:rPr>
              <a:t> </a:t>
            </a:r>
            <a:r>
              <a:rPr lang="en-US" sz="2800" dirty="0" err="1">
                <a:latin typeface="IBM Plex Sans Light" panose="020B0403050203000203" pitchFamily="34" charset="0"/>
              </a:rPr>
              <a:t>donec</a:t>
            </a:r>
            <a:r>
              <a:rPr lang="en-US" sz="2800" dirty="0">
                <a:latin typeface="IBM Plex Sans Light" panose="020B0403050203000203" pitchFamily="34" charset="0"/>
              </a:rPr>
              <a:t> </a:t>
            </a:r>
            <a:r>
              <a:rPr lang="en-US" sz="2800" dirty="0" err="1">
                <a:latin typeface="IBM Plex Sans Light" panose="020B0403050203000203" pitchFamily="34" charset="0"/>
              </a:rPr>
              <a:t>quam</a:t>
            </a:r>
            <a:r>
              <a:rPr lang="en-US" sz="2800" dirty="0">
                <a:latin typeface="IBM Plex Sans Light" panose="020B0403050203000203" pitchFamily="34" charset="0"/>
              </a:rPr>
              <a:t> </a:t>
            </a:r>
            <a:r>
              <a:rPr lang="en-US" sz="2800" dirty="0" err="1">
                <a:latin typeface="IBM Plex Sans Light" panose="020B0403050203000203" pitchFamily="34" charset="0"/>
              </a:rPr>
              <a:t>felis</a:t>
            </a:r>
            <a:r>
              <a:rPr lang="en-US" sz="2800" dirty="0">
                <a:latin typeface="IBM Plex Sans Light" panose="020B0403050203000203" pitchFamily="34" charset="0"/>
              </a:rPr>
              <a:t> </a:t>
            </a:r>
            <a:r>
              <a:rPr lang="en-US" sz="2800" dirty="0" err="1">
                <a:latin typeface="IBM Plex Sans Light" panose="020B0403050203000203" pitchFamily="34" charset="0"/>
              </a:rPr>
              <a:t>ultricies</a:t>
            </a:r>
            <a:r>
              <a:rPr lang="en-US" sz="2800" dirty="0">
                <a:latin typeface="IBM Plex Sans Light" panose="020B0403050203000203" pitchFamily="34" charset="0"/>
              </a:rPr>
              <a:t> </a:t>
            </a:r>
            <a:r>
              <a:rPr lang="en-US" sz="2800" dirty="0" err="1">
                <a:latin typeface="IBM Plex Sans Light" panose="020B0403050203000203" pitchFamily="34" charset="0"/>
              </a:rPr>
              <a:t>nec</a:t>
            </a:r>
            <a:r>
              <a:rPr lang="en-US" sz="2800" dirty="0">
                <a:latin typeface="IBM Plex Sans Light" panose="020B0403050203000203" pitchFamily="34" charset="0"/>
              </a:rPr>
              <a:t> </a:t>
            </a:r>
            <a:r>
              <a:rPr lang="en-US" sz="2800" dirty="0" err="1">
                <a:latin typeface="IBM Plex Sans Light" panose="020B0403050203000203" pitchFamily="34" charset="0"/>
              </a:rPr>
              <a:t>pellentesque</a:t>
            </a:r>
            <a:r>
              <a:rPr lang="en-US" sz="2800" dirty="0">
                <a:latin typeface="IBM Plex Sans Light" panose="020B0403050203000203" pitchFamily="34" charset="0"/>
              </a:rPr>
              <a:t> </a:t>
            </a:r>
            <a:r>
              <a:rPr lang="en-US" sz="2800" dirty="0" err="1">
                <a:latin typeface="IBM Plex Sans Light" panose="020B0403050203000203" pitchFamily="34" charset="0"/>
              </a:rPr>
              <a:t>eu</a:t>
            </a:r>
            <a:r>
              <a:rPr lang="en-US" sz="2800" dirty="0">
                <a:latin typeface="IBM Plex Sans Light" panose="020B0403050203000203" pitchFamily="34" charset="0"/>
              </a:rPr>
              <a:t> </a:t>
            </a:r>
            <a:r>
              <a:rPr lang="en-US" sz="2800" dirty="0" err="1">
                <a:latin typeface="IBM Plex Sans Light" panose="020B0403050203000203" pitchFamily="34" charset="0"/>
              </a:rPr>
              <a:t>pretium</a:t>
            </a:r>
            <a:r>
              <a:rPr lang="en-US" sz="2800" dirty="0">
                <a:latin typeface="IBM Plex Sans Light" panose="020B0403050203000203" pitchFamily="34" charset="0"/>
              </a:rPr>
              <a:t> </a:t>
            </a:r>
            <a:r>
              <a:rPr lang="en-US" sz="2800" dirty="0" err="1">
                <a:latin typeface="IBM Plex Sans Light" panose="020B0403050203000203" pitchFamily="34" charset="0"/>
              </a:rPr>
              <a:t>quis</a:t>
            </a:r>
            <a:r>
              <a:rPr lang="en-US" sz="2800" dirty="0">
                <a:latin typeface="IBM Plex Sans Light" panose="020B0403050203000203" pitchFamily="34" charset="0"/>
              </a:rPr>
              <a:t> sem. </a:t>
            </a:r>
            <a:r>
              <a:rPr lang="en-US" sz="2800" dirty="0" err="1">
                <a:latin typeface="IBM Plex Sans Light" panose="020B0403050203000203" pitchFamily="34" charset="0"/>
              </a:rPr>
              <a:t>Nulla</a:t>
            </a:r>
            <a:r>
              <a:rPr lang="en-US" sz="2800" dirty="0">
                <a:latin typeface="IBM Plex Sans Light" panose="020B0403050203000203" pitchFamily="34" charset="0"/>
              </a:rPr>
              <a:t> </a:t>
            </a:r>
            <a:r>
              <a:rPr lang="en-US" sz="2800" dirty="0" err="1">
                <a:latin typeface="IBM Plex Sans Light" panose="020B0403050203000203" pitchFamily="34" charset="0"/>
              </a:rPr>
              <a:t>conset</a:t>
            </a:r>
            <a:r>
              <a:rPr lang="en-US" sz="2800" dirty="0">
                <a:latin typeface="IBM Plex Sans Light" panose="020B0403050203000203" pitchFamily="34" charset="0"/>
              </a:rPr>
              <a:t> </a:t>
            </a:r>
            <a:r>
              <a:rPr lang="en-US" sz="2800" dirty="0" err="1">
                <a:latin typeface="IBM Plex Sans Light" panose="020B0403050203000203" pitchFamily="34" charset="0"/>
              </a:rPr>
              <a:t>massa</a:t>
            </a:r>
            <a:r>
              <a:rPr lang="en-US" sz="2800" dirty="0">
                <a:latin typeface="IBM Plex Sans Light" panose="020B0403050203000203" pitchFamily="34" charset="0"/>
              </a:rPr>
              <a:t> </a:t>
            </a:r>
            <a:r>
              <a:rPr lang="en-US" sz="2800" dirty="0" err="1">
                <a:latin typeface="IBM Plex Sans Light" panose="020B0403050203000203" pitchFamily="34" charset="0"/>
              </a:rPr>
              <a:t>quis</a:t>
            </a:r>
            <a:r>
              <a:rPr lang="en-US" sz="2800" dirty="0">
                <a:latin typeface="IBM Plex Sans Light" panose="020B0403050203000203" pitchFamily="34" charset="0"/>
              </a:rPr>
              <a:t> </a:t>
            </a:r>
            <a:r>
              <a:rPr lang="en-US" sz="2800" dirty="0" err="1">
                <a:latin typeface="IBM Plex Sans Light" panose="020B0403050203000203" pitchFamily="34" charset="0"/>
              </a:rPr>
              <a:t>enim</a:t>
            </a:r>
            <a:r>
              <a:rPr lang="en-US" sz="2800" dirty="0">
                <a:latin typeface="IBM Plex Sans Light" panose="020B0403050203000203" pitchFamily="34" charset="0"/>
              </a:rPr>
              <a:t>.</a:t>
            </a:r>
          </a:p>
        </p:txBody>
      </p:sp>
      <p:sp>
        <p:nvSpPr>
          <p:cNvPr id="4" name="Footer Placeholder 3">
            <a:extLst>
              <a:ext uri="{FF2B5EF4-FFF2-40B4-BE49-F238E27FC236}">
                <a16:creationId xmlns:a16="http://schemas.microsoft.com/office/drawing/2014/main" id="{E71CF978-95F1-0188-4FBB-81AAB884C2C1}"/>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3264910353"/>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384048"/>
            <a:ext cx="4956175" cy="2859087"/>
          </a:xfr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62675"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76000" y="12816000"/>
            <a:ext cx="4956176" cy="381000"/>
          </a:xfrm>
        </p:spPr>
        <p:txBody>
          <a:bodyPr/>
          <a:lstStyle/>
          <a:p>
            <a:endParaRPr lang="en-US" dirty="0"/>
          </a:p>
        </p:txBody>
      </p:sp>
      <p:sp>
        <p:nvSpPr>
          <p:cNvPr id="3" name="Slide Number">
            <a:extLst>
              <a:ext uri="{FF2B5EF4-FFF2-40B4-BE49-F238E27FC236}">
                <a16:creationId xmlns:a16="http://schemas.microsoft.com/office/drawing/2014/main" id="{0C628C1A-F2DD-6011-5846-A9A3A6D3BD7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86187956"/>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384048"/>
            <a:ext cx="4956175" cy="2859087"/>
          </a:xfr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80000"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3" name="Footer Placeholder 3">
            <a:extLst>
              <a:ext uri="{FF2B5EF4-FFF2-40B4-BE49-F238E27FC236}">
                <a16:creationId xmlns:a16="http://schemas.microsoft.com/office/drawing/2014/main" id="{F5CA4A6F-2777-D002-EE9E-92C246A4DA85}"/>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3FBFB86A-A7DC-B54C-4EEC-B69E1897903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9196161"/>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0" y="12816000"/>
            <a:ext cx="4956176" cy="381000"/>
          </a:xfrm>
        </p:spPr>
        <p:txBody>
          <a:bodyPr/>
          <a:lstStyle/>
          <a:p>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09605039"/>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681719226"/>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10465371" y="6168460"/>
            <a:ext cx="3456432" cy="1379081"/>
          </a:xfrm>
          <a:prstGeom prst="rect">
            <a:avLst/>
          </a:prstGeom>
        </p:spPr>
      </p:pic>
    </p:spTree>
    <p:extLst>
      <p:ext uri="{BB962C8B-B14F-4D97-AF65-F5344CB8AC3E}">
        <p14:creationId xmlns:p14="http://schemas.microsoft.com/office/powerpoint/2010/main" val="4195384914"/>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24387175" cy="12001500"/>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6288088"/>
          </a:xfrm>
        </p:spPr>
        <p:txBody>
          <a:bodyPr/>
          <a:lstStyle>
            <a:lvl1pPr>
              <a:lnSpc>
                <a:spcPct val="100000"/>
              </a:lnSpc>
              <a:defRPr sz="8598">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73" y="12088368"/>
            <a:ext cx="4937887" cy="1143000"/>
          </a:xfrm>
        </p:spPr>
        <p:txBody>
          <a:bodyPr anchor="b"/>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084740"/>
            <a:ext cx="4937887" cy="1143000"/>
          </a:xfrm>
        </p:spPr>
        <p:txBody>
          <a:bodyPr anchor="b"/>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8" name="Picture 7" descr="IBM 8-bar logo">
            <a:extLst>
              <a:ext uri="{FF2B5EF4-FFF2-40B4-BE49-F238E27FC236}">
                <a16:creationId xmlns:a16="http://schemas.microsoft.com/office/drawing/2014/main" id="{418F6040-10C6-A4A5-7C1E-09A9F553C05B}"/>
              </a:ext>
            </a:extLst>
          </p:cNvPr>
          <p:cNvPicPr>
            <a:picLocks noChangeAspect="1"/>
          </p:cNvPicPr>
          <p:nvPr userDrawn="1"/>
        </p:nvPicPr>
        <p:blipFill>
          <a:blip r:embed="rId2"/>
          <a:stretch>
            <a:fillRect/>
          </a:stretch>
        </p:blipFill>
        <p:spPr>
          <a:xfrm>
            <a:off x="22279952" y="12526964"/>
            <a:ext cx="1638299" cy="609600"/>
          </a:xfrm>
          <a:prstGeom prst="rect">
            <a:avLst/>
          </a:prstGeom>
        </p:spPr>
      </p:pic>
    </p:spTree>
    <p:extLst>
      <p:ext uri="{BB962C8B-B14F-4D97-AF65-F5344CB8AC3E}">
        <p14:creationId xmlns:p14="http://schemas.microsoft.com/office/powerpoint/2010/main" val="1568207"/>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0"/>
            <a:ext cx="24387175" cy="1200150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marL="0" marR="0" indent="0" algn="l" defTabSz="914218"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4" y="384048"/>
            <a:ext cx="11050589" cy="4573588"/>
          </a:xfrm>
        </p:spPr>
        <p:txBody>
          <a:bodyPr/>
          <a:lstStyle>
            <a:lvl1pPr>
              <a:lnSpc>
                <a:spcPct val="100000"/>
              </a:lnSpc>
              <a:defRPr sz="8598">
                <a:solidFill>
                  <a:schemeClr val="tx2"/>
                </a:solidFill>
              </a:defRPr>
            </a:lvl1pPr>
          </a:lstStyle>
          <a:p>
            <a:r>
              <a:rPr lang="en-US"/>
              <a:t>Click to edit Master title style</a:t>
            </a:r>
            <a:endParaRPr lang="en-US" dirty="0"/>
          </a:p>
        </p:txBody>
      </p:sp>
      <p:sp>
        <p:nvSpPr>
          <p:cNvPr id="5" name="Text Placeholder 6">
            <a:extLst>
              <a:ext uri="{FF2B5EF4-FFF2-40B4-BE49-F238E27FC236}">
                <a16:creationId xmlns:a16="http://schemas.microsoft.com/office/drawing/2014/main" id="{28CADC67-06E4-9D0B-7A49-159C1E99D517}"/>
              </a:ext>
            </a:extLst>
          </p:cNvPr>
          <p:cNvSpPr>
            <a:spLocks noGrp="1"/>
          </p:cNvSpPr>
          <p:nvPr>
            <p:ph type="body" sz="quarter" idx="12"/>
          </p:nvPr>
        </p:nvSpPr>
        <p:spPr>
          <a:xfrm>
            <a:off x="576073" y="12088368"/>
            <a:ext cx="4937887" cy="1143000"/>
          </a:xfrm>
        </p:spPr>
        <p:txBody>
          <a:bodyPr anchor="b"/>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6BAFC6AD-C46B-8438-C789-096006859E45}"/>
              </a:ext>
            </a:extLst>
          </p:cNvPr>
          <p:cNvSpPr>
            <a:spLocks noGrp="1"/>
          </p:cNvSpPr>
          <p:nvPr>
            <p:ph type="body" sz="quarter" idx="13"/>
          </p:nvPr>
        </p:nvSpPr>
        <p:spPr>
          <a:xfrm>
            <a:off x="6671501" y="12084740"/>
            <a:ext cx="4937887" cy="1143000"/>
          </a:xfrm>
        </p:spPr>
        <p:txBody>
          <a:bodyPr anchor="b"/>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IBM 8-bar logo">
            <a:extLst>
              <a:ext uri="{FF2B5EF4-FFF2-40B4-BE49-F238E27FC236}">
                <a16:creationId xmlns:a16="http://schemas.microsoft.com/office/drawing/2014/main" id="{CCD12723-D775-EE21-95A9-8E6D8BA4DC28}"/>
              </a:ext>
            </a:extLst>
          </p:cNvPr>
          <p:cNvPicPr>
            <a:picLocks noChangeAspect="1"/>
          </p:cNvPicPr>
          <p:nvPr userDrawn="1"/>
        </p:nvPicPr>
        <p:blipFill>
          <a:blip r:embed="rId2"/>
          <a:stretch>
            <a:fillRect/>
          </a:stretch>
        </p:blipFill>
        <p:spPr>
          <a:xfrm>
            <a:off x="22279952" y="12526964"/>
            <a:ext cx="1638299" cy="609600"/>
          </a:xfrm>
          <a:prstGeom prst="rect">
            <a:avLst/>
          </a:prstGeom>
        </p:spPr>
      </p:pic>
    </p:spTree>
    <p:extLst>
      <p:ext uri="{BB962C8B-B14F-4D97-AF65-F5344CB8AC3E}">
        <p14:creationId xmlns:p14="http://schemas.microsoft.com/office/powerpoint/2010/main" val="3166900423"/>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4" y="384048"/>
            <a:ext cx="11050589" cy="4573588"/>
          </a:xfrm>
        </p:spPr>
        <p:txBody>
          <a:bodyPr/>
          <a:lstStyle>
            <a:lvl1pPr>
              <a:lnSpc>
                <a:spcPct val="100000"/>
              </a:lnSpc>
              <a:defRPr sz="8598"/>
            </a:lvl1pPr>
          </a:lstStyle>
          <a:p>
            <a:r>
              <a:rPr lang="en-US"/>
              <a:t>Click to edit Master title style</a:t>
            </a:r>
            <a:endParaRPr lang="en-US" dirty="0"/>
          </a:p>
        </p:txBody>
      </p:sp>
      <p:pic>
        <p:nvPicPr>
          <p:cNvPr id="3" name="Picture 2" descr="IBM 8-bar logo">
            <a:extLst>
              <a:ext uri="{FF2B5EF4-FFF2-40B4-BE49-F238E27FC236}">
                <a16:creationId xmlns:a16="http://schemas.microsoft.com/office/drawing/2014/main" id="{D1A09496-D938-6EB1-106C-48C5E423EAB0}"/>
              </a:ext>
            </a:extLst>
          </p:cNvPr>
          <p:cNvPicPr>
            <a:picLocks noChangeAspect="1"/>
          </p:cNvPicPr>
          <p:nvPr userDrawn="1"/>
        </p:nvPicPr>
        <p:blipFill>
          <a:blip r:embed="rId2"/>
          <a:stretch>
            <a:fillRect/>
          </a:stretch>
        </p:blipFill>
        <p:spPr>
          <a:xfrm>
            <a:off x="22279952" y="12526964"/>
            <a:ext cx="1638299" cy="609600"/>
          </a:xfrm>
          <a:prstGeom prst="rect">
            <a:avLst/>
          </a:prstGeom>
        </p:spPr>
      </p:pic>
    </p:spTree>
    <p:extLst>
      <p:ext uri="{BB962C8B-B14F-4D97-AF65-F5344CB8AC3E}">
        <p14:creationId xmlns:p14="http://schemas.microsoft.com/office/powerpoint/2010/main" val="2349680821"/>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ver, plain, business uni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4573588"/>
          </a:xfrm>
        </p:spPr>
        <p:txBody>
          <a:bodyPr/>
          <a:lstStyle>
            <a:lvl1pPr>
              <a:lnSpc>
                <a:spcPct val="100000"/>
              </a:lnSpc>
              <a:defRPr sz="8598">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72" y="12463272"/>
            <a:ext cx="11050589" cy="762000"/>
          </a:xfrm>
        </p:spPr>
        <p:txBody>
          <a:bodyPr anchor="b"/>
          <a:lstStyle>
            <a:lvl1pPr>
              <a:lnSpc>
                <a:spcPct val="110000"/>
              </a:lnSpc>
              <a:spcBef>
                <a:spcPts val="0"/>
              </a:spcBef>
              <a:defRPr sz="2800">
                <a:solidFill>
                  <a:schemeClr val="tx1"/>
                </a:solidFill>
              </a:defRPr>
            </a:lvl1pPr>
          </a:lstStyle>
          <a:p>
            <a:pPr lvl="0"/>
            <a:r>
              <a:rPr lang="en-US"/>
              <a:t>Click to edit Master text styles</a:t>
            </a:r>
          </a:p>
        </p:txBody>
      </p:sp>
      <p:pic>
        <p:nvPicPr>
          <p:cNvPr id="3" name="Picture 2" descr="IBM 8-bar logo">
            <a:extLst>
              <a:ext uri="{FF2B5EF4-FFF2-40B4-BE49-F238E27FC236}">
                <a16:creationId xmlns:a16="http://schemas.microsoft.com/office/drawing/2014/main" id="{6C5E26C6-9CEF-2A61-0C64-FAACB68F53D2}"/>
              </a:ext>
            </a:extLst>
          </p:cNvPr>
          <p:cNvPicPr>
            <a:picLocks noChangeAspect="1"/>
          </p:cNvPicPr>
          <p:nvPr userDrawn="1"/>
        </p:nvPicPr>
        <p:blipFill>
          <a:blip r:embed="rId2"/>
          <a:stretch>
            <a:fillRect/>
          </a:stretch>
        </p:blipFill>
        <p:spPr>
          <a:xfrm>
            <a:off x="22279952" y="12526964"/>
            <a:ext cx="1638299" cy="609600"/>
          </a:xfrm>
          <a:prstGeom prst="rect">
            <a:avLst/>
          </a:prstGeom>
        </p:spPr>
      </p:pic>
    </p:spTree>
    <p:extLst>
      <p:ext uri="{BB962C8B-B14F-4D97-AF65-F5344CB8AC3E}">
        <p14:creationId xmlns:p14="http://schemas.microsoft.com/office/powerpoint/2010/main" val="3010450086"/>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3" y="384048"/>
            <a:ext cx="10101071" cy="10479088"/>
          </a:xfrm>
        </p:spPr>
        <p:txBody>
          <a:bodyPr/>
          <a:lstStyle>
            <a:lvl1pPr>
              <a:lnSpc>
                <a:spcPct val="100000"/>
              </a:lnSpc>
              <a:defRPr sz="8598">
                <a:solidFill>
                  <a:schemeClr val="tx2"/>
                </a:solidFill>
              </a:defRPr>
            </a:lvl1pPr>
          </a:lstStyle>
          <a:p>
            <a:r>
              <a:rPr lang="en-US"/>
              <a:t>Click to edit Master title style</a:t>
            </a:r>
            <a:endParaRPr lang="en-US" dirty="0"/>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1" y="569912"/>
            <a:ext cx="11049000" cy="12574588"/>
          </a:xfrm>
          <a:solidFill>
            <a:srgbClr val="E0E0E0"/>
          </a:solidFill>
        </p:spPr>
        <p:txBody>
          <a:bodyPr anchor="ctr"/>
          <a:lstStyle>
            <a:lvl1pPr algn="ctr">
              <a:defRPr>
                <a:solidFill>
                  <a:schemeClr val="accent5"/>
                </a:solidFill>
              </a:defRPr>
            </a:lvl1pPr>
          </a:lstStyle>
          <a:p>
            <a:r>
              <a:rPr lang="en-US"/>
              <a:t>Place imagery here</a:t>
            </a:r>
          </a:p>
        </p:txBody>
      </p:sp>
      <p:pic>
        <p:nvPicPr>
          <p:cNvPr id="9" name="Picture 8" descr="IBM 8-bar logo">
            <a:extLst>
              <a:ext uri="{FF2B5EF4-FFF2-40B4-BE49-F238E27FC236}">
                <a16:creationId xmlns:a16="http://schemas.microsoft.com/office/drawing/2014/main" id="{735CD4FC-3A11-28F6-09EF-9089FE9596BF}"/>
              </a:ext>
            </a:extLst>
          </p:cNvPr>
          <p:cNvPicPr>
            <a:picLocks noChangeAspect="1"/>
          </p:cNvPicPr>
          <p:nvPr userDrawn="1"/>
        </p:nvPicPr>
        <p:blipFill>
          <a:blip r:embed="rId2"/>
          <a:stretch>
            <a:fillRect/>
          </a:stretch>
        </p:blipFill>
        <p:spPr>
          <a:xfrm>
            <a:off x="577852" y="12526964"/>
            <a:ext cx="1638299" cy="609600"/>
          </a:xfrm>
          <a:prstGeom prst="rect">
            <a:avLst/>
          </a:prstGeom>
        </p:spPr>
      </p:pic>
    </p:spTree>
    <p:extLst>
      <p:ext uri="{BB962C8B-B14F-4D97-AF65-F5344CB8AC3E}">
        <p14:creationId xmlns:p14="http://schemas.microsoft.com/office/powerpoint/2010/main" val="904705429"/>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ver, imagery, half, business unit">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73" y="576072"/>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3" y="1527048"/>
            <a:ext cx="10099675" cy="9337676"/>
          </a:xfrm>
        </p:spPr>
        <p:txBody>
          <a:bodyPr/>
          <a:lstStyle>
            <a:lvl1pPr>
              <a:lnSpc>
                <a:spcPct val="100000"/>
              </a:lnSpc>
              <a:defRPr sz="8598">
                <a:solidFill>
                  <a:schemeClr val="tx2"/>
                </a:solidFill>
              </a:defRPr>
            </a:lvl1pPr>
          </a:lstStyle>
          <a:p>
            <a:r>
              <a:rPr lang="en-US"/>
              <a:t>Click to edit Master title style</a:t>
            </a:r>
            <a:endParaRPr lang="en-US" dirty="0"/>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1" y="569912"/>
            <a:ext cx="11049000" cy="12574588"/>
          </a:xfrm>
          <a:solidFill>
            <a:srgbClr val="E0E0E0"/>
          </a:solidFill>
        </p:spPr>
        <p:txBody>
          <a:bodyPr anchor="ctr"/>
          <a:lstStyle>
            <a:lvl1pPr algn="ctr">
              <a:defRPr>
                <a:solidFill>
                  <a:schemeClr val="accent5"/>
                </a:solidFill>
              </a:defRPr>
            </a:lvl1pPr>
          </a:lstStyle>
          <a:p>
            <a:r>
              <a:rPr lang="en-US"/>
              <a:t>Place imagery here</a:t>
            </a:r>
          </a:p>
        </p:txBody>
      </p:sp>
      <p:pic>
        <p:nvPicPr>
          <p:cNvPr id="4" name="Picture 3" descr="IBM 8-bar logo">
            <a:extLst>
              <a:ext uri="{FF2B5EF4-FFF2-40B4-BE49-F238E27FC236}">
                <a16:creationId xmlns:a16="http://schemas.microsoft.com/office/drawing/2014/main" id="{EEE0A3D1-7815-E46E-77D1-E2DC099B4733}"/>
              </a:ext>
            </a:extLst>
          </p:cNvPr>
          <p:cNvPicPr>
            <a:picLocks noChangeAspect="1"/>
          </p:cNvPicPr>
          <p:nvPr userDrawn="1"/>
        </p:nvPicPr>
        <p:blipFill>
          <a:blip r:embed="rId2"/>
          <a:stretch>
            <a:fillRect/>
          </a:stretch>
        </p:blipFill>
        <p:spPr>
          <a:xfrm>
            <a:off x="577852" y="12526964"/>
            <a:ext cx="1638299" cy="609600"/>
          </a:xfrm>
          <a:prstGeom prst="rect">
            <a:avLst/>
          </a:prstGeom>
        </p:spPr>
      </p:pic>
    </p:spTree>
    <p:extLst>
      <p:ext uri="{BB962C8B-B14F-4D97-AF65-F5344CB8AC3E}">
        <p14:creationId xmlns:p14="http://schemas.microsoft.com/office/powerpoint/2010/main" val="3047293421"/>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4" y="384048"/>
            <a:ext cx="4956175" cy="4573588"/>
          </a:xfrm>
        </p:spPr>
        <p:txBody>
          <a:bodyPr/>
          <a:lstStyle>
            <a:lvl1pPr>
              <a:lnSpc>
                <a:spcPct val="100000"/>
              </a:lnSpc>
              <a:defRPr sz="6398">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3500" y="569914"/>
            <a:ext cx="4953001" cy="11431588"/>
          </a:xfrm>
        </p:spPr>
        <p:txBody>
          <a:bodyPr/>
          <a:lstStyle>
            <a:lvl1pPr defTabSz="1161056">
              <a:spcBef>
                <a:spcPts val="0"/>
              </a:spcBef>
              <a:defRPr>
                <a:solidFill>
                  <a:schemeClr val="tx1"/>
                </a:solidFill>
              </a:defRPr>
            </a:lvl1pPr>
            <a:lvl2pPr defTabSz="1161056">
              <a:spcBef>
                <a:spcPts val="0"/>
              </a:spcBef>
              <a:defRPr>
                <a:solidFill>
                  <a:schemeClr val="tx1"/>
                </a:solidFill>
              </a:defRPr>
            </a:lvl2pPr>
            <a:lvl3pPr defTabSz="1161056">
              <a:spcBef>
                <a:spcPts val="0"/>
              </a:spcBef>
              <a:defRPr>
                <a:solidFill>
                  <a:schemeClr val="tx1"/>
                </a:solidFill>
              </a:defRPr>
            </a:lvl3pPr>
            <a:lvl4pPr defTabSz="1161056">
              <a:spcBef>
                <a:spcPts val="0"/>
              </a:spcBef>
              <a:defRPr>
                <a:solidFill>
                  <a:schemeClr val="tx1"/>
                </a:solidFill>
              </a:defRPr>
            </a:lvl4pPr>
            <a:lvl5pPr defTabSz="1161056">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6" y="569914"/>
            <a:ext cx="4949824" cy="11431588"/>
          </a:xfrm>
        </p:spPr>
        <p:txBody>
          <a:bodyPr/>
          <a:lstStyle>
            <a:lvl1pPr defTabSz="1161056">
              <a:spcBef>
                <a:spcPts val="0"/>
              </a:spcBef>
              <a:defRPr>
                <a:solidFill>
                  <a:schemeClr val="tx1"/>
                </a:solidFill>
              </a:defRPr>
            </a:lvl1pPr>
            <a:lvl2pPr defTabSz="1161056">
              <a:spcBef>
                <a:spcPts val="0"/>
              </a:spcBef>
              <a:defRPr>
                <a:solidFill>
                  <a:schemeClr val="tx1"/>
                </a:solidFill>
              </a:defRPr>
            </a:lvl2pPr>
            <a:lvl3pPr defTabSz="1161056">
              <a:spcBef>
                <a:spcPts val="0"/>
              </a:spcBef>
              <a:defRPr>
                <a:solidFill>
                  <a:schemeClr val="tx1"/>
                </a:solidFill>
              </a:defRPr>
            </a:lvl3pPr>
            <a:lvl4pPr defTabSz="1161056">
              <a:spcBef>
                <a:spcPts val="0"/>
              </a:spcBef>
              <a:defRPr>
                <a:solidFill>
                  <a:schemeClr val="tx1"/>
                </a:solidFill>
              </a:defRPr>
            </a:lvl4pPr>
            <a:lvl5pPr defTabSz="1161056">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68325" y="12804236"/>
            <a:ext cx="4956175" cy="381000"/>
          </a:xfrm>
        </p:spPr>
        <p:txBody>
          <a:bodyPr/>
          <a:lstStyle/>
          <a:p>
            <a:endParaRPr lang="en-US"/>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021035354"/>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2859088"/>
          </a:xfrm>
        </p:spPr>
        <p:txBody>
          <a:bodyPr rIns="457200"/>
          <a:lstStyle>
            <a:lvl1pPr>
              <a:lnSpc>
                <a:spcPct val="100000"/>
              </a:lnSpc>
              <a:defRPr sz="6398">
                <a:solidFill>
                  <a:schemeClr val="tx2"/>
                </a:solidFill>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5" y="12804236"/>
            <a:ext cx="4956175" cy="381000"/>
          </a:xfrm>
        </p:spPr>
        <p:txBody>
          <a:bodyPr/>
          <a:lstStyle/>
          <a:p>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951841115"/>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4676" y="420624"/>
            <a:ext cx="17141826" cy="8191500"/>
          </a:xfrm>
        </p:spPr>
        <p:txBody>
          <a:bodyPr/>
          <a:lstStyle>
            <a:lvl1pPr>
              <a:defRPr sz="17196" b="0" i="0">
                <a:solidFill>
                  <a:schemeClr val="tx2"/>
                </a:solidFill>
                <a:latin typeface="IBM Plex Sans ExtLt" panose="020B0303050203000203" pitchFamily="34" charset="0"/>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BC591478-AD3F-2EF7-29A4-36A887DC1956}"/>
              </a:ext>
            </a:extLst>
          </p:cNvPr>
          <p:cNvSpPr>
            <a:spLocks noGrp="1"/>
          </p:cNvSpPr>
          <p:nvPr>
            <p:ph type="ftr" sz="quarter" idx="18"/>
          </p:nvPr>
        </p:nvSpPr>
        <p:spPr>
          <a:xfrm>
            <a:off x="568325" y="12804236"/>
            <a:ext cx="4956175" cy="381000"/>
          </a:xfrm>
        </p:spPr>
        <p:txBody>
          <a:bodyPr/>
          <a:lstStyle/>
          <a:p>
            <a:endParaRPr lang="en-US"/>
          </a:p>
        </p:txBody>
      </p:sp>
      <p:sp>
        <p:nvSpPr>
          <p:cNvPr id="4" name="Slide Number">
            <a:extLst>
              <a:ext uri="{FF2B5EF4-FFF2-40B4-BE49-F238E27FC236}">
                <a16:creationId xmlns:a16="http://schemas.microsoft.com/office/drawing/2014/main" id="{76697187-0170-8894-23C9-28F80A0C3B2B}"/>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21263234"/>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3" y="384048"/>
            <a:ext cx="9909174" cy="2859088"/>
          </a:xfrm>
        </p:spPr>
        <p:txBody>
          <a:bodyPr/>
          <a:lstStyle>
            <a:lvl1pPr>
              <a:lnSpc>
                <a:spcPct val="100000"/>
              </a:lnSpc>
              <a:defRPr sz="6398">
                <a:solidFill>
                  <a:schemeClr val="tx2"/>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67252" y="448056"/>
            <a:ext cx="11042074" cy="8574088"/>
          </a:xfrm>
        </p:spPr>
        <p:txBody>
          <a:bodyPr/>
          <a:lstStyle>
            <a:lvl1pPr>
              <a:lnSpc>
                <a:spcPct val="100000"/>
              </a:lnSpc>
              <a:spcBef>
                <a:spcPts val="0"/>
              </a:spcBef>
              <a:defRPr sz="6398">
                <a:solidFill>
                  <a:schemeClr val="tx2"/>
                </a:solidFill>
              </a:defRPr>
            </a:lvl1pPr>
            <a:lvl2pPr marL="585098" indent="-585098">
              <a:lnSpc>
                <a:spcPct val="100000"/>
              </a:lnSpc>
              <a:spcBef>
                <a:spcPts val="0"/>
              </a:spcBef>
              <a:defRPr sz="6398">
                <a:solidFill>
                  <a:schemeClr val="tx2"/>
                </a:solidFill>
              </a:defRPr>
            </a:lvl2pPr>
            <a:lvl3pPr marL="1097060" indent="-585098">
              <a:lnSpc>
                <a:spcPct val="100000"/>
              </a:lnSpc>
              <a:spcBef>
                <a:spcPts val="0"/>
              </a:spcBef>
              <a:defRPr sz="6398">
                <a:solidFill>
                  <a:schemeClr val="tx2"/>
                </a:solidFill>
              </a:defRPr>
            </a:lvl3pPr>
            <a:lvl4pPr marL="1755296">
              <a:lnSpc>
                <a:spcPct val="100000"/>
              </a:lnSpc>
              <a:spcBef>
                <a:spcPts val="0"/>
              </a:spcBef>
              <a:defRPr sz="6398">
                <a:solidFill>
                  <a:schemeClr val="tx2"/>
                </a:solidFill>
              </a:defRPr>
            </a:lvl4pPr>
            <a:lvl5pPr>
              <a:lnSpc>
                <a:spcPct val="100000"/>
              </a:lnSpc>
              <a:spcBef>
                <a:spcPts val="0"/>
              </a:spcBef>
              <a:defRPr sz="6398"/>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568325" y="12804236"/>
            <a:ext cx="4956175" cy="381000"/>
          </a:xfrm>
        </p:spPr>
        <p:txBody>
          <a:bodyPr/>
          <a:lstStyle/>
          <a:p>
            <a:endParaRPr lang="en-US"/>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28768756"/>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420624"/>
            <a:ext cx="14662151" cy="9717088"/>
          </a:xfrm>
        </p:spPr>
        <p:txBody>
          <a:bodyPr/>
          <a:lstStyle>
            <a:lvl1pPr>
              <a:lnSpc>
                <a:spcPct val="100000"/>
              </a:lnSpc>
              <a:defRPr sz="8598">
                <a:solidFill>
                  <a:schemeClr val="tx2"/>
                </a:solidFill>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1FCFA7EA-8E9F-E01B-AB9C-B7BE7D3D11E9}"/>
              </a:ext>
            </a:extLst>
          </p:cNvPr>
          <p:cNvSpPr>
            <a:spLocks noGrp="1"/>
          </p:cNvSpPr>
          <p:nvPr>
            <p:ph type="ftr" sz="quarter" idx="18"/>
          </p:nvPr>
        </p:nvSpPr>
        <p:spPr>
          <a:xfrm>
            <a:off x="568325" y="12804236"/>
            <a:ext cx="4956175" cy="381000"/>
          </a:xfrm>
        </p:spPr>
        <p:txBody>
          <a:bodyPr/>
          <a:lstStyle/>
          <a:p>
            <a:endParaRPr lang="en-US"/>
          </a:p>
        </p:txBody>
      </p:sp>
      <p:sp>
        <p:nvSpPr>
          <p:cNvPr id="4" name="Slide Number">
            <a:extLst>
              <a:ext uri="{FF2B5EF4-FFF2-40B4-BE49-F238E27FC236}">
                <a16:creationId xmlns:a16="http://schemas.microsoft.com/office/drawing/2014/main" id="{12510822-3D1B-0CFC-3FF0-1E55DA550F8D}"/>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099176197"/>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74" y="576072"/>
            <a:ext cx="7623174" cy="6288088"/>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72" y="9299448"/>
            <a:ext cx="11050589" cy="3543300"/>
          </a:xfrm>
        </p:spPr>
        <p:txBody>
          <a:bodyPr anchor="b"/>
          <a:lstStyle>
            <a:lvl1pPr>
              <a:lnSpc>
                <a:spcPct val="90000"/>
              </a:lnSpc>
              <a:spcBef>
                <a:spcPts val="0"/>
              </a:spcBef>
              <a:defRPr sz="25794" b="0" i="0">
                <a:solidFill>
                  <a:schemeClr val="accent1"/>
                </a:solidFill>
                <a:latin typeface="IBM Plex Sans ExtLt" panose="020B0303050203000203" pitchFamily="34" charset="0"/>
              </a:defRPr>
            </a:lvl1pPr>
          </a:lstStyle>
          <a:p>
            <a:r>
              <a:rPr lang="en-US" dirty="0"/>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p:nvPr userDrawn="1"/>
        </p:nvCxnSpPr>
        <p:spPr bwMode="auto">
          <a:xfrm>
            <a:off x="12193588"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63500" y="576072"/>
            <a:ext cx="7620000" cy="6288088"/>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63501" y="9296400"/>
            <a:ext cx="11049000" cy="3543300"/>
          </a:xfrm>
        </p:spPr>
        <p:txBody>
          <a:bodyPr anchor="b"/>
          <a:lstStyle>
            <a:lvl1pPr>
              <a:lnSpc>
                <a:spcPct val="90000"/>
              </a:lnSpc>
              <a:spcBef>
                <a:spcPts val="0"/>
              </a:spcBef>
              <a:defRPr sz="25794" b="0" i="0">
                <a:solidFill>
                  <a:schemeClr val="accent1"/>
                </a:solidFill>
                <a:latin typeface="IBM Plex Sans ExtLt" panose="020B0303050203000203" pitchFamily="34" charset="0"/>
              </a:defRPr>
            </a:lvl1pPr>
          </a:lstStyle>
          <a:p>
            <a:r>
              <a:rPr lang="en-US" dirty="0"/>
              <a:t>+00%</a:t>
            </a:r>
          </a:p>
        </p:txBody>
      </p:sp>
      <p:sp>
        <p:nvSpPr>
          <p:cNvPr id="3" name="Footer Placeholder 3">
            <a:extLst>
              <a:ext uri="{FF2B5EF4-FFF2-40B4-BE49-F238E27FC236}">
                <a16:creationId xmlns:a16="http://schemas.microsoft.com/office/drawing/2014/main" id="{8F3E002C-97C5-3260-CB49-7E93DF3397C8}"/>
              </a:ext>
            </a:extLst>
          </p:cNvPr>
          <p:cNvSpPr>
            <a:spLocks noGrp="1"/>
          </p:cNvSpPr>
          <p:nvPr>
            <p:ph type="ftr" sz="quarter" idx="18"/>
          </p:nvPr>
        </p:nvSpPr>
        <p:spPr>
          <a:xfrm>
            <a:off x="568325" y="12804236"/>
            <a:ext cx="4956175" cy="381000"/>
          </a:xfrm>
        </p:spPr>
        <p:txBody>
          <a:bodyPr/>
          <a:lstStyle/>
          <a:p>
            <a:endParaRPr lang="en-US"/>
          </a:p>
        </p:txBody>
      </p:sp>
      <p:sp>
        <p:nvSpPr>
          <p:cNvPr id="4" name="Slide Number">
            <a:extLst>
              <a:ext uri="{FF2B5EF4-FFF2-40B4-BE49-F238E27FC236}">
                <a16:creationId xmlns:a16="http://schemas.microsoft.com/office/drawing/2014/main" id="{160DC6C8-AF18-F14B-A164-C49B271F59AD}"/>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098091372"/>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3" y="576072"/>
            <a:ext cx="4949824" cy="28590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29768"/>
            <a:ext cx="4951413" cy="1907912"/>
          </a:xfrm>
        </p:spPr>
        <p:txBody>
          <a:bodyPr/>
          <a:lstStyle>
            <a:lvl1pPr>
              <a:lnSpc>
                <a:spcPct val="90000"/>
              </a:lnSpc>
              <a:defRPr sz="12998">
                <a:solidFill>
                  <a:schemeClr val="accent1"/>
                </a:solidFill>
              </a:defRPr>
            </a:lvl1pPr>
            <a:lvl2pPr marL="0" indent="0">
              <a:buNone/>
              <a:defRPr/>
            </a:lvl2pPr>
          </a:lstStyle>
          <a:p>
            <a:pPr lvl="0"/>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8"/>
            <a:ext cx="4951413" cy="967304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68265" y="426482"/>
            <a:ext cx="4949824" cy="1906588"/>
          </a:xfrm>
        </p:spPr>
        <p:txBody>
          <a:bodyPr/>
          <a:lstStyle>
            <a:lvl1pPr>
              <a:lnSpc>
                <a:spcPct val="90000"/>
              </a:lnSpc>
              <a:defRPr sz="12998">
                <a:solidFill>
                  <a:schemeClr val="accent1"/>
                </a:solidFill>
              </a:defRPr>
            </a:lvl1pPr>
          </a:lstStyle>
          <a:p>
            <a:pPr lvl="0"/>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2334655"/>
            <a:ext cx="4953001" cy="966684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2" y="429655"/>
            <a:ext cx="4949824" cy="1903414"/>
          </a:xfrm>
        </p:spPr>
        <p:txBody>
          <a:bodyPr/>
          <a:lstStyle>
            <a:lvl1pPr>
              <a:lnSpc>
                <a:spcPct val="90000"/>
              </a:lnSpc>
              <a:defRPr sz="12998">
                <a:solidFill>
                  <a:schemeClr val="accent1"/>
                </a:solidFill>
              </a:defRPr>
            </a:lvl1pPr>
          </a:lstStyle>
          <a:p>
            <a:pPr lvl="0"/>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499" y="2333067"/>
            <a:ext cx="4953001" cy="966684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6"/>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568325" y="12804236"/>
            <a:ext cx="4956175" cy="381000"/>
          </a:xfrm>
        </p:spPr>
        <p:txBody>
          <a:bodyPr/>
          <a:lstStyle/>
          <a:p>
            <a:endParaRPr lang="en-US"/>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436892650"/>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4675" y="402336"/>
            <a:ext cx="4949824" cy="5335588"/>
          </a:xfrm>
        </p:spPr>
        <p:txBody>
          <a:bodyPr/>
          <a:lstStyle>
            <a:lvl1pPr>
              <a:lnSpc>
                <a:spcPct val="100000"/>
              </a:lnSpc>
              <a:defRPr sz="8598">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1" y="402336"/>
            <a:ext cx="11049000" cy="5335588"/>
          </a:xfrm>
        </p:spPr>
        <p:txBody>
          <a:bodyPr/>
          <a:lstStyle>
            <a:lvl1pPr>
              <a:lnSpc>
                <a:spcPct val="100000"/>
              </a:lnSpc>
              <a:spcBef>
                <a:spcPts val="0"/>
              </a:spcBef>
              <a:defRPr sz="8598">
                <a:solidFill>
                  <a:schemeClr val="tx1"/>
                </a:solidFill>
              </a:defRPr>
            </a:lvl1pPr>
            <a:lvl2pPr marL="786226" indent="-786226">
              <a:lnSpc>
                <a:spcPct val="100000"/>
              </a:lnSpc>
              <a:spcBef>
                <a:spcPts val="0"/>
              </a:spcBef>
              <a:defRPr sz="8598">
                <a:solidFill>
                  <a:schemeClr val="tx1"/>
                </a:solidFill>
              </a:defRPr>
            </a:lvl2pPr>
            <a:lvl3pPr marL="1499316" indent="-786226">
              <a:lnSpc>
                <a:spcPct val="100000"/>
              </a:lnSpc>
              <a:spcBef>
                <a:spcPts val="0"/>
              </a:spcBef>
              <a:defRPr sz="8598">
                <a:solidFill>
                  <a:schemeClr val="tx1"/>
                </a:solidFill>
              </a:defRPr>
            </a:lvl3pPr>
            <a:lvl4pPr marL="2285542" indent="-786226">
              <a:lnSpc>
                <a:spcPct val="100000"/>
              </a:lnSpc>
              <a:spcBef>
                <a:spcPts val="0"/>
              </a:spcBef>
              <a:defRPr sz="8598">
                <a:solidFill>
                  <a:schemeClr val="tx1"/>
                </a:solidFill>
              </a:defRPr>
            </a:lvl4pPr>
            <a:lvl5pPr>
              <a:lnSpc>
                <a:spcPct val="100000"/>
              </a:lnSpc>
              <a:spcBef>
                <a:spcPts val="0"/>
              </a:spcBef>
              <a:defRPr sz="8598">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p:nvPr userDrawn="1"/>
        </p:nvCxnSpPr>
        <p:spPr bwMode="auto">
          <a:xfrm>
            <a:off x="568326" y="6096000"/>
            <a:ext cx="232441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4675" y="6477000"/>
            <a:ext cx="4949824" cy="5334000"/>
          </a:xfrm>
        </p:spPr>
        <p:txBody>
          <a:bodyPr/>
          <a:lstStyle>
            <a:lvl1pPr>
              <a:lnSpc>
                <a:spcPct val="100000"/>
              </a:lnSpc>
              <a:defRPr sz="8598">
                <a:solidFill>
                  <a:schemeClr val="accent1"/>
                </a:solidFill>
              </a:defRPr>
            </a:lvl1pPr>
            <a:lvl2pPr>
              <a:lnSpc>
                <a:spcPct val="100000"/>
              </a:lnSpc>
              <a:defRPr sz="8598">
                <a:solidFill>
                  <a:schemeClr val="accent1"/>
                </a:solidFill>
              </a:defRPr>
            </a:lvl2pPr>
            <a:lvl3pPr>
              <a:lnSpc>
                <a:spcPct val="100000"/>
              </a:lnSpc>
              <a:defRPr sz="8598">
                <a:solidFill>
                  <a:schemeClr val="accent1"/>
                </a:solidFill>
              </a:defRPr>
            </a:lvl3pPr>
            <a:lvl4pPr>
              <a:lnSpc>
                <a:spcPct val="100000"/>
              </a:lnSpc>
              <a:defRPr sz="8598">
                <a:solidFill>
                  <a:schemeClr val="accent1"/>
                </a:solidFill>
              </a:defRPr>
            </a:lvl4pPr>
            <a:lvl5pPr>
              <a:lnSpc>
                <a:spcPct val="100000"/>
              </a:lnSpc>
              <a:defRPr sz="8598">
                <a:solidFill>
                  <a:schemeClr val="accent1"/>
                </a:solidFill>
              </a:defRPr>
            </a:lvl5pPr>
          </a:lstStyle>
          <a:p>
            <a:pPr lvl="0"/>
            <a:r>
              <a:rPr lang="en-US" dirty="0"/>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1" y="6477000"/>
            <a:ext cx="11049000" cy="5334000"/>
          </a:xfrm>
        </p:spPr>
        <p:txBody>
          <a:bodyPr/>
          <a:lstStyle>
            <a:lvl1pPr>
              <a:lnSpc>
                <a:spcPct val="100000"/>
              </a:lnSpc>
              <a:spcBef>
                <a:spcPts val="0"/>
              </a:spcBef>
              <a:defRPr sz="8598">
                <a:solidFill>
                  <a:schemeClr val="tx1"/>
                </a:solidFill>
              </a:defRPr>
            </a:lvl1pPr>
            <a:lvl2pPr marL="786226" indent="-786226">
              <a:lnSpc>
                <a:spcPct val="100000"/>
              </a:lnSpc>
              <a:spcBef>
                <a:spcPts val="0"/>
              </a:spcBef>
              <a:defRPr sz="8598">
                <a:solidFill>
                  <a:schemeClr val="tx1"/>
                </a:solidFill>
              </a:defRPr>
            </a:lvl2pPr>
            <a:lvl3pPr marL="1499316" indent="-786226">
              <a:lnSpc>
                <a:spcPct val="100000"/>
              </a:lnSpc>
              <a:spcBef>
                <a:spcPts val="0"/>
              </a:spcBef>
              <a:defRPr sz="8598">
                <a:solidFill>
                  <a:schemeClr val="tx1"/>
                </a:solidFill>
              </a:defRPr>
            </a:lvl3pPr>
            <a:lvl4pPr marL="2285542" indent="-786226">
              <a:lnSpc>
                <a:spcPct val="100000"/>
              </a:lnSpc>
              <a:spcBef>
                <a:spcPts val="0"/>
              </a:spcBef>
              <a:defRPr sz="8598">
                <a:solidFill>
                  <a:schemeClr val="tx1"/>
                </a:solidFill>
              </a:defRPr>
            </a:lvl4pPr>
            <a:lvl5pPr>
              <a:lnSpc>
                <a:spcPct val="100000"/>
              </a:lnSpc>
              <a:spcBef>
                <a:spcPts val="0"/>
              </a:spcBef>
              <a:defRPr sz="8598">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0837D060-1DA4-2AC5-AC63-E1AFDD16370F}"/>
              </a:ext>
            </a:extLst>
          </p:cNvPr>
          <p:cNvSpPr>
            <a:spLocks noGrp="1"/>
          </p:cNvSpPr>
          <p:nvPr>
            <p:ph type="ftr" sz="quarter" idx="18"/>
          </p:nvPr>
        </p:nvSpPr>
        <p:spPr>
          <a:xfrm>
            <a:off x="568325" y="12804236"/>
            <a:ext cx="4956175" cy="381000"/>
          </a:xfrm>
        </p:spPr>
        <p:txBody>
          <a:bodyPr/>
          <a:lstStyle/>
          <a:p>
            <a:endParaRPr lang="en-US"/>
          </a:p>
        </p:txBody>
      </p:sp>
      <p:sp>
        <p:nvSpPr>
          <p:cNvPr id="6" name="Slide Number">
            <a:extLst>
              <a:ext uri="{FF2B5EF4-FFF2-40B4-BE49-F238E27FC236}">
                <a16:creationId xmlns:a16="http://schemas.microsoft.com/office/drawing/2014/main" id="{B3EE9E1A-5619-752E-836B-A127FD2C7D75}"/>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701069056"/>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3" y="576072"/>
            <a:ext cx="4949824" cy="28590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11480"/>
            <a:ext cx="4951413" cy="2859088"/>
          </a:xfrm>
        </p:spPr>
        <p:txBody>
          <a:bodyPr/>
          <a:lstStyle>
            <a:lvl1pPr>
              <a:lnSpc>
                <a:spcPct val="90000"/>
              </a:lnSpc>
              <a:defRPr sz="12998">
                <a:solidFill>
                  <a:schemeClr val="accent1"/>
                </a:solidFill>
              </a:defRPr>
            </a:lvl1pPr>
            <a:lvl2pPr marL="0" indent="0">
              <a:buNone/>
              <a:defRPr/>
            </a:lvl2pPr>
          </a:lstStyle>
          <a:p>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6072"/>
            <a:ext cx="7620000" cy="285908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187953"/>
            <a:ext cx="4951413" cy="2857506"/>
          </a:xfrm>
        </p:spPr>
        <p:txBody>
          <a:bodyPr/>
          <a:lstStyle>
            <a:lvl1pPr>
              <a:lnSpc>
                <a:spcPct val="90000"/>
              </a:lnSpc>
              <a:defRPr sz="12998">
                <a:solidFill>
                  <a:schemeClr val="accent1"/>
                </a:solidFill>
              </a:defRPr>
            </a:lvl1pPr>
          </a:lstStyle>
          <a:p>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4381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3" y="8403337"/>
            <a:ext cx="4951411" cy="2857506"/>
          </a:xfrm>
        </p:spPr>
        <p:txBody>
          <a:bodyPr/>
          <a:lstStyle>
            <a:lvl1pPr>
              <a:lnSpc>
                <a:spcPct val="90000"/>
              </a:lnSpc>
              <a:defRPr sz="12998">
                <a:solidFill>
                  <a:schemeClr val="accent1"/>
                </a:solidFill>
              </a:defRPr>
            </a:lvl1pPr>
          </a:lstStyle>
          <a:p>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8572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6"/>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5C67502-D618-DC10-9CCC-905693ABB58E}"/>
              </a:ext>
            </a:extLst>
          </p:cNvPr>
          <p:cNvSpPr>
            <a:spLocks noGrp="1"/>
          </p:cNvSpPr>
          <p:nvPr>
            <p:ph type="ftr" sz="quarter" idx="18"/>
          </p:nvPr>
        </p:nvSpPr>
        <p:spPr>
          <a:xfrm>
            <a:off x="568325" y="12804236"/>
            <a:ext cx="4956175" cy="381000"/>
          </a:xfrm>
        </p:spPr>
        <p:txBody>
          <a:bodyPr/>
          <a:lstStyle/>
          <a:p>
            <a:endParaRPr lang="en-US"/>
          </a:p>
        </p:txBody>
      </p:sp>
      <p:sp>
        <p:nvSpPr>
          <p:cNvPr id="6" name="Slide Number">
            <a:extLst>
              <a:ext uri="{FF2B5EF4-FFF2-40B4-BE49-F238E27FC236}">
                <a16:creationId xmlns:a16="http://schemas.microsoft.com/office/drawing/2014/main" id="{022EFDDC-A614-EFF6-CE30-E60F4DB9F755}"/>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19422739"/>
      </p:ext>
    </p:extLst>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74" y="3429000"/>
            <a:ext cx="4956175"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1"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499"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568325" y="12804236"/>
            <a:ext cx="4956175" cy="381000"/>
          </a:xfrm>
        </p:spPr>
        <p:txBody>
          <a:bodyPr/>
          <a:lstStyle/>
          <a:p>
            <a:endParaRPr lang="en-US"/>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779926502"/>
      </p:ext>
    </p:extLst>
  </p:cSld>
  <p:clrMapOvr>
    <a:masterClrMapping/>
  </p:clrMapOvr>
  <p:transition spd="med"/>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1" y="576072"/>
            <a:ext cx="4956175" cy="1525588"/>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6">
            <a:extLst>
              <a:ext uri="{FF2B5EF4-FFF2-40B4-BE49-F238E27FC236}">
                <a16:creationId xmlns:a16="http://schemas.microsoft.com/office/drawing/2014/main" id="{1239EA8E-6B4C-405F-E7F6-ABB450E07109}"/>
              </a:ext>
            </a:extLst>
          </p:cNvPr>
          <p:cNvSpPr>
            <a:spLocks noGrp="1"/>
          </p:cNvSpPr>
          <p:nvPr>
            <p:ph type="body" sz="quarter" idx="19"/>
          </p:nvPr>
        </p:nvSpPr>
        <p:spPr>
          <a:xfrm>
            <a:off x="579437"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6096000" y="3429000"/>
            <a:ext cx="0" cy="8572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12188953"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18288001"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499" y="3429000"/>
            <a:ext cx="495935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69EE7B3-BC6A-6676-8FA2-607F9B08DA3D}"/>
              </a:ext>
            </a:extLst>
          </p:cNvPr>
          <p:cNvSpPr>
            <a:spLocks noGrp="1"/>
          </p:cNvSpPr>
          <p:nvPr>
            <p:ph type="ftr" sz="quarter" idx="18"/>
          </p:nvPr>
        </p:nvSpPr>
        <p:spPr>
          <a:xfrm>
            <a:off x="568325" y="12804236"/>
            <a:ext cx="4956175" cy="381000"/>
          </a:xfrm>
        </p:spPr>
        <p:txBody>
          <a:bodyPr/>
          <a:lstStyle/>
          <a:p>
            <a:endParaRPr lang="en-US"/>
          </a:p>
        </p:txBody>
      </p:sp>
      <p:sp>
        <p:nvSpPr>
          <p:cNvPr id="5" name="Slide Number">
            <a:extLst>
              <a:ext uri="{FF2B5EF4-FFF2-40B4-BE49-F238E27FC236}">
                <a16:creationId xmlns:a16="http://schemas.microsoft.com/office/drawing/2014/main" id="{DB52D7E1-3828-A1B9-9239-637B1E2A5431}"/>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919191273"/>
      </p:ext>
    </p:extLst>
  </p:cSld>
  <p:clrMapOvr>
    <a:masterClrMapping/>
  </p:clrMapOvr>
  <p:transition spd="med"/>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US"/>
              <a:t>Click to edit Master title style</a:t>
            </a:r>
            <a:endParaRPr lang="en-US" dirty="0"/>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p:nvPr userDrawn="1"/>
        </p:nvCxnSpPr>
        <p:spPr bwMode="auto">
          <a:xfrm>
            <a:off x="6096000"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1" y="576072"/>
            <a:ext cx="4956175"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3D7A0E74-695D-C6F5-07CD-01209D58A70A}"/>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1"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1"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19E1AC9A-B000-435B-E4BC-54B09FB7957C}"/>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2"/>
            <a:ext cx="4959350"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499"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3F3A850-F28F-F30E-5505-EA11791B052B}"/>
              </a:ext>
            </a:extLst>
          </p:cNvPr>
          <p:cNvSpPr>
            <a:spLocks noGrp="1"/>
          </p:cNvSpPr>
          <p:nvPr>
            <p:ph type="ftr" sz="quarter" idx="18"/>
          </p:nvPr>
        </p:nvSpPr>
        <p:spPr>
          <a:xfrm>
            <a:off x="568325" y="12804236"/>
            <a:ext cx="4956175" cy="381000"/>
          </a:xfrm>
        </p:spPr>
        <p:txBody>
          <a:bodyPr/>
          <a:lstStyle/>
          <a:p>
            <a:endParaRPr lang="en-US"/>
          </a:p>
        </p:txBody>
      </p:sp>
      <p:sp>
        <p:nvSpPr>
          <p:cNvPr id="5" name="Slide Number">
            <a:extLst>
              <a:ext uri="{FF2B5EF4-FFF2-40B4-BE49-F238E27FC236}">
                <a16:creationId xmlns:a16="http://schemas.microsoft.com/office/drawing/2014/main" id="{B96005D4-0874-989F-217D-8A2592F81D57}"/>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746358454"/>
      </p:ext>
    </p:extLst>
  </p:cSld>
  <p:clrMapOvr>
    <a:masterClrMapping/>
  </p:clrMapOvr>
  <p:transition spd="med"/>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3" y="576072"/>
            <a:ext cx="4949824" cy="2097088"/>
          </a:xfrm>
        </p:spPr>
        <p:txBody>
          <a:bodyPr/>
          <a:lstStyle>
            <a:lvl1pPr>
              <a:lnSpc>
                <a:spcPct val="110000"/>
              </a:lnSpc>
              <a:defRPr sz="24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74" y="3429000"/>
            <a:ext cx="4956175" cy="4000500"/>
          </a:xfrm>
        </p:spPr>
        <p:txBody>
          <a:bodyPr/>
          <a:lstStyle>
            <a:lvl1pPr>
              <a:lnSpc>
                <a:spcPct val="100000"/>
              </a:lnSpc>
              <a:spcBef>
                <a:spcPts val="0"/>
              </a:spcBef>
              <a:defRPr sz="3600">
                <a:solidFill>
                  <a:schemeClr val="tx1"/>
                </a:solidFill>
              </a:defRPr>
            </a:lvl1pPr>
          </a:lstStyle>
          <a:p>
            <a:pPr lvl="0"/>
            <a:r>
              <a:rPr lang="en-US"/>
              <a:t>Click to edit Master text styles</a:t>
            </a:r>
          </a:p>
        </p:txBody>
      </p:sp>
      <p:cxnSp>
        <p:nvCxnSpPr>
          <p:cNvPr id="17" name="Straight Connector 16" descr="Vertical column divider">
            <a:extLst>
              <a:ext uri="{FF2B5EF4-FFF2-40B4-BE49-F238E27FC236}">
                <a16:creationId xmlns:a16="http://schemas.microsoft.com/office/drawing/2014/main" id="{4D695107-5427-4D2D-F88F-89BA74127CBF}"/>
              </a:ext>
            </a:extLst>
          </p:cNvPr>
          <p:cNvCxnSpPr/>
          <p:nvPr userDrawn="1"/>
        </p:nvCxnSpPr>
        <p:spPr bwMode="auto">
          <a:xfrm>
            <a:off x="6096000"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1" y="576072"/>
            <a:ext cx="1216152" cy="1216152"/>
          </a:xfrm>
        </p:spPr>
        <p:txBody>
          <a:bodyPr anchor="ctr"/>
          <a:lstStyle>
            <a:lvl1pPr algn="ctr">
              <a:defRPr sz="1600">
                <a:solidFill>
                  <a:schemeClr val="tx1"/>
                </a:solidFill>
              </a:defRPr>
            </a:lvl1pPr>
          </a:lstStyle>
          <a:p>
            <a:r>
              <a:rPr lang="en-US"/>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43B07B4A-5DB5-8126-EA79-502787053E82}"/>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76355" y="576072"/>
            <a:ext cx="1216152" cy="1216152"/>
          </a:xfrm>
        </p:spPr>
        <p:txBody>
          <a:bodyPr anchor="ctr"/>
          <a:lstStyle>
            <a:lvl1pPr algn="ctr">
              <a:defRPr sz="1600">
                <a:solidFill>
                  <a:schemeClr val="tx1"/>
                </a:solidFill>
              </a:defRPr>
            </a:lvl1pPr>
          </a:lstStyle>
          <a:p>
            <a:r>
              <a:rPr lang="en-US"/>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68032" y="3429000"/>
            <a:ext cx="4942119" cy="85725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4D829559-0A72-8826-E06A-C6CCD39750A4}"/>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1" y="576072"/>
            <a:ext cx="1216152" cy="1216152"/>
          </a:xfrm>
        </p:spPr>
        <p:txBody>
          <a:bodyPr anchor="ctr"/>
          <a:lstStyle>
            <a:lvl1pPr algn="ctr">
              <a:defRPr sz="1600">
                <a:solidFill>
                  <a:schemeClr val="tx1"/>
                </a:solidFill>
              </a:defRPr>
            </a:lvl1pPr>
          </a:lstStyle>
          <a:p>
            <a:r>
              <a:rPr lang="en-US"/>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59502" y="3429000"/>
            <a:ext cx="4952999" cy="85725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p>
            <a:endParaRPr lang="en-US"/>
          </a:p>
        </p:txBody>
      </p:sp>
      <p:sp>
        <p:nvSpPr>
          <p:cNvPr id="6" name="Slide Number">
            <a:extLst>
              <a:ext uri="{FF2B5EF4-FFF2-40B4-BE49-F238E27FC236}">
                <a16:creationId xmlns:a16="http://schemas.microsoft.com/office/drawing/2014/main" id="{D2A45AB7-102C-FBDF-94FD-99783B6A5A18}"/>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868962664"/>
      </p:ext>
    </p:extLst>
  </p:cSld>
  <p:clrMapOvr>
    <a:masterClrMapping/>
  </p:clrMapOvr>
  <p:transition spd="med"/>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384048"/>
            <a:ext cx="4949824" cy="1141412"/>
          </a:xfrm>
        </p:spPr>
        <p:txBody>
          <a:bodyPr/>
          <a:lstStyle>
            <a:lvl1pPr>
              <a:lnSpc>
                <a:spcPct val="100000"/>
              </a:lnSpc>
              <a:defRPr sz="6398">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5977" y="384048"/>
            <a:ext cx="4956175" cy="1141412"/>
          </a:xfrm>
        </p:spPr>
        <p:txBody>
          <a:bodyPr/>
          <a:lstStyle>
            <a:lvl1pPr>
              <a:lnSpc>
                <a:spcPct val="100000"/>
              </a:lnSpc>
              <a:spcBef>
                <a:spcPts val="0"/>
              </a:spcBef>
              <a:defRPr sz="6398">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5980" indent="-255980">
              <a:spcBef>
                <a:spcPts val="0"/>
              </a:spcBef>
              <a:defRPr sz="2800" b="0" i="0">
                <a:solidFill>
                  <a:schemeClr val="tx1"/>
                </a:solidFill>
                <a:latin typeface="IBM Plex Sans Light" panose="020B0403050203000203" pitchFamily="34" charset="0"/>
              </a:defRPr>
            </a:lvl2pPr>
            <a:lvl3pPr marL="511962" indent="-255980">
              <a:spcBef>
                <a:spcPts val="0"/>
              </a:spcBef>
              <a:defRPr sz="2800" b="0" i="0">
                <a:solidFill>
                  <a:schemeClr val="tx1"/>
                </a:solidFill>
                <a:latin typeface="IBM Plex Sans Light" panose="020B0403050203000203" pitchFamily="34" charset="0"/>
              </a:defRPr>
            </a:lvl3pPr>
            <a:lvl4pPr marL="767942" indent="-255980">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1" y="3429000"/>
            <a:ext cx="10096500" cy="8572500"/>
          </a:xfrm>
        </p:spPr>
        <p:txBody>
          <a:bodyPr/>
          <a:lstStyle>
            <a:lvl1pPr>
              <a:spcBef>
                <a:spcPts val="0"/>
              </a:spcBef>
              <a:defRPr sz="2800" b="0" i="0">
                <a:solidFill>
                  <a:schemeClr val="tx1"/>
                </a:solidFill>
                <a:latin typeface="IBM Plex Sans Light" panose="020B0403050203000203" pitchFamily="34" charset="0"/>
              </a:defRPr>
            </a:lvl1pPr>
            <a:lvl2pPr marL="255980" indent="-255980">
              <a:spcBef>
                <a:spcPts val="0"/>
              </a:spcBef>
              <a:defRPr sz="2800" b="0" i="0">
                <a:solidFill>
                  <a:schemeClr val="tx1"/>
                </a:solidFill>
                <a:latin typeface="IBM Plex Sans Light" panose="020B0403050203000203" pitchFamily="34" charset="0"/>
              </a:defRPr>
            </a:lvl2pPr>
            <a:lvl3pPr marL="511962" indent="-255980">
              <a:spcBef>
                <a:spcPts val="0"/>
              </a:spcBef>
              <a:defRPr sz="2800" b="0" i="0">
                <a:solidFill>
                  <a:schemeClr val="tx1"/>
                </a:solidFill>
                <a:latin typeface="IBM Plex Sans Light" panose="020B0403050203000203" pitchFamily="34" charset="0"/>
              </a:defRPr>
            </a:lvl3pPr>
            <a:lvl4pPr marL="767942" indent="-255980">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p>
            <a:endParaRPr lang="en-US"/>
          </a:p>
        </p:txBody>
      </p:sp>
      <p:sp>
        <p:nvSpPr>
          <p:cNvPr id="5" name="Slide Number">
            <a:extLst>
              <a:ext uri="{FF2B5EF4-FFF2-40B4-BE49-F238E27FC236}">
                <a16:creationId xmlns:a16="http://schemas.microsoft.com/office/drawing/2014/main" id="{5C3B405E-94D1-4A09-C6BF-A66D9CBEF63D}"/>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022486310"/>
      </p:ext>
    </p:extLst>
  </p:cSld>
  <p:clrMapOvr>
    <a:masterClrMapping/>
  </p:clrMapOvr>
  <p:transition spd="med"/>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73" y="576072"/>
            <a:ext cx="7424927" cy="19065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73" y="3429000"/>
            <a:ext cx="10099675"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63501" y="3429000"/>
            <a:ext cx="10096500"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38EC09FB-402F-F3CE-E1D2-51583F1BCCFA}"/>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659344414"/>
      </p:ext>
    </p:extLst>
  </p:cSld>
  <p:clrMapOvr>
    <a:masterClrMapping/>
  </p:clrMapOvr>
  <p:transition spd="med"/>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4" y="384048"/>
            <a:ext cx="11045824" cy="4573588"/>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76072"/>
            <a:ext cx="4953001" cy="11431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499" y="576072"/>
            <a:ext cx="4953001" cy="11431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C7A51FE3-0F54-1487-47B4-164B5B802CA1}"/>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631745373"/>
      </p:ext>
    </p:extLst>
  </p:cSld>
  <p:clrMapOvr>
    <a:masterClrMapping/>
  </p:clrMapOvr>
  <p:transition spd="med"/>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1" y="576072"/>
            <a:ext cx="4953001" cy="4573588"/>
          </a:xfrm>
        </p:spPr>
        <p:txBody>
          <a:bodyPr/>
          <a:lstStyle>
            <a:lvl1pPr>
              <a:lnSpc>
                <a:spcPct val="10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69914"/>
            <a:ext cx="4953001" cy="11431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499" y="569914"/>
            <a:ext cx="4953001" cy="11431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745FF4F8-7F82-E9C2-8046-C791019E1694}"/>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255377108"/>
      </p:ext>
    </p:extLst>
  </p:cSld>
  <p:clrMapOvr>
    <a:masterClrMapping/>
  </p:clrMapOvr>
  <p:transition spd="med"/>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4" y="384048"/>
            <a:ext cx="11039475" cy="4573588"/>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1"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499" y="576072"/>
            <a:ext cx="4959350"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4"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endParaRPr lang="en-US"/>
          </a:p>
        </p:txBody>
      </p:sp>
      <p:sp>
        <p:nvSpPr>
          <p:cNvPr id="7" name="Slide Number">
            <a:extLst>
              <a:ext uri="{FF2B5EF4-FFF2-40B4-BE49-F238E27FC236}">
                <a16:creationId xmlns:a16="http://schemas.microsoft.com/office/drawing/2014/main" id="{9BFC0CA6-CE6F-D94C-2967-FBF2240020C4}"/>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503732985"/>
      </p:ext>
    </p:extLst>
  </p:cSld>
  <p:clrMapOvr>
    <a:masterClrMapping/>
  </p:clrMapOvr>
  <p:transition spd="med"/>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576072"/>
            <a:ext cx="4949826" cy="4573588"/>
          </a:xfrm>
        </p:spPr>
        <p:txBody>
          <a:bodyPr rIns="0"/>
          <a:lstStyle>
            <a:lvl1pPr>
              <a:lnSpc>
                <a:spcPct val="100000"/>
              </a:lnSpc>
              <a:defRPr sz="2800">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1"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499" y="576072"/>
            <a:ext cx="4959350"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585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endParaRPr lang="en-US"/>
          </a:p>
        </p:txBody>
      </p:sp>
      <p:sp>
        <p:nvSpPr>
          <p:cNvPr id="7" name="Slide Number">
            <a:extLst>
              <a:ext uri="{FF2B5EF4-FFF2-40B4-BE49-F238E27FC236}">
                <a16:creationId xmlns:a16="http://schemas.microsoft.com/office/drawing/2014/main" id="{8CF1D655-1791-BEF3-D8AA-E589057E73AC}"/>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959884203"/>
      </p:ext>
    </p:extLst>
  </p:cSld>
  <p:clrMapOvr>
    <a:masterClrMapping/>
  </p:clrMapOvr>
  <p:transition spd="med"/>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384049"/>
            <a:ext cx="4949824" cy="1141414"/>
          </a:xfrm>
        </p:spPr>
        <p:txBody>
          <a:bodyPr/>
          <a:lstStyle>
            <a:lvl1pPr>
              <a:lnSpc>
                <a:spcPct val="100000"/>
              </a:lnSpc>
              <a:defRPr sz="6398">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3" y="384048"/>
            <a:ext cx="4956175" cy="1141412"/>
          </a:xfrm>
        </p:spPr>
        <p:txBody>
          <a:bodyPr/>
          <a:lstStyle>
            <a:lvl1pPr>
              <a:lnSpc>
                <a:spcPct val="100000"/>
              </a:lnSpc>
              <a:spcBef>
                <a:spcPts val="0"/>
              </a:spcBef>
              <a:defRPr sz="6398">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5980" indent="-255980">
              <a:spcBef>
                <a:spcPts val="0"/>
              </a:spcBef>
              <a:defRPr sz="2800" b="0" i="0">
                <a:solidFill>
                  <a:schemeClr val="tx1"/>
                </a:solidFill>
                <a:latin typeface="IBM Plex Sans Light" panose="020B0403050203000203" pitchFamily="34" charset="0"/>
              </a:defRPr>
            </a:lvl2pPr>
            <a:lvl3pPr marL="511962" indent="-255980">
              <a:spcBef>
                <a:spcPts val="0"/>
              </a:spcBef>
              <a:defRPr sz="2800" b="0" i="0">
                <a:solidFill>
                  <a:schemeClr val="tx1"/>
                </a:solidFill>
                <a:latin typeface="IBM Plex Sans Light" panose="020B0403050203000203" pitchFamily="34" charset="0"/>
              </a:defRPr>
            </a:lvl3pPr>
            <a:lvl4pPr marL="767942" indent="-255980">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3" name="Straight Connector 12" descr="Vertical column divider">
            <a:extLst>
              <a:ext uri="{FF2B5EF4-FFF2-40B4-BE49-F238E27FC236}">
                <a16:creationId xmlns:a16="http://schemas.microsoft.com/office/drawing/2014/main" id="{202744BD-C7A4-D538-2E19-AA279C025A21}"/>
              </a:ext>
            </a:extLst>
          </p:cNvPr>
          <p:cNvCxnSpPr/>
          <p:nvPr userDrawn="1"/>
        </p:nvCxnSpPr>
        <p:spPr bwMode="auto">
          <a:xfrm>
            <a:off x="12188953"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63501" y="576073"/>
            <a:ext cx="1216152" cy="1214462"/>
          </a:xfrm>
        </p:spPr>
        <p:txBody>
          <a:bodyPr anchor="ctr"/>
          <a:lstStyle>
            <a:lvl1pPr algn="ctr">
              <a:defRPr sz="1600">
                <a:solidFill>
                  <a:schemeClr val="tx1"/>
                </a:solidFill>
              </a:defRPr>
            </a:lvl1pPr>
          </a:lstStyle>
          <a:p>
            <a:r>
              <a:rPr lang="en-US"/>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7638" y="3429000"/>
            <a:ext cx="4953001"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ADCE883F-3781-7F7E-8236-8BB5CEBAD77C}"/>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5" cy="1216152"/>
          </a:xfrm>
        </p:spPr>
        <p:txBody>
          <a:bodyPr anchor="ctr"/>
          <a:lstStyle>
            <a:lvl1pPr algn="ctr">
              <a:defRPr sz="1600">
                <a:solidFill>
                  <a:schemeClr val="tx1"/>
                </a:solidFill>
              </a:defRPr>
            </a:lvl1pPr>
          </a:lstStyle>
          <a:p>
            <a:r>
              <a:rPr lang="en-US"/>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3638"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p>
            <a:endParaRPr lang="en-US"/>
          </a:p>
        </p:txBody>
      </p:sp>
      <p:sp>
        <p:nvSpPr>
          <p:cNvPr id="8" name="Slide Number">
            <a:extLst>
              <a:ext uri="{FF2B5EF4-FFF2-40B4-BE49-F238E27FC236}">
                <a16:creationId xmlns:a16="http://schemas.microsoft.com/office/drawing/2014/main" id="{FE28AB83-26B6-464D-000B-077BBC188616}"/>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540025441"/>
      </p:ext>
    </p:extLst>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4" y="2478024"/>
            <a:ext cx="6670674" cy="3048000"/>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00A530A6-2F26-DA70-D0D9-6DD90453CEC1}"/>
              </a:ext>
              <a:ext uri="{C183D7F6-B498-43B3-948B-1728B52AA6E4}">
                <adec:decorative xmlns:adec="http://schemas.microsoft.com/office/drawing/2017/decorative" val="0"/>
              </a:ext>
            </a:extLst>
          </p:cNvPr>
          <p:cNvCxnSpPr/>
          <p:nvPr userDrawn="1"/>
        </p:nvCxnSpPr>
        <p:spPr bwMode="auto">
          <a:xfrm>
            <a:off x="12191999"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63501" y="576072"/>
            <a:ext cx="1216152" cy="1216152"/>
          </a:xfrm>
        </p:spPr>
        <p:txBody>
          <a:bodyPr anchor="ctr"/>
          <a:lstStyle>
            <a:lvl1pPr algn="ctr">
              <a:defRPr sz="1600"/>
            </a:lvl1pPr>
          </a:lstStyle>
          <a:p>
            <a:r>
              <a:rPr lang="en-US"/>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63500" y="2476500"/>
            <a:ext cx="6667500" cy="3048000"/>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p:nvPr userDrawn="1"/>
        </p:nvCxnSpPr>
        <p:spPr bwMode="auto">
          <a:xfrm>
            <a:off x="568326" y="6096000"/>
            <a:ext cx="232441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2"/>
            <a:ext cx="1216152" cy="1216152"/>
          </a:xfrm>
        </p:spPr>
        <p:txBody>
          <a:bodyPr anchor="ctr"/>
          <a:lstStyle>
            <a:lvl1pPr algn="ctr">
              <a:defRPr sz="1600"/>
            </a:lvl1pPr>
          </a:lstStyle>
          <a:p>
            <a:r>
              <a:rPr lang="en-US"/>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1" y="8385048"/>
            <a:ext cx="6670676" cy="3048000"/>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63501" y="6477000"/>
            <a:ext cx="1216152" cy="1216152"/>
          </a:xfrm>
        </p:spPr>
        <p:txBody>
          <a:bodyPr anchor="ctr"/>
          <a:lstStyle>
            <a:lvl1pPr algn="ctr">
              <a:defRPr sz="1600"/>
            </a:lvl1pPr>
          </a:lstStyle>
          <a:p>
            <a:r>
              <a:rPr lang="en-US"/>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63502" y="8382000"/>
            <a:ext cx="6667500" cy="3048000"/>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p>
            <a:endParaRPr lang="en-US"/>
          </a:p>
        </p:txBody>
      </p:sp>
      <p:sp>
        <p:nvSpPr>
          <p:cNvPr id="4" name="Slide Number">
            <a:extLst>
              <a:ext uri="{FF2B5EF4-FFF2-40B4-BE49-F238E27FC236}">
                <a16:creationId xmlns:a16="http://schemas.microsoft.com/office/drawing/2014/main" id="{FDDCE3A8-54F6-70FC-38D0-2AF2D8AB71EE}"/>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448259872"/>
      </p:ext>
    </p:extLst>
  </p:cSld>
  <p:clrMapOvr>
    <a:masterClrMapping/>
  </p:clrMapOvr>
  <p:transition spd="med"/>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4" y="576072"/>
            <a:ext cx="4956175" cy="1141412"/>
          </a:xfrm>
        </p:spPr>
        <p:txBody>
          <a:bodyPr/>
          <a:lstStyle>
            <a:lvl1pPr>
              <a:defRPr sz="28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1" y="1682496"/>
            <a:ext cx="5715000" cy="2276856"/>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5024" y="576072"/>
            <a:ext cx="4953001"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2"/>
            <a:ext cx="4959350"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499"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endParaRPr lang="en-US"/>
          </a:p>
        </p:txBody>
      </p:sp>
      <p:sp>
        <p:nvSpPr>
          <p:cNvPr id="6" name="Slide Number">
            <a:extLst>
              <a:ext uri="{FF2B5EF4-FFF2-40B4-BE49-F238E27FC236}">
                <a16:creationId xmlns:a16="http://schemas.microsoft.com/office/drawing/2014/main" id="{6CE92126-B67C-8301-95D0-A821B804399E}"/>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207244521"/>
      </p:ext>
    </p:extLst>
  </p:cSld>
  <p:clrMapOvr>
    <a:masterClrMapping/>
  </p:clrMapOvr>
  <p:transition spd="med"/>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4" y="576072"/>
            <a:ext cx="4956175" cy="448056"/>
          </a:xfrm>
        </p:spPr>
        <p:txBody>
          <a:bodyPr/>
          <a:lstStyle>
            <a:lvl1pPr>
              <a:defRPr sz="28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4" y="1527048"/>
            <a:ext cx="11044240" cy="2276856"/>
          </a:xfrm>
        </p:spPr>
        <p:txBody>
          <a:bodyPr rIns="457200"/>
          <a:lstStyle>
            <a:lvl1pPr>
              <a:lnSpc>
                <a:spcPct val="110000"/>
              </a:lnSpc>
              <a:defRPr sz="6398">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69914"/>
            <a:ext cx="4953001"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69914"/>
            <a:ext cx="4959350"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499"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endParaRPr lang="en-US"/>
          </a:p>
        </p:txBody>
      </p:sp>
      <p:sp>
        <p:nvSpPr>
          <p:cNvPr id="6" name="Slide Number">
            <a:extLst>
              <a:ext uri="{FF2B5EF4-FFF2-40B4-BE49-F238E27FC236}">
                <a16:creationId xmlns:a16="http://schemas.microsoft.com/office/drawing/2014/main" id="{D8351E8F-C586-866F-37A3-340B3DD347B2}"/>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775070627"/>
      </p:ext>
    </p:extLst>
  </p:cSld>
  <p:clrMapOvr>
    <a:masterClrMapping/>
  </p:clrMapOvr>
  <p:transition spd="med"/>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4" y="576072"/>
            <a:ext cx="4956175" cy="4573588"/>
          </a:xfrm>
        </p:spPr>
        <p:txBody>
          <a:bodyPr/>
          <a:lstStyle>
            <a:lvl1pPr>
              <a:lnSpc>
                <a:spcPct val="100000"/>
              </a:lnSpc>
              <a:defRPr sz="2800">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3" y="665683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2"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2"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endParaRPr lang="en-US"/>
          </a:p>
        </p:txBody>
      </p:sp>
      <p:sp>
        <p:nvSpPr>
          <p:cNvPr id="5" name="Slide Number">
            <a:extLst>
              <a:ext uri="{FF2B5EF4-FFF2-40B4-BE49-F238E27FC236}">
                <a16:creationId xmlns:a16="http://schemas.microsoft.com/office/drawing/2014/main" id="{7D0BCD34-4CA7-388C-5244-7DC8F9F36FAC}"/>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17238193"/>
      </p:ext>
    </p:extLst>
  </p:cSld>
  <p:clrMapOvr>
    <a:masterClrMapping/>
  </p:clrMapOvr>
  <p:transition spd="med"/>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4" y="384048"/>
            <a:ext cx="11050589" cy="4573588"/>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3" y="665683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9593"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2"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endParaRPr lang="en-US"/>
          </a:p>
        </p:txBody>
      </p:sp>
      <p:sp>
        <p:nvSpPr>
          <p:cNvPr id="5" name="Slide Number">
            <a:extLst>
              <a:ext uri="{FF2B5EF4-FFF2-40B4-BE49-F238E27FC236}">
                <a16:creationId xmlns:a16="http://schemas.microsoft.com/office/drawing/2014/main" id="{238163DF-77AB-875A-C8AC-2F8AEABFB85F}"/>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84739072"/>
      </p:ext>
    </p:extLst>
  </p:cSld>
  <p:clrMapOvr>
    <a:masterClrMapping/>
  </p:clrMapOvr>
  <p:transition spd="med"/>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576072"/>
            <a:ext cx="4949824" cy="4573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5976" y="576072"/>
            <a:ext cx="4953001"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1"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2"/>
            <a:ext cx="4959350"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4">
            <a:extLst>
              <a:ext uri="{FF2B5EF4-FFF2-40B4-BE49-F238E27FC236}">
                <a16:creationId xmlns:a16="http://schemas.microsoft.com/office/drawing/2014/main" id="{AB1A268B-43F5-F600-93B7-6248877F5D30}"/>
              </a:ext>
            </a:extLst>
          </p:cNvPr>
          <p:cNvSpPr>
            <a:spLocks noGrp="1"/>
          </p:cNvSpPr>
          <p:nvPr>
            <p:ph type="body" sz="quarter" idx="21"/>
          </p:nvPr>
        </p:nvSpPr>
        <p:spPr>
          <a:xfrm>
            <a:off x="6669150"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499"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p>
            <a:endParaRPr lang="en-US"/>
          </a:p>
        </p:txBody>
      </p:sp>
      <p:sp>
        <p:nvSpPr>
          <p:cNvPr id="6" name="Slide Number">
            <a:extLst>
              <a:ext uri="{FF2B5EF4-FFF2-40B4-BE49-F238E27FC236}">
                <a16:creationId xmlns:a16="http://schemas.microsoft.com/office/drawing/2014/main" id="{180E7AB4-F0E4-7C09-7FE7-9F182217FE07}"/>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387355797"/>
      </p:ext>
    </p:extLst>
  </p:cSld>
  <p:clrMapOvr>
    <a:masterClrMapping/>
  </p:clrMapOvr>
  <p:transition spd="med"/>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73" y="576072"/>
            <a:ext cx="4949824" cy="2859088"/>
          </a:xfrm>
        </p:spPr>
        <p:txBody>
          <a:bodyPr/>
          <a:lstStyle>
            <a:lvl1pPr>
              <a:lnSpc>
                <a:spcPct val="110000"/>
              </a:lnSpc>
              <a:defRPr sz="2800">
                <a:solidFill>
                  <a:schemeClr val="tx2"/>
                </a:solidFill>
              </a:defRPr>
            </a:lvl1pPr>
          </a:lstStyle>
          <a:p>
            <a:r>
              <a:rPr lang="en-US"/>
              <a:t>Click to edit Master title style</a:t>
            </a:r>
            <a:endParaRPr lang="en-US" dirty="0"/>
          </a:p>
        </p:txBody>
      </p:sp>
      <p:cxnSp>
        <p:nvCxnSpPr>
          <p:cNvPr id="24" name="Straight Connector 23" descr="Vertical column divider">
            <a:extLst>
              <a:ext uri="{FF2B5EF4-FFF2-40B4-BE49-F238E27FC236}">
                <a16:creationId xmlns:a16="http://schemas.microsoft.com/office/drawing/2014/main" id="{B5CBE6E3-0E18-8A57-578D-D314948AF14F}"/>
              </a:ext>
              <a:ext uri="{C183D7F6-B498-43B3-948B-1728B52AA6E4}">
                <adec:decorative xmlns:adec="http://schemas.microsoft.com/office/drawing/2017/decorative" val="0"/>
              </a:ext>
            </a:extLst>
          </p:cNvPr>
          <p:cNvCxnSpPr/>
          <p:nvPr userDrawn="1"/>
        </p:nvCxnSpPr>
        <p:spPr bwMode="auto">
          <a:xfrm>
            <a:off x="6096000"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3"/>
            <a:ext cx="402336" cy="403226"/>
          </a:xfrm>
        </p:spPr>
        <p:txBody>
          <a:bodyPr/>
          <a:lstStyle>
            <a:lvl1pPr>
              <a:defRPr sz="1400">
                <a:solidFill>
                  <a:schemeClr val="tx1"/>
                </a:solidFill>
              </a:defRPr>
            </a:lvl1pPr>
          </a:lstStyle>
          <a:p>
            <a:r>
              <a:rPr lang="en-US" dirty="0"/>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500" y="1333500"/>
            <a:ext cx="4951413"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8" name="Straight Connector 27" descr="Vertical column divider">
            <a:extLst>
              <a:ext uri="{FF2B5EF4-FFF2-40B4-BE49-F238E27FC236}">
                <a16:creationId xmlns:a16="http://schemas.microsoft.com/office/drawing/2014/main" id="{52FF3B59-8BBA-8C99-9D4D-743723E434FC}"/>
              </a:ext>
              <a:ext uri="{C183D7F6-B498-43B3-948B-1728B52AA6E4}">
                <adec:decorative xmlns:adec="http://schemas.microsoft.com/office/drawing/2017/decorative" val="0"/>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63502" y="576073"/>
            <a:ext cx="402336" cy="403226"/>
          </a:xfrm>
        </p:spPr>
        <p:txBody>
          <a:bodyPr/>
          <a:lstStyle>
            <a:lvl1pPr>
              <a:defRPr sz="1400">
                <a:solidFill>
                  <a:schemeClr val="tx1"/>
                </a:solidFill>
              </a:defRPr>
            </a:lvl1pPr>
          </a:lstStyle>
          <a:p>
            <a:r>
              <a:rPr lang="en-US"/>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63500" y="1333500"/>
            <a:ext cx="4953001"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7" name="Straight Connector 26" descr="Vertical column divider">
            <a:extLst>
              <a:ext uri="{FF2B5EF4-FFF2-40B4-BE49-F238E27FC236}">
                <a16:creationId xmlns:a16="http://schemas.microsoft.com/office/drawing/2014/main" id="{47200B05-7E36-4E03-3739-0BA983764616}"/>
              </a:ext>
              <a:ext uri="{C183D7F6-B498-43B3-948B-1728B52AA6E4}">
                <adec:decorative xmlns:adec="http://schemas.microsoft.com/office/drawing/2017/decorative" val="0"/>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2" y="576073"/>
            <a:ext cx="402336" cy="403226"/>
          </a:xfrm>
        </p:spPr>
        <p:txBody>
          <a:bodyPr/>
          <a:lstStyle>
            <a:lvl1pPr>
              <a:defRPr sz="1400">
                <a:solidFill>
                  <a:schemeClr val="tx1"/>
                </a:solidFill>
              </a:defRPr>
            </a:lvl1pPr>
          </a:lstStyle>
          <a:p>
            <a:r>
              <a:rPr lang="en-US"/>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333500"/>
            <a:ext cx="4953001"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6096001" y="6096000"/>
            <a:ext cx="17722849"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6"/>
          </a:xfrm>
        </p:spPr>
        <p:txBody>
          <a:bodyPr/>
          <a:lstStyle>
            <a:lvl1pPr>
              <a:defRPr sz="1400">
                <a:solidFill>
                  <a:schemeClr val="tx1"/>
                </a:solidFill>
              </a:defRPr>
            </a:lvl1pPr>
          </a:lstStyle>
          <a:p>
            <a:r>
              <a:rPr lang="en-US"/>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500" y="7429500"/>
            <a:ext cx="4951413"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63502" y="6694631"/>
            <a:ext cx="402336" cy="403226"/>
          </a:xfrm>
        </p:spPr>
        <p:txBody>
          <a:bodyPr/>
          <a:lstStyle>
            <a:lvl1pPr>
              <a:defRPr sz="1400">
                <a:solidFill>
                  <a:schemeClr val="tx1"/>
                </a:solidFill>
              </a:defRPr>
            </a:lvl1pPr>
          </a:lstStyle>
          <a:p>
            <a:r>
              <a:rPr lang="en-US"/>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63502" y="7429501"/>
            <a:ext cx="4951413" cy="3792682"/>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2" y="6694631"/>
            <a:ext cx="402336" cy="403226"/>
          </a:xfrm>
        </p:spPr>
        <p:txBody>
          <a:bodyPr/>
          <a:lstStyle>
            <a:lvl1pPr>
              <a:defRPr sz="1400">
                <a:solidFill>
                  <a:schemeClr val="tx1"/>
                </a:solidFill>
              </a:defRPr>
            </a:lvl1pPr>
          </a:lstStyle>
          <a:p>
            <a:r>
              <a:rPr lang="en-US"/>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429500"/>
            <a:ext cx="4953001"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p>
            <a:endParaRPr lang="en-US"/>
          </a:p>
        </p:txBody>
      </p:sp>
      <p:sp>
        <p:nvSpPr>
          <p:cNvPr id="11" name="Slide Number">
            <a:extLst>
              <a:ext uri="{FF2B5EF4-FFF2-40B4-BE49-F238E27FC236}">
                <a16:creationId xmlns:a16="http://schemas.microsoft.com/office/drawing/2014/main" id="{A0B46D22-64E6-4222-F4E2-B807A7A15287}"/>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271252833"/>
      </p:ext>
    </p:extLst>
  </p:cSld>
  <p:clrMapOvr>
    <a:masterClrMapping/>
  </p:clrMapOvr>
  <p:transition spd="med"/>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4" y="384049"/>
            <a:ext cx="11039475" cy="3413126"/>
          </a:xfrm>
        </p:spPr>
        <p:txBody>
          <a:bodyPr rIns="457200"/>
          <a:lstStyle>
            <a:lvl1pPr>
              <a:lnSpc>
                <a:spcPct val="100000"/>
              </a:lnSpc>
              <a:defRPr sz="6398">
                <a:solidFill>
                  <a:schemeClr val="tx2"/>
                </a:solidFill>
              </a:defRPr>
            </a:lvl1pPr>
          </a:lstStyle>
          <a:p>
            <a:r>
              <a:rPr lang="en-US"/>
              <a:t>Click to edit Master title style</a:t>
            </a:r>
            <a:endParaRPr lang="en-US" dirty="0"/>
          </a:p>
        </p:txBody>
      </p:sp>
      <p:cxnSp>
        <p:nvCxnSpPr>
          <p:cNvPr id="20" name="Straight Connector 19" descr="Vertical column divider">
            <a:extLst>
              <a:ext uri="{FF2B5EF4-FFF2-40B4-BE49-F238E27FC236}">
                <a16:creationId xmlns:a16="http://schemas.microsoft.com/office/drawing/2014/main" id="{F764036E-86AB-0893-B72B-200B84A6BCFD}"/>
              </a:ext>
              <a:ext uri="{C183D7F6-B498-43B3-948B-1728B52AA6E4}">
                <adec:decorative xmlns:adec="http://schemas.microsoft.com/office/drawing/2017/decorative" val="0"/>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4" y="576072"/>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574677" y="6096000"/>
            <a:ext cx="232441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76071" y="6665976"/>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4"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endParaRPr lang="en-US"/>
          </a:p>
        </p:txBody>
      </p:sp>
      <p:sp>
        <p:nvSpPr>
          <p:cNvPr id="5" name="Slide Number">
            <a:extLst>
              <a:ext uri="{FF2B5EF4-FFF2-40B4-BE49-F238E27FC236}">
                <a16:creationId xmlns:a16="http://schemas.microsoft.com/office/drawing/2014/main" id="{25C7A71B-E65D-0A5D-606D-9F95D5AC6BE8}"/>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91376139"/>
      </p:ext>
    </p:extLst>
  </p:cSld>
  <p:clrMapOvr>
    <a:masterClrMapping/>
  </p:clrMapOvr>
  <p:transition spd="med"/>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3" y="576073"/>
            <a:ext cx="4949824" cy="3413126"/>
          </a:xfrm>
        </p:spPr>
        <p:txBody>
          <a:bodyPr rIns="0"/>
          <a:lstStyle>
            <a:lvl1pPr>
              <a:lnSpc>
                <a:spcPct val="110000"/>
              </a:lnSpc>
              <a:defRPr sz="3600">
                <a:solidFill>
                  <a:schemeClr val="tx2"/>
                </a:solidFill>
              </a:defRPr>
            </a:lvl1pPr>
          </a:lstStyle>
          <a:p>
            <a:r>
              <a:rPr lang="en-US"/>
              <a:t>Click to edit Master title style</a:t>
            </a:r>
            <a:endParaRPr lang="en-US" dirty="0"/>
          </a:p>
        </p:txBody>
      </p:sp>
      <p:cxnSp>
        <p:nvCxnSpPr>
          <p:cNvPr id="20" name="Straight Connector 19" descr="Vertical column divider">
            <a:extLst>
              <a:ext uri="{FF2B5EF4-FFF2-40B4-BE49-F238E27FC236}">
                <a16:creationId xmlns:a16="http://schemas.microsoft.com/office/drawing/2014/main" id="{F764036E-86AB-0893-B72B-200B84A6BCFD}"/>
              </a:ext>
              <a:ext uri="{C183D7F6-B498-43B3-948B-1728B52AA6E4}">
                <adec:decorative xmlns:adec="http://schemas.microsoft.com/office/drawing/2017/decorative" val="0"/>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4" y="576072"/>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574677" y="6096000"/>
            <a:ext cx="232441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80159"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4"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endParaRPr lang="en-US"/>
          </a:p>
        </p:txBody>
      </p:sp>
      <p:sp>
        <p:nvSpPr>
          <p:cNvPr id="5" name="Slide Number">
            <a:extLst>
              <a:ext uri="{FF2B5EF4-FFF2-40B4-BE49-F238E27FC236}">
                <a16:creationId xmlns:a16="http://schemas.microsoft.com/office/drawing/2014/main" id="{78DA00F4-B5C9-B0CB-71F8-ED123EAA68CC}"/>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973928023"/>
      </p:ext>
    </p:extLst>
  </p:cSld>
  <p:clrMapOvr>
    <a:masterClrMapping/>
  </p:clrMapOvr>
  <p:transition spd="med"/>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4" y="3429000"/>
            <a:ext cx="4956175" cy="8572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67500" y="3429000"/>
            <a:ext cx="4951413" cy="8572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1" y="569912"/>
            <a:ext cx="11049000" cy="12574588"/>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p>
            <a:endParaRPr lang="en-US"/>
          </a:p>
        </p:txBody>
      </p:sp>
    </p:spTree>
    <p:extLst>
      <p:ext uri="{BB962C8B-B14F-4D97-AF65-F5344CB8AC3E}">
        <p14:creationId xmlns:p14="http://schemas.microsoft.com/office/powerpoint/2010/main" val="1815540310"/>
      </p:ext>
    </p:extLst>
  </p:cSld>
  <p:clrMapOvr>
    <a:masterClrMapping/>
  </p:clrMapOvr>
  <p:transition spd="med"/>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74" y="3429000"/>
            <a:ext cx="4956175" cy="8572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1" y="0"/>
            <a:ext cx="18291175" cy="13716000"/>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43161" y="12904629"/>
            <a:ext cx="269339" cy="246222"/>
          </a:xfrm>
          <a:prstGeom prst="rect">
            <a:avLst/>
          </a:prstGeo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991727308"/>
      </p:ext>
    </p:extLst>
  </p:cSld>
  <p:clrMapOvr>
    <a:masterClrMapping/>
  </p:clrMapOvr>
  <p:transition spd="med"/>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4" y="3429000"/>
            <a:ext cx="4956175" cy="8572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1" y="565151"/>
            <a:ext cx="17151351" cy="12579350"/>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endParaRPr lang="en-US"/>
          </a:p>
        </p:txBody>
      </p:sp>
    </p:spTree>
    <p:extLst>
      <p:ext uri="{BB962C8B-B14F-4D97-AF65-F5344CB8AC3E}">
        <p14:creationId xmlns:p14="http://schemas.microsoft.com/office/powerpoint/2010/main" val="2008830503"/>
      </p:ext>
    </p:extLst>
  </p:cSld>
  <p:clrMapOvr>
    <a:masterClrMapping/>
  </p:clrMapOvr>
  <p:transition spd="med"/>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0" y="0"/>
            <a:ext cx="24387175" cy="13716000"/>
          </a:xfrm>
          <a:solidFill>
            <a:srgbClr val="E0E0E0"/>
          </a:solidFill>
        </p:spPr>
        <p:txBody>
          <a:bodyPr anchor="ctr"/>
          <a:lstStyle>
            <a:lvl1pPr algn="ctr">
              <a:defRPr>
                <a:solidFill>
                  <a:schemeClr val="accent5"/>
                </a:solidFill>
              </a:defRPr>
            </a:lvl1pPr>
          </a:lstStyle>
          <a:p>
            <a:r>
              <a:rPr lang="en-US"/>
              <a:t>Place imagery here</a:t>
            </a:r>
          </a:p>
        </p:txBody>
      </p:sp>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23543161" y="12904629"/>
            <a:ext cx="269339" cy="246222"/>
          </a:xfrm>
          <a:prstGeom prst="rect">
            <a:avLst/>
          </a:prstGeo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99719489"/>
      </p:ext>
    </p:extLst>
  </p:cSld>
  <p:clrMapOvr>
    <a:masterClrMapping/>
  </p:clrMapOvr>
  <p:transition spd="med"/>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68326" y="569914"/>
            <a:ext cx="23244174" cy="12580936"/>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3515275608"/>
      </p:ext>
    </p:extLst>
  </p:cSld>
  <p:clrMapOvr>
    <a:masterClrMapping/>
  </p:clrMapOvr>
  <p:transition spd="med"/>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7" name="Picture Placeholder 7" descr="Place bio portrait here">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576074" y="2667000"/>
            <a:ext cx="2473324" cy="2476500"/>
          </a:xfrm>
          <a:solidFill>
            <a:srgbClr val="E0E0E0"/>
          </a:solidFill>
        </p:spPr>
        <p:txBody>
          <a:bodyPr anchor="ctr"/>
          <a:lstStyle>
            <a:lvl1pPr algn="ctr">
              <a:defRPr>
                <a:solidFill>
                  <a:schemeClr val="accent5"/>
                </a:solidFill>
              </a:defRPr>
            </a:lvl1pPr>
          </a:lstStyle>
          <a:p>
            <a:r>
              <a:rPr lang="en-US"/>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2" y="2667000"/>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descr="Place bio portrait here">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576074" y="61214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2" y="6121400"/>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7" descr="Place bio portrait here">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576074" y="95250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2" y="9525002"/>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7" descr="Place bio portrait here">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12757152" y="26670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6" y="2667000"/>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7" descr="Place bio portrait here">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12757152" y="61214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6" y="6121400"/>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7" descr="Place bio portrait here">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12757152" y="95250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6" y="9525002"/>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p>
            <a:endParaRPr lang="en-US"/>
          </a:p>
        </p:txBody>
      </p:sp>
      <p:sp>
        <p:nvSpPr>
          <p:cNvPr id="5" name="Slide Number">
            <a:extLst>
              <a:ext uri="{FF2B5EF4-FFF2-40B4-BE49-F238E27FC236}">
                <a16:creationId xmlns:a16="http://schemas.microsoft.com/office/drawing/2014/main" id="{74870601-E9CA-9D0E-804F-2A7353CE534A}"/>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59446585"/>
      </p:ext>
    </p:extLst>
  </p:cSld>
  <p:clrMapOvr>
    <a:masterClrMapping/>
  </p:clrMapOvr>
  <p:transition spd="med"/>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4573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69914"/>
            <a:ext cx="17145000" cy="11431588"/>
          </a:xfrm>
        </p:spPr>
        <p:txBody>
          <a:bodyPr anchor="ctr"/>
          <a:lstStyle>
            <a:lvl1pPr algn="ctr">
              <a:defRPr>
                <a:solidFill>
                  <a:schemeClr val="tx1"/>
                </a:solidFill>
              </a:defRPr>
            </a:lvl1pPr>
          </a:lstStyle>
          <a:p>
            <a:r>
              <a:rPr lang="en-US"/>
              <a:t>Click icon to add table</a:t>
            </a:r>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p>
            <a:endParaRPr lang="en-US"/>
          </a:p>
        </p:txBody>
      </p:sp>
      <p:sp>
        <p:nvSpPr>
          <p:cNvPr id="6" name="Slide Number">
            <a:extLst>
              <a:ext uri="{FF2B5EF4-FFF2-40B4-BE49-F238E27FC236}">
                <a16:creationId xmlns:a16="http://schemas.microsoft.com/office/drawing/2014/main" id="{7989FA07-F7B7-BE4B-581F-7BE47BBA6051}"/>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853256725"/>
      </p:ext>
    </p:extLst>
  </p:cSld>
  <p:clrMapOvr>
    <a:masterClrMapping/>
  </p:clrMapOvr>
  <p:transition spd="med"/>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4" y="384048"/>
            <a:ext cx="4956175" cy="2859088"/>
          </a:xfrm>
        </p:spPr>
        <p:txBody>
          <a:bodyPr/>
          <a:lstStyle>
            <a:lvl1pPr>
              <a:lnSpc>
                <a:spcPct val="90000"/>
              </a:lnSpc>
              <a:spcBef>
                <a:spcPts val="0"/>
              </a:spcBef>
              <a:defRPr sz="6398">
                <a:solidFill>
                  <a:schemeClr val="tx2"/>
                </a:solidFill>
              </a:defRPr>
            </a:lvl1pPr>
            <a:lvl2pPr>
              <a:lnSpc>
                <a:spcPct val="100000"/>
              </a:lnSpc>
              <a:spcBef>
                <a:spcPts val="0"/>
              </a:spcBef>
              <a:defRPr sz="6398">
                <a:solidFill>
                  <a:schemeClr val="tx1"/>
                </a:solidFill>
              </a:defRPr>
            </a:lvl2pPr>
            <a:lvl3pPr>
              <a:lnSpc>
                <a:spcPct val="100000"/>
              </a:lnSpc>
              <a:spcBef>
                <a:spcPts val="0"/>
              </a:spcBef>
              <a:defRPr sz="6398">
                <a:solidFill>
                  <a:schemeClr val="tx1"/>
                </a:solidFill>
              </a:defRPr>
            </a:lvl3pPr>
            <a:lvl4pPr>
              <a:lnSpc>
                <a:spcPct val="100000"/>
              </a:lnSpc>
              <a:spcBef>
                <a:spcPts val="0"/>
              </a:spcBef>
              <a:defRPr sz="6398">
                <a:solidFill>
                  <a:schemeClr val="tx1"/>
                </a:solidFill>
              </a:defRPr>
            </a:lvl4pPr>
            <a:lvl5pPr>
              <a:lnSpc>
                <a:spcPct val="100000"/>
              </a:lnSpc>
              <a:spcBef>
                <a:spcPts val="0"/>
              </a:spcBef>
              <a:defRPr sz="6398">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499" y="569914"/>
            <a:ext cx="4953001" cy="11431588"/>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p>
            <a:endParaRPr lang="en-US"/>
          </a:p>
        </p:txBody>
      </p:sp>
      <p:sp>
        <p:nvSpPr>
          <p:cNvPr id="6" name="Slide Number">
            <a:extLst>
              <a:ext uri="{FF2B5EF4-FFF2-40B4-BE49-F238E27FC236}">
                <a16:creationId xmlns:a16="http://schemas.microsoft.com/office/drawing/2014/main" id="{80270476-9FE1-F85E-6F9B-322B184D8FC9}"/>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094843560"/>
      </p:ext>
    </p:extLst>
  </p:cSld>
  <p:clrMapOvr>
    <a:masterClrMapping/>
  </p:clrMapOvr>
  <p:transition spd="med"/>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152704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287507890"/>
      </p:ext>
    </p:extLst>
  </p:cSld>
  <p:clrMapOvr>
    <a:masterClrMapping/>
  </p:clrMapOvr>
  <p:transition spd="med"/>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4" y="384048"/>
            <a:ext cx="4956175" cy="2859088"/>
          </a:xfrm>
        </p:spPr>
        <p:txBody>
          <a:bodyPr/>
          <a:lstStyle>
            <a:lvl1pPr>
              <a:lnSpc>
                <a:spcPct val="90000"/>
              </a:lnSpc>
              <a:spcBef>
                <a:spcPts val="0"/>
              </a:spcBef>
              <a:defRPr sz="6398">
                <a:solidFill>
                  <a:schemeClr val="tx2"/>
                </a:solidFill>
              </a:defRPr>
            </a:lvl1pPr>
            <a:lvl2pPr>
              <a:lnSpc>
                <a:spcPct val="100000"/>
              </a:lnSpc>
              <a:spcBef>
                <a:spcPts val="0"/>
              </a:spcBef>
              <a:defRPr sz="6398">
                <a:solidFill>
                  <a:schemeClr val="tx1"/>
                </a:solidFill>
              </a:defRPr>
            </a:lvl2pPr>
            <a:lvl3pPr>
              <a:lnSpc>
                <a:spcPct val="100000"/>
              </a:lnSpc>
              <a:spcBef>
                <a:spcPts val="0"/>
              </a:spcBef>
              <a:defRPr sz="6398">
                <a:solidFill>
                  <a:schemeClr val="tx1"/>
                </a:solidFill>
              </a:defRPr>
            </a:lvl3pPr>
            <a:lvl4pPr>
              <a:lnSpc>
                <a:spcPct val="100000"/>
              </a:lnSpc>
              <a:spcBef>
                <a:spcPts val="0"/>
              </a:spcBef>
              <a:defRPr sz="6398">
                <a:solidFill>
                  <a:schemeClr val="tx1"/>
                </a:solidFill>
              </a:defRPr>
            </a:lvl4pPr>
            <a:lvl5pPr>
              <a:lnSpc>
                <a:spcPct val="100000"/>
              </a:lnSpc>
              <a:spcBef>
                <a:spcPts val="0"/>
              </a:spcBef>
              <a:defRPr sz="6398">
                <a:solidFill>
                  <a:schemeClr val="tx1"/>
                </a:solidFill>
              </a:defRPr>
            </a:lvl5pPr>
          </a:lstStyle>
          <a:p>
            <a:pPr lvl="0"/>
            <a:r>
              <a:rPr lang="en-US"/>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63500" y="569914"/>
            <a:ext cx="4953001" cy="11431588"/>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499" y="569914"/>
            <a:ext cx="4953001" cy="11431588"/>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81025" y="12804776"/>
            <a:ext cx="4956175" cy="381000"/>
          </a:xfrm>
        </p:spPr>
        <p:txBody>
          <a:bodyPr/>
          <a:lstStyle/>
          <a:p>
            <a:endParaRPr lang="en-US"/>
          </a:p>
        </p:txBody>
      </p:sp>
      <p:sp>
        <p:nvSpPr>
          <p:cNvPr id="5" name="Slide Number">
            <a:extLst>
              <a:ext uri="{FF2B5EF4-FFF2-40B4-BE49-F238E27FC236}">
                <a16:creationId xmlns:a16="http://schemas.microsoft.com/office/drawing/2014/main" id="{CAD686F0-BF95-1E62-61EC-967907338873}"/>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240243376"/>
      </p:ext>
    </p:extLst>
  </p:cSld>
  <p:clrMapOvr>
    <a:masterClrMapping/>
  </p:clrMapOvr>
  <p:transition spd="med"/>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10465372" y="6168461"/>
            <a:ext cx="3456432" cy="1379082"/>
          </a:xfrm>
          <a:prstGeom prst="rect">
            <a:avLst/>
          </a:prstGeom>
        </p:spPr>
      </p:pic>
    </p:spTree>
    <p:extLst>
      <p:ext uri="{BB962C8B-B14F-4D97-AF65-F5344CB8AC3E}">
        <p14:creationId xmlns:p14="http://schemas.microsoft.com/office/powerpoint/2010/main" val="2574222354"/>
      </p:ext>
    </p:extLst>
  </p:cSld>
  <p:clrMapOvr>
    <a:masterClrMapping/>
  </p:clrMapOvr>
  <p:transition spd="med"/>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type="tx">
  <p:cSld name="4_Text, 4 columns ">
    <p:spTree>
      <p:nvGrpSpPr>
        <p:cNvPr id="1" name=""/>
        <p:cNvGrpSpPr/>
        <p:nvPr/>
      </p:nvGrpSpPr>
      <p:grpSpPr>
        <a:xfrm>
          <a:off x="0" y="0"/>
          <a:ext cx="0" cy="0"/>
          <a:chOff x="0" y="0"/>
          <a:chExt cx="0" cy="0"/>
        </a:xfrm>
      </p:grpSpPr>
      <p:sp>
        <p:nvSpPr>
          <p:cNvPr id="185" name="幻灯片编号"/>
          <p:cNvSpPr txBox="1">
            <a:spLocks noGrp="1"/>
          </p:cNvSpPr>
          <p:nvPr>
            <p:ph type="sldNum" sz="quarter" idx="2"/>
          </p:nvPr>
        </p:nvSpPr>
        <p:spPr>
          <a:xfrm>
            <a:off x="23544693" y="12951807"/>
            <a:ext cx="270907" cy="246222"/>
          </a:xfrm>
          <a:prstGeom prst="rect">
            <a:avLst/>
          </a:prstGeom>
        </p:spPr>
        <p:txBody>
          <a:bodyPr/>
          <a:lstStyle/>
          <a:p>
            <a:fld id="{86CB4B4D-7CA3-9044-876B-883B54F8677D}" type="slidenum">
              <a:rPr/>
              <a:t>‹#›</a:t>
            </a:fld>
            <a:endParaRPr dirty="0"/>
          </a:p>
        </p:txBody>
      </p:sp>
      <p:sp>
        <p:nvSpPr>
          <p:cNvPr id="186" name="Text Placeholder 3"/>
          <p:cNvSpPr>
            <a:spLocks noGrp="1"/>
          </p:cNvSpPr>
          <p:nvPr>
            <p:ph type="body" sz="quarter" idx="21"/>
          </p:nvPr>
        </p:nvSpPr>
        <p:spPr>
          <a:xfrm>
            <a:off x="6668379" y="3429000"/>
            <a:ext cx="4952059" cy="8572500"/>
          </a:xfrm>
          <a:prstGeom prst="rect">
            <a:avLst/>
          </a:prstGeom>
        </p:spPr>
        <p:txBody>
          <a:bodyPr/>
          <a:lstStyle/>
          <a:p>
            <a:pPr>
              <a:defRPr sz="2000">
                <a:latin typeface="+mj-lt"/>
                <a:ea typeface="+mj-ea"/>
                <a:cs typeface="+mj-cs"/>
                <a:sym typeface="IBM Plex Sans"/>
              </a:defRPr>
            </a:pPr>
            <a:r>
              <a:t>Lorem ipsum dolor sit amet, consectetur adipiscing elit. Sed at sem erat. Vivamus a pulvinar sapien. Orci varius natoque penatibus et magnis dis parturient montes, nascetur ridiculus mus. Quisque bibendum ornare urna sed elementum. Praesent sit amet lorem laoreet, efficitur nunc vel, tempus odio. Fusce aliquam tellus quis tortor sagittis luctus. Aliquam ac risus scelerisque, aliquam orci quis, iaculis urna. Proin dapibus porta mollis.</a:t>
            </a:r>
          </a:p>
          <a:p>
            <a:pPr>
              <a:defRPr sz="2000">
                <a:latin typeface="+mj-lt"/>
                <a:ea typeface="+mj-ea"/>
                <a:cs typeface="+mj-cs"/>
                <a:sym typeface="IBM Plex Sans"/>
              </a:defRPr>
            </a:pPr>
            <a:endParaRPr/>
          </a:p>
          <a:p>
            <a:pPr>
              <a:defRPr sz="2000">
                <a:latin typeface="+mj-lt"/>
                <a:ea typeface="+mj-ea"/>
                <a:cs typeface="+mj-cs"/>
                <a:sym typeface="IBM Plex Sans"/>
              </a:defRPr>
            </a:pPr>
            <a:r>
              <a:t>Efficitur scelerisque velit. Vestibulum viverra, ante ac placerat pulvinar, erat risus pellentesque urna, ac posuere nibh nulla eu mi. Fusce scelerisque ultrices eros quis dignissim. Pellentesque mollis nibh at nibh imperdiet, sed ullamcorper velit posuere. Integer et velit blandit.</a:t>
            </a:r>
          </a:p>
        </p:txBody>
      </p:sp>
      <p:sp>
        <p:nvSpPr>
          <p:cNvPr id="187" name="Text Placeholder 4"/>
          <p:cNvSpPr>
            <a:spLocks noGrp="1"/>
          </p:cNvSpPr>
          <p:nvPr>
            <p:ph type="body" sz="quarter" idx="22"/>
          </p:nvPr>
        </p:nvSpPr>
        <p:spPr>
          <a:xfrm>
            <a:off x="12765162" y="3429000"/>
            <a:ext cx="4953645" cy="8572500"/>
          </a:xfrm>
          <a:prstGeom prst="rect">
            <a:avLst/>
          </a:prstGeom>
        </p:spPr>
        <p:txBody>
          <a:bodyPr/>
          <a:lstStyle/>
          <a:p>
            <a:pPr>
              <a:defRPr sz="2000">
                <a:latin typeface="+mj-lt"/>
                <a:ea typeface="+mj-ea"/>
                <a:cs typeface="+mj-cs"/>
                <a:sym typeface="IBM Plex Sans"/>
              </a:defRPr>
            </a:pPr>
            <a:r>
              <a:t>Lorem ipsum dolor sit amet, consectetur adipiscing elit. Sed at sem erat. Vivamus a pulvinar sapien. Orci varius natoque penatibus et magnis dis parturient montes, nascetur ridiculus mus. </a:t>
            </a:r>
            <a:br/>
            <a:endParaRPr/>
          </a:p>
          <a:p>
            <a:pPr>
              <a:defRPr sz="2000">
                <a:latin typeface="+mj-lt"/>
                <a:ea typeface="+mj-ea"/>
                <a:cs typeface="+mj-cs"/>
                <a:sym typeface="IBM Plex Sans"/>
              </a:defRPr>
            </a:pPr>
            <a:r>
              <a:t>Ornare urna sed elementum. Praesent sit amet lorem laoreet, efficitur nunc vel, tempus odio. Fusce aliquam tellus quis tortor sagittis luctus. Aliquam ac risus scelerisque, aliquam orci quis, iaculis urna. Proin dapibus porta mollis.</a:t>
            </a:r>
          </a:p>
          <a:p>
            <a:pPr>
              <a:defRPr sz="2000">
                <a:latin typeface="+mj-lt"/>
                <a:ea typeface="+mj-ea"/>
                <a:cs typeface="+mj-cs"/>
                <a:sym typeface="IBM Plex Sans"/>
              </a:defRPr>
            </a:pPr>
            <a:endParaRPr/>
          </a:p>
          <a:p>
            <a:pPr>
              <a:defRPr sz="2000">
                <a:latin typeface="+mj-lt"/>
                <a:ea typeface="+mj-ea"/>
                <a:cs typeface="+mj-cs"/>
                <a:sym typeface="IBM Plex Sans"/>
              </a:defRPr>
            </a:pPr>
            <a:r>
              <a:t>Nulla eu mattis elit, efficitur scelerisque velit. Vestibulum viverra, ante ac placerat pulvinar, erat risus pellentesque urna, ac posuere nibh nulla eu mi. Fusce scelerisque ultrices eros quis dignissim. Pellentesque mollis nibh at nibh imperdiet, sed ullamcorper.</a:t>
            </a:r>
          </a:p>
        </p:txBody>
      </p:sp>
      <p:sp>
        <p:nvSpPr>
          <p:cNvPr id="188" name="Text Placeholder 5"/>
          <p:cNvSpPr>
            <a:spLocks noGrp="1"/>
          </p:cNvSpPr>
          <p:nvPr>
            <p:ph type="body" sz="quarter" idx="23"/>
          </p:nvPr>
        </p:nvSpPr>
        <p:spPr>
          <a:xfrm>
            <a:off x="18861967" y="3429000"/>
            <a:ext cx="4959996" cy="8572500"/>
          </a:xfrm>
          <a:prstGeom prst="rect">
            <a:avLst/>
          </a:prstGeom>
        </p:spPr>
        <p:txBody>
          <a:bodyPr/>
          <a:lstStyle/>
          <a:p>
            <a:pPr>
              <a:defRPr sz="2000">
                <a:latin typeface="+mj-lt"/>
                <a:ea typeface="+mj-ea"/>
                <a:cs typeface="+mj-cs"/>
                <a:sym typeface="IBM Plex Sans"/>
              </a:defRPr>
            </a:pPr>
            <a:r>
              <a:t>Lorem ipsum dolor sit amet, consectetur adipiscing elit. Sed at sem erat. Vivamus a pulvinar sapien. Orci varius natoque penatibus et magnis dis parturient montes, nascetur ridiculus mus. </a:t>
            </a:r>
          </a:p>
          <a:p>
            <a:pPr>
              <a:defRPr sz="2000">
                <a:latin typeface="+mj-lt"/>
                <a:ea typeface="+mj-ea"/>
                <a:cs typeface="+mj-cs"/>
                <a:sym typeface="IBM Plex Sans"/>
              </a:defRPr>
            </a:pPr>
            <a:endParaRPr/>
          </a:p>
          <a:p>
            <a:pPr>
              <a:defRPr sz="2000">
                <a:latin typeface="+mj-lt"/>
                <a:ea typeface="+mj-ea"/>
                <a:cs typeface="+mj-cs"/>
                <a:sym typeface="IBM Plex Sans"/>
              </a:defRPr>
            </a:pPr>
            <a:r>
              <a:t>Quisque bibendum ornare urna sed elementum. Praesent sit amet lorem laoreet, efficitur nunc vel, tempus odio. Fusce aliquam tellus quis tortor sagittis luctus. Aliquam ac risus scelerisque, aliquam orci quis, iaculis urna. Proin dapibus porta mollis.</a:t>
            </a:r>
          </a:p>
          <a:p>
            <a:pPr>
              <a:defRPr sz="2000">
                <a:latin typeface="+mj-lt"/>
                <a:ea typeface="+mj-ea"/>
                <a:cs typeface="+mj-cs"/>
                <a:sym typeface="IBM Plex Sans"/>
              </a:defRPr>
            </a:pPr>
            <a:endParaRPr/>
          </a:p>
          <a:p>
            <a:pPr>
              <a:defRPr sz="2000">
                <a:latin typeface="+mj-lt"/>
                <a:ea typeface="+mj-ea"/>
                <a:cs typeface="+mj-cs"/>
                <a:sym typeface="IBM Plex Sans"/>
              </a:defRPr>
            </a:pPr>
            <a:r>
              <a:t>Nulla eu mattis elit, efficitur scelerisque velit. Vestibulum viverra, ante ac placerat pulvinar, erat risus pellentesque urna, ac posuere nibh nulla eu mi. Fusce scelerisque ultrices eros quis dignissim.</a:t>
            </a:r>
          </a:p>
        </p:txBody>
      </p:sp>
      <p:sp>
        <p:nvSpPr>
          <p:cNvPr id="189" name="Title 1"/>
          <p:cNvSpPr txBox="1">
            <a:spLocks noGrp="1"/>
          </p:cNvSpPr>
          <p:nvPr>
            <p:ph type="body" sz="quarter" idx="24"/>
          </p:nvPr>
        </p:nvSpPr>
        <p:spPr>
          <a:xfrm>
            <a:off x="567013" y="569925"/>
            <a:ext cx="4950471" cy="1525590"/>
          </a:xfrm>
          <a:prstGeom prst="rect">
            <a:avLst/>
          </a:prstGeom>
        </p:spPr>
        <p:txBody>
          <a:bodyPr/>
          <a:lstStyle>
            <a:lvl1pPr>
              <a:defRPr sz="2800"/>
            </a:lvl1pPr>
          </a:lstStyle>
          <a:p>
            <a:r>
              <a:t>28/36/44pt short headline, 3 lines maximum, sentence case</a:t>
            </a:r>
          </a:p>
        </p:txBody>
      </p:sp>
      <p:sp>
        <p:nvSpPr>
          <p:cNvPr id="190" name="Text Placeholder 2"/>
          <p:cNvSpPr txBox="1">
            <a:spLocks noGrp="1"/>
          </p:cNvSpPr>
          <p:nvPr>
            <p:ph type="body" sz="quarter" idx="25"/>
          </p:nvPr>
        </p:nvSpPr>
        <p:spPr>
          <a:xfrm>
            <a:off x="568411" y="3429000"/>
            <a:ext cx="4956819" cy="8572500"/>
          </a:xfrm>
          <a:prstGeom prst="rect">
            <a:avLst/>
          </a:prstGeom>
        </p:spPr>
        <p:txBody>
          <a:bodyPr/>
          <a:lstStyle/>
          <a:p>
            <a:pPr>
              <a:defRPr sz="2000">
                <a:latin typeface="+mj-lt"/>
                <a:ea typeface="+mj-ea"/>
                <a:cs typeface="+mj-cs"/>
                <a:sym typeface="IBM Plex Sans"/>
              </a:defRPr>
            </a:pPr>
            <a:r>
              <a:t>Lorem ipsum dolor sit amet, consectetur adipiscing elit. Sed at sem erat. Vivamus a pulvinar sapien. Orci varius natoque penatibus et magnis dis parturient montes, nascetur ridiculus mus. </a:t>
            </a:r>
          </a:p>
          <a:p>
            <a:pPr>
              <a:defRPr sz="2000">
                <a:latin typeface="+mj-lt"/>
                <a:ea typeface="+mj-ea"/>
                <a:cs typeface="+mj-cs"/>
                <a:sym typeface="IBM Plex Sans"/>
              </a:defRPr>
            </a:pPr>
            <a:endParaRPr/>
          </a:p>
          <a:p>
            <a:pPr>
              <a:defRPr sz="2000">
                <a:latin typeface="+mj-lt"/>
                <a:ea typeface="+mj-ea"/>
                <a:cs typeface="+mj-cs"/>
                <a:sym typeface="IBM Plex Sans"/>
              </a:defRPr>
            </a:pPr>
            <a:r>
              <a:t>Ornare urna sed elementum. Praesent sit amet lorem laoreet, efficitur nunc vel, tempus odio. Fusce aliquam tellus quis tortor sagittis luctus. Aliquam ac risus scelerisque, aliquam orci quis, iaculis urna. Proin dapibus porta mollis.</a:t>
            </a:r>
          </a:p>
          <a:p>
            <a:pPr>
              <a:defRPr sz="2000">
                <a:latin typeface="+mj-lt"/>
                <a:ea typeface="+mj-ea"/>
                <a:cs typeface="+mj-cs"/>
                <a:sym typeface="IBM Plex Sans"/>
              </a:defRPr>
            </a:pPr>
            <a:endParaRPr/>
          </a:p>
          <a:p>
            <a:pPr>
              <a:defRPr sz="2000">
                <a:latin typeface="+mj-lt"/>
                <a:ea typeface="+mj-ea"/>
                <a:cs typeface="+mj-cs"/>
                <a:sym typeface="IBM Plex Sans"/>
              </a:defRPr>
            </a:pPr>
            <a:r>
              <a:t>Nulla eu mattis elit, efficitur scelerisque velit. Vestibulum viverra, ante ac placerat pulvinar, erat risus pellentesque urna, ac posuere nibh nulla eu mi. Fusce scelerisque ultrices eros quis dignissim. Pellentesque mollis nibh at nibh imperdiet, sed ullamcorper.</a:t>
            </a:r>
          </a:p>
        </p:txBody>
      </p:sp>
      <p:sp>
        <p:nvSpPr>
          <p:cNvPr id="191" name="Footer Placeholder 4"/>
          <p:cNvSpPr txBox="1">
            <a:spLocks noGrp="1"/>
          </p:cNvSpPr>
          <p:nvPr>
            <p:ph type="body" sz="quarter" idx="26"/>
          </p:nvPr>
        </p:nvSpPr>
        <p:spPr>
          <a:xfrm>
            <a:off x="568409" y="12942156"/>
            <a:ext cx="8570442" cy="259752"/>
          </a:xfrm>
          <a:prstGeom prst="rect">
            <a:avLst/>
          </a:prstGeom>
        </p:spPr>
        <p:txBody>
          <a:bodyPr anchor="b">
            <a:spAutoFit/>
          </a:bodyPr>
          <a:lstStyle>
            <a:lvl1pPr defTabSz="1827184">
              <a:lnSpc>
                <a:spcPct val="110000"/>
              </a:lnSpc>
              <a:defRPr sz="1600">
                <a:latin typeface="+mj-lt"/>
                <a:ea typeface="+mj-ea"/>
                <a:cs typeface="+mj-cs"/>
                <a:sym typeface="IBM Plex Sans"/>
              </a:defRPr>
            </a:lvl1pPr>
          </a:lstStyle>
          <a:p>
            <a:r>
              <a:t>Footer text (optional)</a:t>
            </a:r>
          </a:p>
        </p:txBody>
      </p:sp>
    </p:spTree>
    <p:extLst>
      <p:ext uri="{BB962C8B-B14F-4D97-AF65-F5344CB8AC3E}">
        <p14:creationId xmlns:p14="http://schemas.microsoft.com/office/powerpoint/2010/main" val="800386642"/>
      </p:ext>
    </p:extLst>
  </p:cSld>
  <p:clrMapOvr>
    <a:masterClrMapping/>
  </p:clrMapOvr>
  <p:transition spd="med"/>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560905" y="536448"/>
            <a:ext cx="11047390" cy="2145792"/>
          </a:xfrm>
        </p:spPr>
        <p:txBody>
          <a:bodyPr/>
          <a:lstStyle>
            <a:lvl1pPr>
              <a:defRPr>
                <a:solidFill>
                  <a:schemeClr val="tx1"/>
                </a:solidFill>
              </a:defRPr>
            </a:lvl1pPr>
          </a:lstStyle>
          <a:p>
            <a:r>
              <a:rPr lang="pt-BR"/>
              <a:t>Clique para editar o título Mestre</a:t>
            </a:r>
            <a:endParaRPr lang="en-US"/>
          </a:p>
        </p:txBody>
      </p:sp>
      <p:sp>
        <p:nvSpPr>
          <p:cNvPr id="3" name="Footer Placeholder"/>
          <p:cNvSpPr>
            <a:spLocks noGrp="1"/>
          </p:cNvSpPr>
          <p:nvPr>
            <p:ph type="ftr" sz="quarter" idx="10"/>
          </p:nvPr>
        </p:nvSpPr>
        <p:spPr>
          <a:xfrm>
            <a:off x="609860" y="12801605"/>
            <a:ext cx="10974055" cy="444498"/>
          </a:xfrm>
          <a:prstGeom prst="rect">
            <a:avLst/>
          </a:prstGeom>
        </p:spPr>
        <p:txBody>
          <a:bodyPr/>
          <a:lstStyle>
            <a:lvl1pPr>
              <a:defRPr>
                <a:solidFill>
                  <a:schemeClr val="tx1"/>
                </a:solidFill>
              </a:defRPr>
            </a:lvl1pPr>
          </a:lstStyle>
          <a:p>
            <a:r>
              <a:rPr lang="en-US"/>
              <a:t>IBM Confidential - Do Not Distribute</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110189884"/>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1_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3" y="6675883"/>
            <a:ext cx="4949824" cy="551929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58" indent="-255980">
              <a:spcBef>
                <a:spcPts val="0"/>
              </a:spcBef>
              <a:defRPr sz="2800">
                <a:solidFill>
                  <a:schemeClr val="tx1"/>
                </a:solidFill>
              </a:defRPr>
            </a:lvl3pPr>
            <a:lvl4pPr marL="767938"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4"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58" indent="-255980">
              <a:spcBef>
                <a:spcPts val="0"/>
              </a:spcBef>
              <a:defRPr sz="2800">
                <a:solidFill>
                  <a:schemeClr val="tx1"/>
                </a:solidFill>
              </a:defRPr>
            </a:lvl3pPr>
            <a:lvl4pPr marL="767938"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58" indent="-255980">
              <a:spcBef>
                <a:spcPts val="0"/>
              </a:spcBef>
              <a:defRPr sz="2800">
                <a:solidFill>
                  <a:schemeClr val="tx1"/>
                </a:solidFill>
              </a:defRPr>
            </a:lvl3pPr>
            <a:lvl4pPr marL="767938"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2"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58" indent="-255980">
              <a:spcBef>
                <a:spcPts val="0"/>
              </a:spcBef>
              <a:defRPr sz="2800">
                <a:solidFill>
                  <a:schemeClr val="tx1"/>
                </a:solidFill>
              </a:defRPr>
            </a:lvl3pPr>
            <a:lvl4pPr marL="767938"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576002" y="12816000"/>
            <a:ext cx="4956175" cy="381000"/>
          </a:xfrm>
        </p:spPr>
        <p:txBody>
          <a:bodyPr/>
          <a:lstStyle/>
          <a:p>
            <a:endParaRPr lang="en-US"/>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23541592" y="12951541"/>
            <a:ext cx="270909" cy="246222"/>
          </a:xfrm>
          <a:prstGeom prst="rect">
            <a:avLst/>
          </a:prstGeom>
          <a:ln w="12700">
            <a:miter lim="400000"/>
          </a:ln>
        </p:spPr>
        <p:txBody>
          <a:bodyPr wrap="squar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576001" y="576072"/>
            <a:ext cx="4942079" cy="3995928"/>
          </a:xfrm>
        </p:spPr>
        <p:txBody>
          <a:bodyPr/>
          <a:lstStyle>
            <a:lvl1pPr>
              <a:defRPr sz="280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1399386280"/>
      </p:ext>
    </p:extLst>
  </p:cSld>
  <p:clrMapOvr>
    <a:masterClrMapping/>
  </p:clrMapOvr>
  <p:transition spd="med"/>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192157322"/>
      </p:ext>
    </p:extLst>
  </p:cSld>
  <p:clrMapOvr>
    <a:masterClrMapping/>
  </p:clrMapOvr>
  <p:transition spd="med"/>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Title with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9CEC3-99C3-2013-72A0-ABE1CD11EB0D}"/>
              </a:ext>
            </a:extLst>
          </p:cNvPr>
          <p:cNvSpPr>
            <a:spLocks noGrp="1"/>
          </p:cNvSpPr>
          <p:nvPr>
            <p:ph type="title"/>
          </p:nvPr>
        </p:nvSpPr>
        <p:spPr/>
        <p:txBody>
          <a:bodyPr/>
          <a:lstStyle/>
          <a:p>
            <a:r>
              <a:rPr lang="en-US"/>
              <a:t>Click to edit Master title style</a:t>
            </a:r>
          </a:p>
        </p:txBody>
      </p:sp>
      <p:sp>
        <p:nvSpPr>
          <p:cNvPr id="3" name="Text Placeholder 72">
            <a:extLst>
              <a:ext uri="{FF2B5EF4-FFF2-40B4-BE49-F238E27FC236}">
                <a16:creationId xmlns:a16="http://schemas.microsoft.com/office/drawing/2014/main" id="{6C567914-7763-9488-3D72-D1DA3CEBD0E1}"/>
              </a:ext>
            </a:extLst>
          </p:cNvPr>
          <p:cNvSpPr>
            <a:spLocks noGrp="1"/>
          </p:cNvSpPr>
          <p:nvPr>
            <p:ph type="body" sz="quarter" idx="36" hasCustomPrompt="1"/>
          </p:nvPr>
        </p:nvSpPr>
        <p:spPr>
          <a:xfrm>
            <a:off x="765275" y="2438403"/>
            <a:ext cx="22856626" cy="457198"/>
          </a:xfrm>
        </p:spPr>
        <p:txBody>
          <a:bodyPr/>
          <a:lstStyle>
            <a:lvl1pPr marL="0" indent="0">
              <a:spcBef>
                <a:spcPts val="0"/>
              </a:spcBef>
              <a:buNone/>
              <a:defRPr sz="3000" b="0" i="0">
                <a:latin typeface="Wells Fargo Sans SemiBold" panose="020B0503020203020204" pitchFamily="34" charset="0"/>
              </a:defRPr>
            </a:lvl1pPr>
          </a:lstStyle>
          <a:p>
            <a:pPr lvl="0"/>
            <a:r>
              <a:rPr lang="en-US"/>
              <a:t>Subhead</a:t>
            </a:r>
          </a:p>
        </p:txBody>
      </p:sp>
    </p:spTree>
    <p:extLst>
      <p:ext uri="{BB962C8B-B14F-4D97-AF65-F5344CB8AC3E}">
        <p14:creationId xmlns:p14="http://schemas.microsoft.com/office/powerpoint/2010/main" val="108822479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F638F-6748-FB1C-7D87-5AB93C6D39E7}"/>
              </a:ext>
            </a:extLst>
          </p:cNvPr>
          <p:cNvSpPr>
            <a:spLocks noGrp="1"/>
          </p:cNvSpPr>
          <p:nvPr>
            <p:ph type="ctrTitle"/>
          </p:nvPr>
        </p:nvSpPr>
        <p:spPr>
          <a:xfrm>
            <a:off x="3048397" y="2244726"/>
            <a:ext cx="18290381" cy="4775200"/>
          </a:xfrm>
        </p:spPr>
        <p:txBody>
          <a:bodyPr anchor="b"/>
          <a:lstStyle>
            <a:lvl1pPr algn="ctr">
              <a:defRPr sz="11998"/>
            </a:lvl1pPr>
          </a:lstStyle>
          <a:p>
            <a:r>
              <a:rPr lang="en-US"/>
              <a:t>Click to edit Master title style</a:t>
            </a:r>
          </a:p>
        </p:txBody>
      </p:sp>
      <p:sp>
        <p:nvSpPr>
          <p:cNvPr id="3" name="Subtitle 2">
            <a:extLst>
              <a:ext uri="{FF2B5EF4-FFF2-40B4-BE49-F238E27FC236}">
                <a16:creationId xmlns:a16="http://schemas.microsoft.com/office/drawing/2014/main" id="{12C41124-E629-59DD-479B-4DC8A683F9C8}"/>
              </a:ext>
            </a:extLst>
          </p:cNvPr>
          <p:cNvSpPr>
            <a:spLocks noGrp="1"/>
          </p:cNvSpPr>
          <p:nvPr>
            <p:ph type="subTitle" idx="1"/>
          </p:nvPr>
        </p:nvSpPr>
        <p:spPr>
          <a:xfrm>
            <a:off x="3048397" y="7204076"/>
            <a:ext cx="18290381" cy="3311524"/>
          </a:xfrm>
        </p:spPr>
        <p:txBody>
          <a:bodyPr/>
          <a:lstStyle>
            <a:lvl1pPr marL="0" indent="0" algn="ctr">
              <a:buNone/>
              <a:defRPr sz="4800"/>
            </a:lvl1pPr>
            <a:lvl2pPr marL="914218" indent="0" algn="ctr">
              <a:buNone/>
              <a:defRPr sz="4000"/>
            </a:lvl2pPr>
            <a:lvl3pPr marL="1828434" indent="0" algn="ctr">
              <a:buNone/>
              <a:defRPr sz="3600"/>
            </a:lvl3pPr>
            <a:lvl4pPr marL="2742652" indent="0" algn="ctr">
              <a:buNone/>
              <a:defRPr sz="3200"/>
            </a:lvl4pPr>
            <a:lvl5pPr marL="3656868" indent="0" algn="ctr">
              <a:buNone/>
              <a:defRPr sz="3200"/>
            </a:lvl5pPr>
            <a:lvl6pPr marL="4571086" indent="0" algn="ctr">
              <a:buNone/>
              <a:defRPr sz="3200"/>
            </a:lvl6pPr>
            <a:lvl7pPr marL="5485302" indent="0" algn="ctr">
              <a:buNone/>
              <a:defRPr sz="3200"/>
            </a:lvl7pPr>
            <a:lvl8pPr marL="6399520" indent="0" algn="ctr">
              <a:buNone/>
              <a:defRPr sz="3200"/>
            </a:lvl8pPr>
            <a:lvl9pPr marL="7313736" indent="0" algn="ctr">
              <a:buNone/>
              <a:defRPr sz="3200"/>
            </a:lvl9pPr>
          </a:lstStyle>
          <a:p>
            <a:r>
              <a:rPr lang="en-US"/>
              <a:t>Click to edit Master subtitle style</a:t>
            </a:r>
          </a:p>
        </p:txBody>
      </p:sp>
      <p:sp>
        <p:nvSpPr>
          <p:cNvPr id="4" name="Date Placeholder 3">
            <a:extLst>
              <a:ext uri="{FF2B5EF4-FFF2-40B4-BE49-F238E27FC236}">
                <a16:creationId xmlns:a16="http://schemas.microsoft.com/office/drawing/2014/main" id="{B2E20E71-9999-6E36-2430-15CB2D9AAAC9}"/>
              </a:ext>
            </a:extLst>
          </p:cNvPr>
          <p:cNvSpPr>
            <a:spLocks noGrp="1"/>
          </p:cNvSpPr>
          <p:nvPr>
            <p:ph type="dt" sz="half" idx="10"/>
          </p:nvPr>
        </p:nvSpPr>
        <p:spPr/>
        <p:txBody>
          <a:bodyPr/>
          <a:lstStyle/>
          <a:p>
            <a:fld id="{2528A199-0FF5-764B-BB87-285ACD20CC8D}" type="datetimeFigureOut">
              <a:rPr lang="en-US" smtClean="0"/>
              <a:t>3/20/26</a:t>
            </a:fld>
            <a:endParaRPr lang="en-US"/>
          </a:p>
        </p:txBody>
      </p:sp>
      <p:sp>
        <p:nvSpPr>
          <p:cNvPr id="5" name="Footer Placeholder 4">
            <a:extLst>
              <a:ext uri="{FF2B5EF4-FFF2-40B4-BE49-F238E27FC236}">
                <a16:creationId xmlns:a16="http://schemas.microsoft.com/office/drawing/2014/main" id="{5E68DC32-B805-CBE0-28E0-3823DBB4E7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B744A1-867B-6BCD-E520-BDDA38B2276B}"/>
              </a:ext>
            </a:extLst>
          </p:cNvPr>
          <p:cNvSpPr>
            <a:spLocks noGrp="1"/>
          </p:cNvSpPr>
          <p:nvPr>
            <p:ph type="sldNum" sz="quarter" idx="12"/>
          </p:nvPr>
        </p:nvSpPr>
        <p:spPr/>
        <p:txBody>
          <a:bodyPr/>
          <a:lstStyle/>
          <a:p>
            <a:fld id="{D1A9AEED-2D2B-7A41-9AA0-1711FDB11C00}" type="slidenum">
              <a:rPr lang="en-US" smtClean="0"/>
              <a:t>‹#›</a:t>
            </a:fld>
            <a:endParaRPr lang="en-US"/>
          </a:p>
        </p:txBody>
      </p:sp>
    </p:spTree>
    <p:extLst>
      <p:ext uri="{BB962C8B-B14F-4D97-AF65-F5344CB8AC3E}">
        <p14:creationId xmlns:p14="http://schemas.microsoft.com/office/powerpoint/2010/main" val="519723918"/>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Big text 2">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31CA7A0-E1EA-CC28-464A-48C141E3AF04}"/>
              </a:ext>
            </a:extLst>
          </p:cNvPr>
          <p:cNvSpPr>
            <a:spLocks noGrp="1"/>
          </p:cNvSpPr>
          <p:nvPr>
            <p:ph type="title"/>
          </p:nvPr>
        </p:nvSpPr>
        <p:spPr>
          <a:xfrm>
            <a:off x="577851" y="339310"/>
            <a:ext cx="11092944" cy="11657428"/>
          </a:xfrm>
        </p:spPr>
        <p:txBody>
          <a:bodyPr/>
          <a:lstStyle>
            <a:lvl1pPr>
              <a:lnSpc>
                <a:spcPct val="100000"/>
              </a:lnSpc>
              <a:defRPr sz="6398">
                <a:solidFill>
                  <a:schemeClr val="tx1"/>
                </a:solidFill>
              </a:defRPr>
            </a:lvl1pPr>
          </a:lstStyle>
          <a:p>
            <a:r>
              <a:rPr lang="en-US"/>
              <a:t>Click to edit Master title style</a:t>
            </a:r>
          </a:p>
        </p:txBody>
      </p:sp>
      <p:sp>
        <p:nvSpPr>
          <p:cNvPr id="482" name="Rectangle 481">
            <a:extLst>
              <a:ext uri="{FF2B5EF4-FFF2-40B4-BE49-F238E27FC236}">
                <a16:creationId xmlns:a16="http://schemas.microsoft.com/office/drawing/2014/main" id="{7CD77418-29BE-2045-A2CE-602E39ACB2D5}"/>
              </a:ext>
            </a:extLst>
          </p:cNvPr>
          <p:cNvSpPr/>
          <p:nvPr userDrawn="1"/>
        </p:nvSpPr>
        <p:spPr bwMode="auto">
          <a:xfrm>
            <a:off x="0" y="13075920"/>
            <a:ext cx="24387175" cy="64008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marL="0" marR="0" indent="0" algn="l" defTabSz="914218"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rgbClr val="F4F4F4"/>
              </a:solidFill>
              <a:effectLst/>
              <a:latin typeface="+mn-lt"/>
            </a:endParaRPr>
          </a:p>
        </p:txBody>
      </p:sp>
      <p:sp>
        <p:nvSpPr>
          <p:cNvPr id="2" name="Footer Placeholder 1">
            <a:extLst>
              <a:ext uri="{FF2B5EF4-FFF2-40B4-BE49-F238E27FC236}">
                <a16:creationId xmlns:a16="http://schemas.microsoft.com/office/drawing/2014/main" id="{01723896-F2BA-2520-32F4-6170717ECECE}"/>
              </a:ext>
            </a:extLst>
          </p:cNvPr>
          <p:cNvSpPr>
            <a:spLocks noGrp="1"/>
          </p:cNvSpPr>
          <p:nvPr>
            <p:ph type="ftr" sz="quarter" idx="10"/>
          </p:nvPr>
        </p:nvSpPr>
        <p:spPr/>
        <p:txBody>
          <a:bodyPr/>
          <a:lstStyle/>
          <a:p>
            <a:r>
              <a:rPr lang="en-US"/>
              <a:t>IBM</a:t>
            </a:r>
            <a:r>
              <a:rPr lang="uk-UA"/>
              <a:t> </a:t>
            </a:r>
            <a:r>
              <a:rPr lang="en-US"/>
              <a:t>TechXchange | © 2025 IBM Corporation</a:t>
            </a:r>
          </a:p>
        </p:txBody>
      </p:sp>
      <p:sp>
        <p:nvSpPr>
          <p:cNvPr id="3" name="Slide Number Placeholder 2">
            <a:extLst>
              <a:ext uri="{FF2B5EF4-FFF2-40B4-BE49-F238E27FC236}">
                <a16:creationId xmlns:a16="http://schemas.microsoft.com/office/drawing/2014/main" id="{CC538562-E4FB-FABB-8ABF-A004DC810B06}"/>
              </a:ext>
            </a:extLst>
          </p:cNvPr>
          <p:cNvSpPr>
            <a:spLocks noGrp="1"/>
          </p:cNvSpPr>
          <p:nvPr>
            <p:ph type="sldNum" sz="quarter" idx="11"/>
          </p:nvPr>
        </p:nvSpPr>
        <p:spPr/>
        <p:txBody>
          <a:bodyPr/>
          <a:lstStyle/>
          <a:p>
            <a:fld id="{86CB4B4D-7CA3-9044-876B-883B54F8677D}" type="slidenum">
              <a:rPr lang="en-US" smtClean="0"/>
              <a:pPr/>
              <a:t>‹#›</a:t>
            </a:fld>
            <a:endParaRPr lang="en-US"/>
          </a:p>
        </p:txBody>
      </p:sp>
    </p:spTree>
    <p:extLst>
      <p:ext uri="{BB962C8B-B14F-4D97-AF65-F5344CB8AC3E}">
        <p14:creationId xmlns:p14="http://schemas.microsoft.com/office/powerpoint/2010/main" val="2111712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24387175" cy="12001500"/>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68325" y="420624"/>
            <a:ext cx="11050589" cy="6288088"/>
          </a:xfrm>
        </p:spPr>
        <p:txBody>
          <a:bodyPr/>
          <a:lstStyle>
            <a:lvl1pPr>
              <a:lnSpc>
                <a:spcPct val="100000"/>
              </a:lnSpc>
              <a:defRPr sz="8598">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68326" y="12094264"/>
            <a:ext cx="4937887" cy="1143000"/>
          </a:xfrm>
        </p:spPr>
        <p:txBody>
          <a:bodyPr anchor="b"/>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81026" y="12094264"/>
            <a:ext cx="4937887" cy="1143000"/>
          </a:xfrm>
        </p:spPr>
        <p:txBody>
          <a:bodyPr anchor="b"/>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8" name="Picture 7">
            <a:extLst>
              <a:ext uri="{FF2B5EF4-FFF2-40B4-BE49-F238E27FC236}">
                <a16:creationId xmlns:a16="http://schemas.microsoft.com/office/drawing/2014/main" id="{418F6040-10C6-A4A5-7C1E-09A9F553C05B}"/>
              </a:ext>
            </a:extLst>
          </p:cNvPr>
          <p:cNvPicPr>
            <a:picLocks noChangeAspect="1"/>
          </p:cNvPicPr>
          <p:nvPr userDrawn="1"/>
        </p:nvPicPr>
        <p:blipFill>
          <a:blip r:embed="rId2"/>
          <a:stretch>
            <a:fillRect/>
          </a:stretch>
        </p:blipFill>
        <p:spPr>
          <a:xfrm>
            <a:off x="22286303" y="12536122"/>
            <a:ext cx="1638299" cy="609600"/>
          </a:xfrm>
          <a:prstGeom prst="rect">
            <a:avLst/>
          </a:prstGeom>
        </p:spPr>
      </p:pic>
    </p:spTree>
    <p:extLst>
      <p:ext uri="{BB962C8B-B14F-4D97-AF65-F5344CB8AC3E}">
        <p14:creationId xmlns:p14="http://schemas.microsoft.com/office/powerpoint/2010/main" val="2331991717"/>
      </p:ext>
    </p:extLst>
  </p:cSld>
  <p:clrMapOvr>
    <a:masterClrMapping/>
  </p:clrMapOvr>
  <p:transition spd="med"/>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23798D-A03E-2BC6-136A-14C1E387E723}"/>
              </a:ext>
            </a:extLst>
          </p:cNvPr>
          <p:cNvSpPr/>
          <p:nvPr userDrawn="1"/>
        </p:nvSpPr>
        <p:spPr bwMode="auto">
          <a:xfrm>
            <a:off x="0" y="0"/>
            <a:ext cx="24387175" cy="1200150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marL="0" marR="0" indent="0" algn="l" defTabSz="914218"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68325" y="420624"/>
            <a:ext cx="11050589" cy="4573588"/>
          </a:xfrm>
        </p:spPr>
        <p:txBody>
          <a:bodyPr/>
          <a:lstStyle>
            <a:lvl1pPr>
              <a:lnSpc>
                <a:spcPct val="100000"/>
              </a:lnSpc>
              <a:defRPr sz="8598">
                <a:solidFill>
                  <a:schemeClr val="tx2"/>
                </a:solidFill>
              </a:defRPr>
            </a:lvl1pPr>
          </a:lstStyle>
          <a:p>
            <a:r>
              <a:rPr lang="en-US"/>
              <a:t>Click to edit Master title style</a:t>
            </a:r>
          </a:p>
        </p:txBody>
      </p:sp>
      <p:pic>
        <p:nvPicPr>
          <p:cNvPr id="4" name="Picture 3">
            <a:extLst>
              <a:ext uri="{FF2B5EF4-FFF2-40B4-BE49-F238E27FC236}">
                <a16:creationId xmlns:a16="http://schemas.microsoft.com/office/drawing/2014/main" id="{C01A05E1-C4FC-6CB8-4FF6-0C8D93ACE5CE}"/>
              </a:ext>
            </a:extLst>
          </p:cNvPr>
          <p:cNvPicPr>
            <a:picLocks noChangeAspect="1"/>
          </p:cNvPicPr>
          <p:nvPr userDrawn="1"/>
        </p:nvPicPr>
        <p:blipFill>
          <a:blip r:embed="rId2"/>
          <a:stretch>
            <a:fillRect/>
          </a:stretch>
        </p:blipFill>
        <p:spPr>
          <a:xfrm>
            <a:off x="22286303" y="12536122"/>
            <a:ext cx="1638299" cy="609600"/>
          </a:xfrm>
          <a:prstGeom prst="rect">
            <a:avLst/>
          </a:prstGeom>
        </p:spPr>
      </p:pic>
      <p:sp>
        <p:nvSpPr>
          <p:cNvPr id="5" name="Text Placeholder 6">
            <a:extLst>
              <a:ext uri="{FF2B5EF4-FFF2-40B4-BE49-F238E27FC236}">
                <a16:creationId xmlns:a16="http://schemas.microsoft.com/office/drawing/2014/main" id="{28CADC67-06E4-9D0B-7A49-159C1E99D517}"/>
              </a:ext>
            </a:extLst>
          </p:cNvPr>
          <p:cNvSpPr>
            <a:spLocks noGrp="1"/>
          </p:cNvSpPr>
          <p:nvPr>
            <p:ph type="body" sz="quarter" idx="12"/>
          </p:nvPr>
        </p:nvSpPr>
        <p:spPr>
          <a:xfrm>
            <a:off x="568326" y="12094264"/>
            <a:ext cx="4937887" cy="1143000"/>
          </a:xfrm>
        </p:spPr>
        <p:txBody>
          <a:bodyPr anchor="b"/>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6BAFC6AD-C46B-8438-C789-096006859E45}"/>
              </a:ext>
            </a:extLst>
          </p:cNvPr>
          <p:cNvSpPr>
            <a:spLocks noGrp="1"/>
          </p:cNvSpPr>
          <p:nvPr>
            <p:ph type="body" sz="quarter" idx="13"/>
          </p:nvPr>
        </p:nvSpPr>
        <p:spPr>
          <a:xfrm>
            <a:off x="6681026" y="12094264"/>
            <a:ext cx="4937887" cy="1143000"/>
          </a:xfrm>
        </p:spPr>
        <p:txBody>
          <a:bodyPr anchor="b"/>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476067997"/>
      </p:ext>
    </p:extLst>
  </p:cSld>
  <p:clrMapOvr>
    <a:masterClrMapping/>
  </p:clrMapOvr>
  <p:transition spd="med"/>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68325" y="420624"/>
            <a:ext cx="11050589" cy="4573588"/>
          </a:xfrm>
        </p:spPr>
        <p:txBody>
          <a:bodyPr/>
          <a:lstStyle>
            <a:lvl1pPr>
              <a:lnSpc>
                <a:spcPct val="100000"/>
              </a:lnSpc>
              <a:defRPr sz="8598"/>
            </a:lvl1pPr>
          </a:lstStyle>
          <a:p>
            <a:r>
              <a:rPr lang="en-US"/>
              <a:t>Click to edit Master title style</a:t>
            </a:r>
          </a:p>
        </p:txBody>
      </p:sp>
      <p:pic>
        <p:nvPicPr>
          <p:cNvPr id="3" name="Picture 2">
            <a:extLst>
              <a:ext uri="{FF2B5EF4-FFF2-40B4-BE49-F238E27FC236}">
                <a16:creationId xmlns:a16="http://schemas.microsoft.com/office/drawing/2014/main" id="{AD6B9281-0E53-739D-E17B-6D94770D30A8}"/>
              </a:ext>
            </a:extLst>
          </p:cNvPr>
          <p:cNvPicPr>
            <a:picLocks noChangeAspect="1"/>
          </p:cNvPicPr>
          <p:nvPr userDrawn="1"/>
        </p:nvPicPr>
        <p:blipFill>
          <a:blip r:embed="rId2"/>
          <a:stretch>
            <a:fillRect/>
          </a:stretch>
        </p:blipFill>
        <p:spPr>
          <a:xfrm>
            <a:off x="22286303" y="12536122"/>
            <a:ext cx="1638299" cy="609600"/>
          </a:xfrm>
          <a:prstGeom prst="rect">
            <a:avLst/>
          </a:prstGeom>
        </p:spPr>
      </p:pic>
    </p:spTree>
    <p:extLst>
      <p:ext uri="{BB962C8B-B14F-4D97-AF65-F5344CB8AC3E}">
        <p14:creationId xmlns:p14="http://schemas.microsoft.com/office/powerpoint/2010/main" val="3175239028"/>
      </p:ext>
    </p:extLst>
  </p:cSld>
  <p:clrMapOvr>
    <a:masterClrMapping/>
  </p:clrMapOvr>
  <p:transition spd="med"/>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ver, plain, business uni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68325" y="420624"/>
            <a:ext cx="11050589" cy="4573588"/>
          </a:xfrm>
        </p:spPr>
        <p:txBody>
          <a:bodyPr/>
          <a:lstStyle>
            <a:lvl1pPr>
              <a:lnSpc>
                <a:spcPct val="100000"/>
              </a:lnSpc>
              <a:defRPr sz="8598">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68325" y="12478478"/>
            <a:ext cx="11050589" cy="762000"/>
          </a:xfrm>
        </p:spPr>
        <p:txBody>
          <a:bodyPr anchor="b"/>
          <a:lstStyle>
            <a:lvl1pPr>
              <a:lnSpc>
                <a:spcPct val="110000"/>
              </a:lnSpc>
              <a:spcBef>
                <a:spcPts val="0"/>
              </a:spcBef>
              <a:defRPr sz="2800">
                <a:solidFill>
                  <a:schemeClr val="tx1"/>
                </a:solidFill>
              </a:defRPr>
            </a:lvl1pPr>
          </a:lstStyle>
          <a:p>
            <a:pPr lvl="0"/>
            <a:r>
              <a:rPr lang="en-US"/>
              <a:t>Click to edit Master text styles</a:t>
            </a:r>
          </a:p>
        </p:txBody>
      </p:sp>
      <p:pic>
        <p:nvPicPr>
          <p:cNvPr id="3" name="Picture 2">
            <a:extLst>
              <a:ext uri="{FF2B5EF4-FFF2-40B4-BE49-F238E27FC236}">
                <a16:creationId xmlns:a16="http://schemas.microsoft.com/office/drawing/2014/main" id="{122DCEBD-8062-3355-4A71-D28385043E0C}"/>
              </a:ext>
            </a:extLst>
          </p:cNvPr>
          <p:cNvPicPr>
            <a:picLocks noChangeAspect="1"/>
          </p:cNvPicPr>
          <p:nvPr userDrawn="1"/>
        </p:nvPicPr>
        <p:blipFill>
          <a:blip r:embed="rId2"/>
          <a:stretch>
            <a:fillRect/>
          </a:stretch>
        </p:blipFill>
        <p:spPr>
          <a:xfrm>
            <a:off x="22286303" y="12536122"/>
            <a:ext cx="1638299" cy="609600"/>
          </a:xfrm>
          <a:prstGeom prst="rect">
            <a:avLst/>
          </a:prstGeom>
        </p:spPr>
      </p:pic>
    </p:spTree>
    <p:extLst>
      <p:ext uri="{BB962C8B-B14F-4D97-AF65-F5344CB8AC3E}">
        <p14:creationId xmlns:p14="http://schemas.microsoft.com/office/powerpoint/2010/main" val="668940139"/>
      </p:ext>
    </p:extLst>
  </p:cSld>
  <p:clrMapOvr>
    <a:masterClrMapping/>
  </p:clrMapOvr>
  <p:transition spd="med"/>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1" y="569914"/>
            <a:ext cx="11049000" cy="12574588"/>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66930" y="420624"/>
            <a:ext cx="10101071" cy="10479088"/>
          </a:xfrm>
        </p:spPr>
        <p:txBody>
          <a:bodyPr/>
          <a:lstStyle>
            <a:lvl1pPr>
              <a:lnSpc>
                <a:spcPct val="100000"/>
              </a:lnSpc>
              <a:defRPr sz="8598">
                <a:solidFill>
                  <a:schemeClr val="tx2"/>
                </a:solidFill>
              </a:defRPr>
            </a:lvl1pPr>
          </a:lstStyle>
          <a:p>
            <a:r>
              <a:rPr lang="en-US"/>
              <a:t>Click to edit Master title style</a:t>
            </a:r>
          </a:p>
        </p:txBody>
      </p:sp>
      <p:pic>
        <p:nvPicPr>
          <p:cNvPr id="9" name="Picture 8">
            <a:extLst>
              <a:ext uri="{FF2B5EF4-FFF2-40B4-BE49-F238E27FC236}">
                <a16:creationId xmlns:a16="http://schemas.microsoft.com/office/drawing/2014/main" id="{735CD4FC-3A11-28F6-09EF-9089FE9596BF}"/>
              </a:ext>
            </a:extLst>
          </p:cNvPr>
          <p:cNvPicPr>
            <a:picLocks noChangeAspect="1"/>
          </p:cNvPicPr>
          <p:nvPr userDrawn="1"/>
        </p:nvPicPr>
        <p:blipFill>
          <a:blip r:embed="rId2"/>
          <a:stretch>
            <a:fillRect/>
          </a:stretch>
        </p:blipFill>
        <p:spPr>
          <a:xfrm>
            <a:off x="569035" y="12534282"/>
            <a:ext cx="1638299" cy="609600"/>
          </a:xfrm>
          <a:prstGeom prst="rect">
            <a:avLst/>
          </a:prstGeom>
        </p:spPr>
      </p:pic>
    </p:spTree>
    <p:extLst>
      <p:ext uri="{BB962C8B-B14F-4D97-AF65-F5344CB8AC3E}">
        <p14:creationId xmlns:p14="http://schemas.microsoft.com/office/powerpoint/2010/main" val="642431409"/>
      </p:ext>
    </p:extLst>
  </p:cSld>
  <p:clrMapOvr>
    <a:masterClrMapping/>
  </p:clrMapOvr>
  <p:transition spd="med"/>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Cover, imagery, half, business unit">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1" y="569914"/>
            <a:ext cx="11049000" cy="12574588"/>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68326" y="1711324"/>
            <a:ext cx="10099675" cy="9337676"/>
          </a:xfrm>
        </p:spPr>
        <p:txBody>
          <a:bodyPr/>
          <a:lstStyle>
            <a:lvl1pPr>
              <a:lnSpc>
                <a:spcPct val="100000"/>
              </a:lnSpc>
              <a:defRPr sz="8598">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68326" y="571500"/>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pic>
        <p:nvPicPr>
          <p:cNvPr id="3" name="Picture 2">
            <a:extLst>
              <a:ext uri="{FF2B5EF4-FFF2-40B4-BE49-F238E27FC236}">
                <a16:creationId xmlns:a16="http://schemas.microsoft.com/office/drawing/2014/main" id="{6E1E1290-FE86-28FE-CC32-A32973D2D190}"/>
              </a:ext>
            </a:extLst>
          </p:cNvPr>
          <p:cNvPicPr>
            <a:picLocks noChangeAspect="1"/>
          </p:cNvPicPr>
          <p:nvPr userDrawn="1"/>
        </p:nvPicPr>
        <p:blipFill>
          <a:blip r:embed="rId2"/>
          <a:stretch>
            <a:fillRect/>
          </a:stretch>
        </p:blipFill>
        <p:spPr>
          <a:xfrm>
            <a:off x="569035" y="12534282"/>
            <a:ext cx="1638299" cy="609600"/>
          </a:xfrm>
          <a:prstGeom prst="rect">
            <a:avLst/>
          </a:prstGeom>
        </p:spPr>
      </p:pic>
    </p:spTree>
    <p:extLst>
      <p:ext uri="{BB962C8B-B14F-4D97-AF65-F5344CB8AC3E}">
        <p14:creationId xmlns:p14="http://schemas.microsoft.com/office/powerpoint/2010/main" val="3148825245"/>
      </p:ext>
    </p:extLst>
  </p:cSld>
  <p:clrMapOvr>
    <a:masterClrMapping/>
  </p:clrMapOvr>
  <p:transition spd="med"/>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68327" y="448056"/>
            <a:ext cx="4956175" cy="4573588"/>
          </a:xfrm>
        </p:spPr>
        <p:txBody>
          <a:bodyPr/>
          <a:lstStyle>
            <a:lvl1pPr>
              <a:lnSpc>
                <a:spcPct val="100000"/>
              </a:lnSpc>
              <a:defRPr sz="6398">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3500" y="569914"/>
            <a:ext cx="4953001" cy="11431588"/>
          </a:xfrm>
        </p:spPr>
        <p:txBody>
          <a:bodyPr/>
          <a:lstStyle>
            <a:lvl1pPr defTabSz="1161056">
              <a:spcBef>
                <a:spcPts val="0"/>
              </a:spcBef>
              <a:defRPr>
                <a:solidFill>
                  <a:schemeClr val="tx1"/>
                </a:solidFill>
              </a:defRPr>
            </a:lvl1pPr>
            <a:lvl2pPr defTabSz="1161056">
              <a:spcBef>
                <a:spcPts val="0"/>
              </a:spcBef>
              <a:defRPr>
                <a:solidFill>
                  <a:schemeClr val="tx1"/>
                </a:solidFill>
              </a:defRPr>
            </a:lvl2pPr>
            <a:lvl3pPr defTabSz="1161056">
              <a:spcBef>
                <a:spcPts val="0"/>
              </a:spcBef>
              <a:defRPr>
                <a:solidFill>
                  <a:schemeClr val="tx1"/>
                </a:solidFill>
              </a:defRPr>
            </a:lvl3pPr>
            <a:lvl4pPr defTabSz="1161056">
              <a:spcBef>
                <a:spcPts val="0"/>
              </a:spcBef>
              <a:defRPr>
                <a:solidFill>
                  <a:schemeClr val="tx1"/>
                </a:solidFill>
              </a:defRPr>
            </a:lvl4pPr>
            <a:lvl5pPr defTabSz="1161056">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6" y="569914"/>
            <a:ext cx="4949824" cy="11431588"/>
          </a:xfrm>
        </p:spPr>
        <p:txBody>
          <a:bodyPr/>
          <a:lstStyle>
            <a:lvl1pPr defTabSz="1161056">
              <a:spcBef>
                <a:spcPts val="0"/>
              </a:spcBef>
              <a:defRPr>
                <a:solidFill>
                  <a:schemeClr val="tx1"/>
                </a:solidFill>
              </a:defRPr>
            </a:lvl1pPr>
            <a:lvl2pPr defTabSz="1161056">
              <a:spcBef>
                <a:spcPts val="0"/>
              </a:spcBef>
              <a:defRPr>
                <a:solidFill>
                  <a:schemeClr val="tx1"/>
                </a:solidFill>
              </a:defRPr>
            </a:lvl2pPr>
            <a:lvl3pPr defTabSz="1161056">
              <a:spcBef>
                <a:spcPts val="0"/>
              </a:spcBef>
              <a:defRPr>
                <a:solidFill>
                  <a:schemeClr val="tx1"/>
                </a:solidFill>
              </a:defRPr>
            </a:lvl3pPr>
            <a:lvl4pPr defTabSz="1161056">
              <a:spcBef>
                <a:spcPts val="0"/>
              </a:spcBef>
              <a:defRPr>
                <a:solidFill>
                  <a:schemeClr val="tx1"/>
                </a:solidFill>
              </a:defRPr>
            </a:lvl4pPr>
            <a:lvl5pPr defTabSz="1161056">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Slide Number Placeholder">
            <a:extLst>
              <a:ext uri="{FF2B5EF4-FFF2-40B4-BE49-F238E27FC236}">
                <a16:creationId xmlns:a16="http://schemas.microsoft.com/office/drawing/2014/main" id="{7F4D3A79-AFC3-BF88-B6CC-E6183F6158F1}"/>
              </a:ext>
            </a:extLst>
          </p:cNvPr>
          <p:cNvSpPr>
            <a:spLocks noGrp="1"/>
          </p:cNvSpPr>
          <p:nvPr>
            <p:ph type="sldNum" sz="quarter" idx="12"/>
          </p:nvPr>
        </p:nvSpPr>
        <p:spPr>
          <a:xfrm>
            <a:off x="23541593" y="12900739"/>
            <a:ext cx="270907" cy="246222"/>
          </a:xfrm>
          <a:prstGeom prst="rect">
            <a:avLst/>
          </a:prstGeom>
        </p:spPr>
        <p:txBody>
          <a:bodyPr/>
          <a:lstStyle>
            <a:lvl1pPr>
              <a:defRPr>
                <a:solidFill>
                  <a:schemeClr val="tx1"/>
                </a:solidFill>
              </a:defRPr>
            </a:lvl1pPr>
          </a:lstStyle>
          <a:p>
            <a:fld id="{59395FB3-9C97-154F-86B2-7E381B951268}" type="slidenum">
              <a:rPr lang="en-US" smtClean="0"/>
              <a:pPr/>
              <a:t>‹#›</a:t>
            </a:fld>
            <a:endParaRPr lang="en-US"/>
          </a:p>
        </p:txBody>
      </p:sp>
      <p:sp>
        <p:nvSpPr>
          <p:cNvPr id="3" name="Footer Placeholder 2">
            <a:extLst>
              <a:ext uri="{FF2B5EF4-FFF2-40B4-BE49-F238E27FC236}">
                <a16:creationId xmlns:a16="http://schemas.microsoft.com/office/drawing/2014/main" id="{2C2DCF13-4170-1EDA-F05B-655609585EC6}"/>
              </a:ext>
            </a:extLst>
          </p:cNvPr>
          <p:cNvSpPr>
            <a:spLocks noGrp="1"/>
          </p:cNvSpPr>
          <p:nvPr>
            <p:ph type="ftr" sz="quarter" idx="13"/>
          </p:nvPr>
        </p:nvSpPr>
        <p:spPr/>
        <p:txBody>
          <a:bodyPr/>
          <a:lstStyle>
            <a:lvl1pPr>
              <a:defRPr>
                <a:solidFill>
                  <a:schemeClr val="tx1"/>
                </a:solidFill>
              </a:defRPr>
            </a:lvl1pPr>
          </a:lstStyle>
          <a:p>
            <a:r>
              <a:rPr lang="en-US"/>
              <a:t>SKO4 / Copyright © 2024 IBM</a:t>
            </a:r>
          </a:p>
        </p:txBody>
      </p:sp>
    </p:spTree>
    <p:extLst>
      <p:ext uri="{BB962C8B-B14F-4D97-AF65-F5344CB8AC3E}">
        <p14:creationId xmlns:p14="http://schemas.microsoft.com/office/powerpoint/2010/main" val="1004480464"/>
      </p:ext>
    </p:extLst>
  </p:cSld>
  <p:clrMapOvr>
    <a:masterClrMapping/>
  </p:clrMapOvr>
  <p:transition spd="med"/>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68325" y="448056"/>
            <a:ext cx="11050589" cy="2859088"/>
          </a:xfrm>
        </p:spPr>
        <p:txBody>
          <a:bodyPr rIns="457200"/>
          <a:lstStyle>
            <a:lvl1pPr>
              <a:lnSpc>
                <a:spcPct val="100000"/>
              </a:lnSpc>
              <a:defRPr sz="6398">
                <a:solidFill>
                  <a:schemeClr val="tx2"/>
                </a:solidFill>
              </a:defRPr>
            </a:lvl1pPr>
          </a:lstStyle>
          <a:p>
            <a:r>
              <a:rPr lang="en-US"/>
              <a:t>Click to edit Master title style</a:t>
            </a:r>
          </a:p>
        </p:txBody>
      </p:sp>
      <p:sp>
        <p:nvSpPr>
          <p:cNvPr id="6" name="Slide Number Placeholder">
            <a:extLst>
              <a:ext uri="{FF2B5EF4-FFF2-40B4-BE49-F238E27FC236}">
                <a16:creationId xmlns:a16="http://schemas.microsoft.com/office/drawing/2014/main" id="{B1796CE7-FE67-2667-09E7-6A5DEF68AEB7}"/>
              </a:ext>
            </a:extLst>
          </p:cNvPr>
          <p:cNvSpPr>
            <a:spLocks noGrp="1"/>
          </p:cNvSpPr>
          <p:nvPr>
            <p:ph type="sldNum" sz="quarter" idx="11"/>
          </p:nvPr>
        </p:nvSpPr>
        <p:spPr>
          <a:xfrm>
            <a:off x="23541593" y="12900739"/>
            <a:ext cx="270907" cy="246222"/>
          </a:xfrm>
          <a:prstGeom prst="rect">
            <a:avLst/>
          </a:prstGeom>
        </p:spPr>
        <p:txBody>
          <a:bodyPr/>
          <a:lstStyle>
            <a:lvl1pPr>
              <a:defRPr>
                <a:solidFill>
                  <a:schemeClr val="tx1"/>
                </a:solidFill>
              </a:defRPr>
            </a:lvl1pPr>
          </a:lstStyle>
          <a:p>
            <a:fld id="{59395FB3-9C97-154F-86B2-7E381B951268}" type="slidenum">
              <a:rPr lang="en-US" smtClean="0"/>
              <a:pPr/>
              <a:t>‹#›</a:t>
            </a:fld>
            <a:endParaRPr lang="en-US"/>
          </a:p>
        </p:txBody>
      </p:sp>
      <p:sp>
        <p:nvSpPr>
          <p:cNvPr id="3" name="Footer Placeholder 2">
            <a:extLst>
              <a:ext uri="{FF2B5EF4-FFF2-40B4-BE49-F238E27FC236}">
                <a16:creationId xmlns:a16="http://schemas.microsoft.com/office/drawing/2014/main" id="{45FA44BF-58DD-7FDA-8FF0-96DD7616B72B}"/>
              </a:ext>
            </a:extLst>
          </p:cNvPr>
          <p:cNvSpPr>
            <a:spLocks noGrp="1"/>
          </p:cNvSpPr>
          <p:nvPr>
            <p:ph type="ftr" sz="quarter" idx="12"/>
          </p:nvPr>
        </p:nvSpPr>
        <p:spPr/>
        <p:txBody>
          <a:bodyPr/>
          <a:lstStyle>
            <a:lvl1pPr>
              <a:defRPr>
                <a:solidFill>
                  <a:schemeClr val="tx1"/>
                </a:solidFill>
              </a:defRPr>
            </a:lvl1pPr>
          </a:lstStyle>
          <a:p>
            <a:r>
              <a:rPr lang="en-US"/>
              <a:t>SKO4 / Copyright © 2024 IBM</a:t>
            </a:r>
          </a:p>
        </p:txBody>
      </p:sp>
    </p:spTree>
    <p:extLst>
      <p:ext uri="{BB962C8B-B14F-4D97-AF65-F5344CB8AC3E}">
        <p14:creationId xmlns:p14="http://schemas.microsoft.com/office/powerpoint/2010/main" val="3335338041"/>
      </p:ext>
    </p:extLst>
  </p:cSld>
  <p:clrMapOvr>
    <a:masterClrMapping/>
  </p:clrMapOvr>
  <p:transition spd="med"/>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4676" y="381000"/>
            <a:ext cx="17141826" cy="8191500"/>
          </a:xfrm>
        </p:spPr>
        <p:txBody>
          <a:bodyPr/>
          <a:lstStyle>
            <a:lvl1pPr>
              <a:defRPr sz="17196" b="0" i="0">
                <a:solidFill>
                  <a:schemeClr val="tx2"/>
                </a:solidFill>
                <a:latin typeface="IBM Plex Sans ExtLt" panose="020B0303050203000203" pitchFamily="34" charset="0"/>
              </a:defRPr>
            </a:lvl1pPr>
          </a:lstStyle>
          <a:p>
            <a:r>
              <a:rPr lang="en-US"/>
              <a:t>Click to edit Master title style</a:t>
            </a:r>
          </a:p>
        </p:txBody>
      </p:sp>
      <p:sp>
        <p:nvSpPr>
          <p:cNvPr id="6" name="Slide Number Placeholder">
            <a:extLst>
              <a:ext uri="{FF2B5EF4-FFF2-40B4-BE49-F238E27FC236}">
                <a16:creationId xmlns:a16="http://schemas.microsoft.com/office/drawing/2014/main" id="{40C9739F-E9DC-E9F7-C95C-1CC2D2A4AD60}"/>
              </a:ext>
            </a:extLst>
          </p:cNvPr>
          <p:cNvSpPr>
            <a:spLocks noGrp="1"/>
          </p:cNvSpPr>
          <p:nvPr>
            <p:ph type="sldNum" sz="quarter" idx="11"/>
          </p:nvPr>
        </p:nvSpPr>
        <p:spPr>
          <a:xfrm>
            <a:off x="23541593" y="12900739"/>
            <a:ext cx="270907" cy="246222"/>
          </a:xfrm>
          <a:prstGeom prst="rect">
            <a:avLst/>
          </a:prstGeom>
        </p:spPr>
        <p:txBody>
          <a:bodyPr/>
          <a:lstStyle>
            <a:lvl1pPr>
              <a:defRPr>
                <a:solidFill>
                  <a:schemeClr val="tx1"/>
                </a:solidFill>
              </a:defRPr>
            </a:lvl1pPr>
          </a:lstStyle>
          <a:p>
            <a:fld id="{59395FB3-9C97-154F-86B2-7E381B951268}" type="slidenum">
              <a:rPr lang="en-US" smtClean="0"/>
              <a:pPr/>
              <a:t>‹#›</a:t>
            </a:fld>
            <a:endParaRPr lang="en-US"/>
          </a:p>
        </p:txBody>
      </p:sp>
      <p:sp>
        <p:nvSpPr>
          <p:cNvPr id="3" name="Footer Placeholder 2">
            <a:extLst>
              <a:ext uri="{FF2B5EF4-FFF2-40B4-BE49-F238E27FC236}">
                <a16:creationId xmlns:a16="http://schemas.microsoft.com/office/drawing/2014/main" id="{E759283E-393C-983A-4DEF-680312DA49CF}"/>
              </a:ext>
            </a:extLst>
          </p:cNvPr>
          <p:cNvSpPr>
            <a:spLocks noGrp="1"/>
          </p:cNvSpPr>
          <p:nvPr>
            <p:ph type="ftr" sz="quarter" idx="12"/>
          </p:nvPr>
        </p:nvSpPr>
        <p:spPr/>
        <p:txBody>
          <a:bodyPr/>
          <a:lstStyle>
            <a:lvl1pPr>
              <a:defRPr>
                <a:solidFill>
                  <a:schemeClr val="tx1"/>
                </a:solidFill>
              </a:defRPr>
            </a:lvl1pPr>
          </a:lstStyle>
          <a:p>
            <a:r>
              <a:rPr lang="en-US"/>
              <a:t>SKO4 / Copyright © 2024 IBM</a:t>
            </a:r>
          </a:p>
        </p:txBody>
      </p:sp>
    </p:spTree>
    <p:extLst>
      <p:ext uri="{BB962C8B-B14F-4D97-AF65-F5344CB8AC3E}">
        <p14:creationId xmlns:p14="http://schemas.microsoft.com/office/powerpoint/2010/main" val="1868141836"/>
      </p:ext>
    </p:extLst>
  </p:cSld>
  <p:clrMapOvr>
    <a:masterClrMapping/>
  </p:clrMapOvr>
  <p:transition spd="med"/>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68326" y="448056"/>
            <a:ext cx="9909174" cy="2859088"/>
          </a:xfrm>
        </p:spPr>
        <p:txBody>
          <a:bodyPr/>
          <a:lstStyle>
            <a:lvl1pPr>
              <a:lnSpc>
                <a:spcPct val="100000"/>
              </a:lnSpc>
              <a:defRPr sz="6398">
                <a:solidFill>
                  <a:schemeClr val="tx2"/>
                </a:solidFill>
              </a:defRPr>
            </a:lvl1pPr>
          </a:lstStyle>
          <a:p>
            <a:r>
              <a:rPr lang="en-US"/>
              <a:t>Click to edit Master title style</a:t>
            </a:r>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70426" y="448056"/>
            <a:ext cx="11042074" cy="8574088"/>
          </a:xfrm>
        </p:spPr>
        <p:txBody>
          <a:bodyPr/>
          <a:lstStyle>
            <a:lvl1pPr>
              <a:lnSpc>
                <a:spcPct val="100000"/>
              </a:lnSpc>
              <a:spcBef>
                <a:spcPts val="0"/>
              </a:spcBef>
              <a:defRPr sz="6398">
                <a:solidFill>
                  <a:schemeClr val="tx2"/>
                </a:solidFill>
              </a:defRPr>
            </a:lvl1pPr>
            <a:lvl2pPr marL="585098" indent="-585098">
              <a:lnSpc>
                <a:spcPct val="100000"/>
              </a:lnSpc>
              <a:spcBef>
                <a:spcPts val="0"/>
              </a:spcBef>
              <a:defRPr sz="6398">
                <a:solidFill>
                  <a:schemeClr val="tx2"/>
                </a:solidFill>
              </a:defRPr>
            </a:lvl2pPr>
            <a:lvl3pPr marL="1097060" indent="-585098">
              <a:lnSpc>
                <a:spcPct val="100000"/>
              </a:lnSpc>
              <a:spcBef>
                <a:spcPts val="0"/>
              </a:spcBef>
              <a:defRPr sz="6398">
                <a:solidFill>
                  <a:schemeClr val="tx2"/>
                </a:solidFill>
              </a:defRPr>
            </a:lvl3pPr>
            <a:lvl4pPr marL="1755296">
              <a:lnSpc>
                <a:spcPct val="100000"/>
              </a:lnSpc>
              <a:spcBef>
                <a:spcPts val="0"/>
              </a:spcBef>
              <a:defRPr sz="6398">
                <a:solidFill>
                  <a:schemeClr val="tx2"/>
                </a:solidFill>
              </a:defRPr>
            </a:lvl4pPr>
            <a:lvl5pPr>
              <a:lnSpc>
                <a:spcPct val="100000"/>
              </a:lnSpc>
              <a:spcBef>
                <a:spcPts val="0"/>
              </a:spcBef>
              <a:defRPr sz="6398"/>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Slide Number Placeholder">
            <a:extLst>
              <a:ext uri="{FF2B5EF4-FFF2-40B4-BE49-F238E27FC236}">
                <a16:creationId xmlns:a16="http://schemas.microsoft.com/office/drawing/2014/main" id="{B8A15A1C-3CA6-9F1A-8EB1-9457489FC986}"/>
              </a:ext>
            </a:extLst>
          </p:cNvPr>
          <p:cNvSpPr>
            <a:spLocks noGrp="1"/>
          </p:cNvSpPr>
          <p:nvPr>
            <p:ph type="sldNum" sz="quarter" idx="11"/>
          </p:nvPr>
        </p:nvSpPr>
        <p:spPr>
          <a:xfrm>
            <a:off x="23543161" y="12900739"/>
            <a:ext cx="269339" cy="246222"/>
          </a:xfrm>
          <a:prstGeom prst="rect">
            <a:avLst/>
          </a:prstGeom>
        </p:spPr>
        <p:txBody>
          <a:bodyPr/>
          <a:lstStyle>
            <a:lvl1pPr>
              <a:defRPr>
                <a:solidFill>
                  <a:schemeClr val="tx1"/>
                </a:solidFill>
              </a:defRPr>
            </a:lvl1pPr>
          </a:lstStyle>
          <a:p>
            <a:fld id="{59395FB3-9C97-154F-86B2-7E381B951268}" type="slidenum">
              <a:rPr lang="en-US" smtClean="0"/>
              <a:pPr/>
              <a:t>‹#›</a:t>
            </a:fld>
            <a:endParaRPr lang="en-US"/>
          </a:p>
        </p:txBody>
      </p:sp>
      <p:sp>
        <p:nvSpPr>
          <p:cNvPr id="3" name="Footer Placeholder 2">
            <a:extLst>
              <a:ext uri="{FF2B5EF4-FFF2-40B4-BE49-F238E27FC236}">
                <a16:creationId xmlns:a16="http://schemas.microsoft.com/office/drawing/2014/main" id="{F22A9BFF-2196-C7EB-8D92-65A919712113}"/>
              </a:ext>
            </a:extLst>
          </p:cNvPr>
          <p:cNvSpPr>
            <a:spLocks noGrp="1"/>
          </p:cNvSpPr>
          <p:nvPr>
            <p:ph type="ftr" sz="quarter" idx="12"/>
          </p:nvPr>
        </p:nvSpPr>
        <p:spPr/>
        <p:txBody>
          <a:bodyPr/>
          <a:lstStyle/>
          <a:p>
            <a:r>
              <a:rPr lang="en-US"/>
              <a:t>SKO4 / Copyright © 2024 IBM</a:t>
            </a:r>
          </a:p>
        </p:txBody>
      </p:sp>
    </p:spTree>
    <p:extLst>
      <p:ext uri="{BB962C8B-B14F-4D97-AF65-F5344CB8AC3E}">
        <p14:creationId xmlns:p14="http://schemas.microsoft.com/office/powerpoint/2010/main" val="889276255"/>
      </p:ext>
    </p:extLst>
  </p:cSld>
  <p:clrMapOvr>
    <a:masterClrMapping/>
  </p:clrMapOvr>
  <p:transition spd="med"/>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68325" y="402336"/>
            <a:ext cx="14662151" cy="9717088"/>
          </a:xfrm>
        </p:spPr>
        <p:txBody>
          <a:bodyPr/>
          <a:lstStyle>
            <a:lvl1pPr>
              <a:lnSpc>
                <a:spcPct val="100000"/>
              </a:lnSpc>
              <a:defRPr sz="8598">
                <a:solidFill>
                  <a:schemeClr val="tx2"/>
                </a:solidFill>
              </a:defRPr>
            </a:lvl1pPr>
          </a:lstStyle>
          <a:p>
            <a:r>
              <a:rPr lang="en-US"/>
              <a:t>Click to edit Master title style</a:t>
            </a:r>
          </a:p>
        </p:txBody>
      </p:sp>
      <p:sp>
        <p:nvSpPr>
          <p:cNvPr id="7" name="Slide Number Placeholder">
            <a:extLst>
              <a:ext uri="{FF2B5EF4-FFF2-40B4-BE49-F238E27FC236}">
                <a16:creationId xmlns:a16="http://schemas.microsoft.com/office/drawing/2014/main" id="{1AC698F3-E0DB-1FF3-7445-7480226D1D37}"/>
              </a:ext>
            </a:extLst>
          </p:cNvPr>
          <p:cNvSpPr>
            <a:spLocks noGrp="1"/>
          </p:cNvSpPr>
          <p:nvPr>
            <p:ph type="sldNum" sz="quarter" idx="11"/>
          </p:nvPr>
        </p:nvSpPr>
        <p:spPr>
          <a:xfrm>
            <a:off x="23541593" y="12900739"/>
            <a:ext cx="270907" cy="246222"/>
          </a:xfrm>
          <a:prstGeom prst="rect">
            <a:avLst/>
          </a:prstGeom>
        </p:spPr>
        <p:txBody>
          <a:bodyPr/>
          <a:lstStyle>
            <a:lvl1pPr>
              <a:defRPr>
                <a:solidFill>
                  <a:schemeClr val="tx1"/>
                </a:solidFill>
              </a:defRPr>
            </a:lvl1pPr>
          </a:lstStyle>
          <a:p>
            <a:fld id="{59395FB3-9C97-154F-86B2-7E381B951268}" type="slidenum">
              <a:rPr lang="en-US" smtClean="0"/>
              <a:pPr/>
              <a:t>‹#›</a:t>
            </a:fld>
            <a:endParaRPr lang="en-US"/>
          </a:p>
        </p:txBody>
      </p:sp>
      <p:sp>
        <p:nvSpPr>
          <p:cNvPr id="3" name="Footer Placeholder 2">
            <a:extLst>
              <a:ext uri="{FF2B5EF4-FFF2-40B4-BE49-F238E27FC236}">
                <a16:creationId xmlns:a16="http://schemas.microsoft.com/office/drawing/2014/main" id="{2D937611-FC61-E2BE-9D7D-38E4AAB40ED4}"/>
              </a:ext>
            </a:extLst>
          </p:cNvPr>
          <p:cNvSpPr>
            <a:spLocks noGrp="1"/>
          </p:cNvSpPr>
          <p:nvPr>
            <p:ph type="ftr" sz="quarter" idx="12"/>
          </p:nvPr>
        </p:nvSpPr>
        <p:spPr/>
        <p:txBody>
          <a:bodyPr/>
          <a:lstStyle>
            <a:lvl1pPr>
              <a:defRPr>
                <a:solidFill>
                  <a:schemeClr val="tx1"/>
                </a:solidFill>
              </a:defRPr>
            </a:lvl1pPr>
          </a:lstStyle>
          <a:p>
            <a:r>
              <a:rPr lang="en-US"/>
              <a:t>SKO4 / Copyright © 2024 IBM</a:t>
            </a:r>
          </a:p>
        </p:txBody>
      </p:sp>
    </p:spTree>
    <p:extLst>
      <p:ext uri="{BB962C8B-B14F-4D97-AF65-F5344CB8AC3E}">
        <p14:creationId xmlns:p14="http://schemas.microsoft.com/office/powerpoint/2010/main" val="373143478"/>
      </p:ext>
    </p:extLst>
  </p:cSld>
  <p:clrMapOvr>
    <a:masterClrMapping/>
  </p:clrMapOvr>
  <p:transition spd="med"/>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68325" y="9296400"/>
            <a:ext cx="11050589" cy="3543300"/>
          </a:xfrm>
        </p:spPr>
        <p:txBody>
          <a:bodyPr anchor="b"/>
          <a:lstStyle>
            <a:lvl1pPr>
              <a:lnSpc>
                <a:spcPct val="90000"/>
              </a:lnSpc>
              <a:spcBef>
                <a:spcPts val="0"/>
              </a:spcBef>
              <a:defRPr sz="25794" b="0" i="0">
                <a:solidFill>
                  <a:schemeClr val="accent1"/>
                </a:solidFill>
                <a:latin typeface="IBM Plex Sans ExtLt" panose="020B0303050203000203" pitchFamily="34" charset="0"/>
              </a:defRPr>
            </a:lvl1pPr>
          </a:lstStyle>
          <a:p>
            <a:r>
              <a:rPr lang="en-US"/>
              <a:t>↗︎00M</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63501" y="9296400"/>
            <a:ext cx="11049000" cy="3543300"/>
          </a:xfrm>
        </p:spPr>
        <p:txBody>
          <a:bodyPr anchor="b"/>
          <a:lstStyle>
            <a:lvl1pPr>
              <a:lnSpc>
                <a:spcPct val="90000"/>
              </a:lnSpc>
              <a:spcBef>
                <a:spcPts val="0"/>
              </a:spcBef>
              <a:defRPr sz="25794" b="0" i="0">
                <a:solidFill>
                  <a:schemeClr val="accent1"/>
                </a:solidFill>
                <a:latin typeface="IBM Plex Sans ExtLt" panose="020B0303050203000203" pitchFamily="34" charset="0"/>
              </a:defRPr>
            </a:lvl1pPr>
          </a:lstStyle>
          <a:p>
            <a:r>
              <a:rPr lang="en-US"/>
              <a:t>+00%</a:t>
            </a:r>
          </a:p>
        </p:txBody>
      </p:sp>
      <p:sp>
        <p:nvSpPr>
          <p:cNvPr id="3" name="Slide Number Placeholder 2">
            <a:extLst>
              <a:ext uri="{FF2B5EF4-FFF2-40B4-BE49-F238E27FC236}">
                <a16:creationId xmlns:a16="http://schemas.microsoft.com/office/drawing/2014/main" id="{15CC6925-298E-960E-CA92-0BC8FB18CE39}"/>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63500" y="569914"/>
            <a:ext cx="7620000" cy="6288088"/>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68327" y="569914"/>
            <a:ext cx="7623174" cy="6288088"/>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D61E6B91-2983-AF71-00DD-3FBCA7243F8E}"/>
              </a:ext>
            </a:extLst>
          </p:cNvPr>
          <p:cNvSpPr>
            <a:spLocks noGrp="1"/>
          </p:cNvSpPr>
          <p:nvPr>
            <p:ph type="ftr" sz="quarter" idx="15"/>
          </p:nvPr>
        </p:nvSpPr>
        <p:spPr/>
        <p:txBody>
          <a:bodyPr/>
          <a:lstStyle/>
          <a:p>
            <a:r>
              <a:rPr lang="en-US"/>
              <a:t>SKO4 / Copyright © 2024 IBM</a:t>
            </a:r>
          </a:p>
        </p:txBody>
      </p:sp>
      <p:cxnSp>
        <p:nvCxnSpPr>
          <p:cNvPr id="9" name="Straight Connector 8">
            <a:extLst>
              <a:ext uri="{FF2B5EF4-FFF2-40B4-BE49-F238E27FC236}">
                <a16:creationId xmlns:a16="http://schemas.microsoft.com/office/drawing/2014/main" id="{1C44518A-7FBB-67DA-E35B-8BC0AAFC6062}"/>
              </a:ext>
            </a:extLst>
          </p:cNvPr>
          <p:cNvCxnSpPr/>
          <p:nvPr userDrawn="1"/>
        </p:nvCxnSpPr>
        <p:spPr bwMode="auto">
          <a:xfrm>
            <a:off x="12193588"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72616717"/>
      </p:ext>
    </p:extLst>
  </p:cSld>
  <p:clrMapOvr>
    <a:masterClrMapping/>
  </p:clrMapOvr>
  <p:transition spd="med"/>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68265" y="426482"/>
            <a:ext cx="4949824" cy="1906588"/>
          </a:xfrm>
        </p:spPr>
        <p:txBody>
          <a:bodyPr/>
          <a:lstStyle>
            <a:lvl1pPr>
              <a:lnSpc>
                <a:spcPct val="90000"/>
              </a:lnSpc>
              <a:defRPr sz="12998">
                <a:solidFill>
                  <a:schemeClr val="accent1"/>
                </a:solidFill>
              </a:defRPr>
            </a:lvl1pPr>
          </a:lstStyle>
          <a:p>
            <a:pPr lvl="0"/>
            <a:r>
              <a:rPr lang="en-US"/>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2" y="429655"/>
            <a:ext cx="4949824" cy="1903414"/>
          </a:xfrm>
        </p:spPr>
        <p:txBody>
          <a:bodyPr/>
          <a:lstStyle>
            <a:lvl1pPr>
              <a:lnSpc>
                <a:spcPct val="90000"/>
              </a:lnSpc>
              <a:defRPr sz="12998">
                <a:solidFill>
                  <a:schemeClr val="accent1"/>
                </a:solidFill>
              </a:defRPr>
            </a:lvl1pPr>
          </a:lstStyle>
          <a:p>
            <a:pPr lvl="0"/>
            <a:r>
              <a:rPr lang="en-US"/>
              <a:t>00%</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26456"/>
            <a:ext cx="4951413" cy="1907912"/>
          </a:xfrm>
        </p:spPr>
        <p:txBody>
          <a:bodyPr/>
          <a:lstStyle>
            <a:lvl1pPr>
              <a:lnSpc>
                <a:spcPct val="90000"/>
              </a:lnSpc>
              <a:defRPr sz="12998">
                <a:solidFill>
                  <a:schemeClr val="accent1"/>
                </a:solidFill>
              </a:defRPr>
            </a:lvl1pPr>
            <a:lvl2pPr marL="0" indent="0">
              <a:buNone/>
              <a:defRPr/>
            </a:lvl2pPr>
          </a:lstStyle>
          <a:p>
            <a:pPr lvl="0"/>
            <a:r>
              <a:rPr lang="en-US"/>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4675" y="569912"/>
            <a:ext cx="4949824" cy="2859088"/>
          </a:xfrm>
        </p:spPr>
        <p:txBody>
          <a:bodyPr/>
          <a:lstStyle>
            <a:lvl1pPr>
              <a:lnSpc>
                <a:spcPct val="110000"/>
              </a:lnSpc>
              <a:defRPr sz="36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8D705BEB-F3AA-BF3A-70A5-738D5EE71F07}"/>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0150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8"/>
            <a:ext cx="4951413" cy="967304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2334655"/>
            <a:ext cx="4953001" cy="966684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98528" y="2333069"/>
            <a:ext cx="4953001" cy="966684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9AAEFAA-EB42-1E87-74E6-FE0BC9198F83}"/>
              </a:ext>
            </a:extLst>
          </p:cNvPr>
          <p:cNvSpPr>
            <a:spLocks noGrp="1"/>
          </p:cNvSpPr>
          <p:nvPr>
            <p:ph type="ftr" sz="quarter" idx="18"/>
          </p:nvPr>
        </p:nvSpPr>
        <p:spPr/>
        <p:txBody>
          <a:bodyPr/>
          <a:lstStyle>
            <a:lvl1pPr>
              <a:defRPr>
                <a:solidFill>
                  <a:schemeClr val="tx1"/>
                </a:solidFill>
              </a:defRPr>
            </a:lvl1pPr>
          </a:lstStyle>
          <a:p>
            <a:r>
              <a:rPr lang="en-US"/>
              <a:t>SKO4 / Copyright © 2024 IBM</a:t>
            </a:r>
          </a:p>
        </p:txBody>
      </p:sp>
    </p:spTree>
    <p:extLst>
      <p:ext uri="{BB962C8B-B14F-4D97-AF65-F5344CB8AC3E}">
        <p14:creationId xmlns:p14="http://schemas.microsoft.com/office/powerpoint/2010/main" val="404168583"/>
      </p:ext>
    </p:extLst>
  </p:cSld>
  <p:clrMapOvr>
    <a:masterClrMapping/>
  </p:clrMapOvr>
  <p:transition spd="med"/>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3D81813D-DA09-FCA0-D570-1E2D428C59E9}"/>
              </a:ext>
            </a:extLst>
          </p:cNvPr>
          <p:cNvCxnSpPr/>
          <p:nvPr userDrawn="1"/>
        </p:nvCxnSpPr>
        <p:spPr bwMode="auto">
          <a:xfrm>
            <a:off x="568326" y="6096000"/>
            <a:ext cx="232441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4675" y="402336"/>
            <a:ext cx="4949824" cy="5335588"/>
          </a:xfrm>
        </p:spPr>
        <p:txBody>
          <a:bodyPr/>
          <a:lstStyle>
            <a:lvl1pPr>
              <a:lnSpc>
                <a:spcPct val="100000"/>
              </a:lnSpc>
              <a:defRPr sz="8598">
                <a:solidFill>
                  <a:schemeClr val="accent1"/>
                </a:solidFill>
              </a:defRPr>
            </a:lvl1pPr>
          </a:lstStyle>
          <a:p>
            <a:r>
              <a:rPr lang="en-US"/>
              <a:t>+000%</a:t>
            </a:r>
          </a:p>
        </p:txBody>
      </p:sp>
      <p:sp>
        <p:nvSpPr>
          <p:cNvPr id="3" name="Slide Number Placeholder 2">
            <a:extLst>
              <a:ext uri="{FF2B5EF4-FFF2-40B4-BE49-F238E27FC236}">
                <a16:creationId xmlns:a16="http://schemas.microsoft.com/office/drawing/2014/main" id="{12E26407-6C5D-60C9-0C0E-7B195B9AB4F9}"/>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1" y="402336"/>
            <a:ext cx="11049000" cy="5335588"/>
          </a:xfrm>
        </p:spPr>
        <p:txBody>
          <a:bodyPr/>
          <a:lstStyle>
            <a:lvl1pPr>
              <a:lnSpc>
                <a:spcPct val="100000"/>
              </a:lnSpc>
              <a:spcBef>
                <a:spcPts val="0"/>
              </a:spcBef>
              <a:defRPr sz="8598">
                <a:solidFill>
                  <a:schemeClr val="tx1"/>
                </a:solidFill>
              </a:defRPr>
            </a:lvl1pPr>
            <a:lvl2pPr marL="786226" indent="-786226">
              <a:lnSpc>
                <a:spcPct val="100000"/>
              </a:lnSpc>
              <a:spcBef>
                <a:spcPts val="0"/>
              </a:spcBef>
              <a:defRPr sz="8598">
                <a:solidFill>
                  <a:schemeClr val="tx1"/>
                </a:solidFill>
              </a:defRPr>
            </a:lvl2pPr>
            <a:lvl3pPr marL="1499316" indent="-786226">
              <a:lnSpc>
                <a:spcPct val="100000"/>
              </a:lnSpc>
              <a:spcBef>
                <a:spcPts val="0"/>
              </a:spcBef>
              <a:defRPr sz="8598">
                <a:solidFill>
                  <a:schemeClr val="tx1"/>
                </a:solidFill>
              </a:defRPr>
            </a:lvl3pPr>
            <a:lvl4pPr marL="2285542" indent="-786226">
              <a:lnSpc>
                <a:spcPct val="100000"/>
              </a:lnSpc>
              <a:spcBef>
                <a:spcPts val="0"/>
              </a:spcBef>
              <a:defRPr sz="8598">
                <a:solidFill>
                  <a:schemeClr val="tx1"/>
                </a:solidFill>
              </a:defRPr>
            </a:lvl4pPr>
            <a:lvl5pPr>
              <a:lnSpc>
                <a:spcPct val="100000"/>
              </a:lnSpc>
              <a:spcBef>
                <a:spcPts val="0"/>
              </a:spcBef>
              <a:defRPr sz="8598">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4675" y="6477000"/>
            <a:ext cx="4949824" cy="5334000"/>
          </a:xfrm>
        </p:spPr>
        <p:txBody>
          <a:bodyPr/>
          <a:lstStyle>
            <a:lvl1pPr>
              <a:lnSpc>
                <a:spcPct val="100000"/>
              </a:lnSpc>
              <a:defRPr sz="8598">
                <a:solidFill>
                  <a:schemeClr val="accent1"/>
                </a:solidFill>
              </a:defRPr>
            </a:lvl1pPr>
            <a:lvl2pPr>
              <a:lnSpc>
                <a:spcPct val="100000"/>
              </a:lnSpc>
              <a:defRPr sz="8598">
                <a:solidFill>
                  <a:schemeClr val="accent1"/>
                </a:solidFill>
              </a:defRPr>
            </a:lvl2pPr>
            <a:lvl3pPr>
              <a:lnSpc>
                <a:spcPct val="100000"/>
              </a:lnSpc>
              <a:defRPr sz="8598">
                <a:solidFill>
                  <a:schemeClr val="accent1"/>
                </a:solidFill>
              </a:defRPr>
            </a:lvl3pPr>
            <a:lvl4pPr>
              <a:lnSpc>
                <a:spcPct val="100000"/>
              </a:lnSpc>
              <a:defRPr sz="8598">
                <a:solidFill>
                  <a:schemeClr val="accent1"/>
                </a:solidFill>
              </a:defRPr>
            </a:lvl4pPr>
            <a:lvl5pPr>
              <a:lnSpc>
                <a:spcPct val="100000"/>
              </a:lnSpc>
              <a:defRPr sz="8598">
                <a:solidFill>
                  <a:schemeClr val="accent1"/>
                </a:solidFill>
              </a:defRPr>
            </a:lvl5pPr>
          </a:lstStyle>
          <a:p>
            <a:pPr lvl="0"/>
            <a:r>
              <a:rPr lang="en-US"/>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1" y="6477000"/>
            <a:ext cx="11049000" cy="5334000"/>
          </a:xfrm>
        </p:spPr>
        <p:txBody>
          <a:bodyPr/>
          <a:lstStyle>
            <a:lvl1pPr>
              <a:lnSpc>
                <a:spcPct val="100000"/>
              </a:lnSpc>
              <a:spcBef>
                <a:spcPts val="0"/>
              </a:spcBef>
              <a:defRPr sz="8598">
                <a:solidFill>
                  <a:schemeClr val="tx1"/>
                </a:solidFill>
              </a:defRPr>
            </a:lvl1pPr>
            <a:lvl2pPr marL="786226" indent="-786226">
              <a:lnSpc>
                <a:spcPct val="100000"/>
              </a:lnSpc>
              <a:spcBef>
                <a:spcPts val="0"/>
              </a:spcBef>
              <a:defRPr sz="8598">
                <a:solidFill>
                  <a:schemeClr val="tx1"/>
                </a:solidFill>
              </a:defRPr>
            </a:lvl2pPr>
            <a:lvl3pPr marL="1499316" indent="-786226">
              <a:lnSpc>
                <a:spcPct val="100000"/>
              </a:lnSpc>
              <a:spcBef>
                <a:spcPts val="0"/>
              </a:spcBef>
              <a:defRPr sz="8598">
                <a:solidFill>
                  <a:schemeClr val="tx1"/>
                </a:solidFill>
              </a:defRPr>
            </a:lvl3pPr>
            <a:lvl4pPr marL="2285542" indent="-786226">
              <a:lnSpc>
                <a:spcPct val="100000"/>
              </a:lnSpc>
              <a:spcBef>
                <a:spcPts val="0"/>
              </a:spcBef>
              <a:defRPr sz="8598">
                <a:solidFill>
                  <a:schemeClr val="tx1"/>
                </a:solidFill>
              </a:defRPr>
            </a:lvl4pPr>
            <a:lvl5pPr>
              <a:lnSpc>
                <a:spcPct val="100000"/>
              </a:lnSpc>
              <a:spcBef>
                <a:spcPts val="0"/>
              </a:spcBef>
              <a:defRPr sz="8598">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FCB180B3-2893-7D56-D6DE-1FBBB98BCFF4}"/>
              </a:ext>
            </a:extLst>
          </p:cNvPr>
          <p:cNvSpPr>
            <a:spLocks noGrp="1"/>
          </p:cNvSpPr>
          <p:nvPr>
            <p:ph type="ftr" sz="quarter" idx="14"/>
          </p:nvPr>
        </p:nvSpPr>
        <p:spPr/>
        <p:txBody>
          <a:bodyPr/>
          <a:lstStyle/>
          <a:p>
            <a:r>
              <a:rPr lang="en-US"/>
              <a:t>SKO4 / Copyright © 2024 IBM</a:t>
            </a:r>
          </a:p>
        </p:txBody>
      </p:sp>
    </p:spTree>
    <p:extLst>
      <p:ext uri="{BB962C8B-B14F-4D97-AF65-F5344CB8AC3E}">
        <p14:creationId xmlns:p14="http://schemas.microsoft.com/office/powerpoint/2010/main" val="1649667499"/>
      </p:ext>
    </p:extLst>
  </p:cSld>
  <p:clrMapOvr>
    <a:masterClrMapping/>
  </p:clrMapOvr>
  <p:transition spd="med"/>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687931BB-B3EF-829C-B354-B048514D5138}"/>
              </a:ext>
            </a:extLst>
          </p:cNvPr>
          <p:cNvCxnSpPr/>
          <p:nvPr userDrawn="1"/>
        </p:nvCxnSpPr>
        <p:spPr bwMode="auto">
          <a:xfrm>
            <a:off x="6667500" y="8191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1103109C-6DA9-8F27-B4B1-EE276442E489}"/>
              </a:ext>
            </a:extLst>
          </p:cNvPr>
          <p:cNvCxnSpPr/>
          <p:nvPr userDrawn="1"/>
        </p:nvCxnSpPr>
        <p:spPr bwMode="auto">
          <a:xfrm>
            <a:off x="6667500" y="4000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11480"/>
            <a:ext cx="4951413" cy="2859088"/>
          </a:xfrm>
        </p:spPr>
        <p:txBody>
          <a:bodyPr/>
          <a:lstStyle>
            <a:lvl1pPr>
              <a:lnSpc>
                <a:spcPct val="90000"/>
              </a:lnSpc>
              <a:defRPr sz="12998">
                <a:solidFill>
                  <a:schemeClr val="accent1"/>
                </a:solidFill>
              </a:defRPr>
            </a:lvl1pPr>
            <a:lvl2pPr marL="0" indent="0">
              <a:buNone/>
              <a:defRPr/>
            </a:lvl2pPr>
          </a:lstStyle>
          <a:p>
            <a:r>
              <a:rPr lang="en-US"/>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4675" y="569912"/>
            <a:ext cx="4949824" cy="2859088"/>
          </a:xfrm>
        </p:spPr>
        <p:txBody>
          <a:bodyPr/>
          <a:lstStyle>
            <a:lvl1pPr>
              <a:lnSpc>
                <a:spcPct val="110000"/>
              </a:lnSpc>
              <a:defRPr sz="36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8D705BEB-F3AA-BF3A-70A5-738D5EE71F07}"/>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0150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69912"/>
            <a:ext cx="7620000" cy="285908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4381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8572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187953"/>
            <a:ext cx="4951413" cy="2857506"/>
          </a:xfrm>
        </p:spPr>
        <p:txBody>
          <a:bodyPr/>
          <a:lstStyle>
            <a:lvl1pPr>
              <a:lnSpc>
                <a:spcPct val="90000"/>
              </a:lnSpc>
              <a:defRPr sz="12998">
                <a:solidFill>
                  <a:schemeClr val="accent1"/>
                </a:solidFill>
              </a:defRPr>
            </a:lvl1pPr>
          </a:lstStyle>
          <a:p>
            <a:r>
              <a:rPr lang="en-US"/>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3" y="8403337"/>
            <a:ext cx="4951411" cy="2857506"/>
          </a:xfrm>
        </p:spPr>
        <p:txBody>
          <a:bodyPr/>
          <a:lstStyle>
            <a:lvl1pPr>
              <a:lnSpc>
                <a:spcPct val="90000"/>
              </a:lnSpc>
              <a:defRPr sz="12998">
                <a:solidFill>
                  <a:schemeClr val="accent1"/>
                </a:solidFill>
              </a:defRPr>
            </a:lvl1pPr>
          </a:lstStyle>
          <a:p>
            <a:r>
              <a:rPr lang="en-US"/>
              <a:t>00%</a:t>
            </a:r>
          </a:p>
        </p:txBody>
      </p:sp>
      <p:sp>
        <p:nvSpPr>
          <p:cNvPr id="4" name="Footer Placeholder 3">
            <a:extLst>
              <a:ext uri="{FF2B5EF4-FFF2-40B4-BE49-F238E27FC236}">
                <a16:creationId xmlns:a16="http://schemas.microsoft.com/office/drawing/2014/main" id="{42C83D42-3DD5-2001-8C3E-782B4D95A03E}"/>
              </a:ext>
            </a:extLst>
          </p:cNvPr>
          <p:cNvSpPr>
            <a:spLocks noGrp="1"/>
          </p:cNvSpPr>
          <p:nvPr>
            <p:ph type="ftr" sz="quarter" idx="18"/>
          </p:nvPr>
        </p:nvSpPr>
        <p:spPr/>
        <p:txBody>
          <a:bodyPr/>
          <a:lstStyle/>
          <a:p>
            <a:r>
              <a:rPr lang="en-US"/>
              <a:t>SKO4 / Copyright © 2024 IBM</a:t>
            </a:r>
          </a:p>
        </p:txBody>
      </p:sp>
    </p:spTree>
    <p:extLst>
      <p:ext uri="{BB962C8B-B14F-4D97-AF65-F5344CB8AC3E}">
        <p14:creationId xmlns:p14="http://schemas.microsoft.com/office/powerpoint/2010/main" val="3736628954"/>
      </p:ext>
    </p:extLst>
  </p:cSld>
  <p:clrMapOvr>
    <a:masterClrMapping/>
  </p:clrMapOvr>
  <p:transition spd="med"/>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4675" y="569914"/>
            <a:ext cx="4949824" cy="1525588"/>
          </a:xfrm>
        </p:spPr>
        <p:txBody>
          <a:bodyPr/>
          <a:lstStyle>
            <a:lvl1pPr>
              <a:lnSpc>
                <a:spcPct val="110000"/>
              </a:lnSpc>
              <a:defRPr sz="28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87DA3BD0-C0A1-6ADF-602A-13E61E27711F}"/>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68327" y="3429000"/>
            <a:ext cx="4956175"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1"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499"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725F833F-819E-FEB3-6037-605097B8421D}"/>
              </a:ext>
            </a:extLst>
          </p:cNvPr>
          <p:cNvSpPr>
            <a:spLocks noGrp="1"/>
          </p:cNvSpPr>
          <p:nvPr>
            <p:ph type="ftr" sz="quarter" idx="15"/>
          </p:nvPr>
        </p:nvSpPr>
        <p:spPr/>
        <p:txBody>
          <a:bodyPr/>
          <a:lstStyle/>
          <a:p>
            <a:r>
              <a:rPr lang="en-US"/>
              <a:t>SKO4 / Copyright © 2024 IBM</a:t>
            </a:r>
          </a:p>
        </p:txBody>
      </p:sp>
    </p:spTree>
    <p:extLst>
      <p:ext uri="{BB962C8B-B14F-4D97-AF65-F5344CB8AC3E}">
        <p14:creationId xmlns:p14="http://schemas.microsoft.com/office/powerpoint/2010/main" val="766753939"/>
      </p:ext>
    </p:extLst>
  </p:cSld>
  <p:clrMapOvr>
    <a:masterClrMapping/>
  </p:clrMapOvr>
  <p:transition spd="med"/>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4675" y="569914"/>
            <a:ext cx="4949824" cy="1525588"/>
          </a:xfrm>
        </p:spPr>
        <p:txBody>
          <a:bodyPr/>
          <a:lstStyle>
            <a:lvl1pPr>
              <a:lnSpc>
                <a:spcPct val="110000"/>
              </a:lnSpc>
              <a:defRPr sz="28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87DA3BD0-C0A1-6ADF-602A-13E61E27711F}"/>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499" y="3429000"/>
            <a:ext cx="495935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1" y="569914"/>
            <a:ext cx="4956175" cy="1525588"/>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6">
            <a:extLst>
              <a:ext uri="{FF2B5EF4-FFF2-40B4-BE49-F238E27FC236}">
                <a16:creationId xmlns:a16="http://schemas.microsoft.com/office/drawing/2014/main" id="{1239EA8E-6B4C-405F-E7F6-ABB450E07109}"/>
              </a:ext>
            </a:extLst>
          </p:cNvPr>
          <p:cNvSpPr>
            <a:spLocks noGrp="1"/>
          </p:cNvSpPr>
          <p:nvPr>
            <p:ph type="body" sz="quarter" idx="19"/>
          </p:nvPr>
        </p:nvSpPr>
        <p:spPr>
          <a:xfrm>
            <a:off x="573088"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C21FF02-34C5-308A-3988-828D780376CD}"/>
              </a:ext>
            </a:extLst>
          </p:cNvPr>
          <p:cNvSpPr>
            <a:spLocks noGrp="1"/>
          </p:cNvSpPr>
          <p:nvPr>
            <p:ph type="ftr" sz="quarter" idx="20"/>
          </p:nvPr>
        </p:nvSpPr>
        <p:spPr/>
        <p:txBody>
          <a:bodyPr/>
          <a:lstStyle/>
          <a:p>
            <a:r>
              <a:rPr lang="en-US"/>
              <a:t>SKO4 / Copyright © 2024 IBM</a:t>
            </a:r>
          </a:p>
        </p:txBody>
      </p:sp>
      <p:cxnSp>
        <p:nvCxnSpPr>
          <p:cNvPr id="20" name="Straight Connector 19">
            <a:extLst>
              <a:ext uri="{FF2B5EF4-FFF2-40B4-BE49-F238E27FC236}">
                <a16:creationId xmlns:a16="http://schemas.microsoft.com/office/drawing/2014/main" id="{ABAB2974-AD95-0BF2-C41A-265AEF03B4F7}"/>
              </a:ext>
            </a:extLst>
          </p:cNvPr>
          <p:cNvCxnSpPr>
            <a:cxnSpLocks/>
          </p:cNvCxnSpPr>
          <p:nvPr userDrawn="1"/>
        </p:nvCxnSpPr>
        <p:spPr bwMode="auto">
          <a:xfrm>
            <a:off x="6096000" y="3429000"/>
            <a:ext cx="0" cy="8572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CDB8CB8D-C4DB-E357-4948-59CD6A18A9DC}"/>
              </a:ext>
            </a:extLst>
          </p:cNvPr>
          <p:cNvCxnSpPr/>
          <p:nvPr userDrawn="1"/>
        </p:nvCxnSpPr>
        <p:spPr bwMode="auto">
          <a:xfrm>
            <a:off x="12188953"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8B5887E5-28C4-AA99-EBD5-E34B88F46F25}"/>
              </a:ext>
            </a:extLst>
          </p:cNvPr>
          <p:cNvCxnSpPr/>
          <p:nvPr userDrawn="1"/>
        </p:nvCxnSpPr>
        <p:spPr bwMode="auto">
          <a:xfrm>
            <a:off x="18288001"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48047059"/>
      </p:ext>
    </p:extLst>
  </p:cSld>
  <p:clrMapOvr>
    <a:masterClrMapping/>
  </p:clrMapOvr>
  <p:transition spd="med"/>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4675" y="569914"/>
            <a:ext cx="4949824" cy="1525588"/>
          </a:xfrm>
        </p:spPr>
        <p:txBody>
          <a:bodyPr/>
          <a:lstStyle>
            <a:lvl1pPr>
              <a:lnSpc>
                <a:spcPct val="110000"/>
              </a:lnSpc>
              <a:defRPr sz="28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87DA3BD0-C0A1-6ADF-602A-13E61E27711F}"/>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1"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499"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1" y="569914"/>
            <a:ext cx="4956175"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69914"/>
            <a:ext cx="4953001"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69914"/>
            <a:ext cx="4959350"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D1DE0B47-A14A-7711-58D6-E30775CBE07B}"/>
              </a:ext>
            </a:extLst>
          </p:cNvPr>
          <p:cNvSpPr>
            <a:spLocks noGrp="1"/>
          </p:cNvSpPr>
          <p:nvPr>
            <p:ph type="ftr" sz="quarter" idx="18"/>
          </p:nvPr>
        </p:nvSpPr>
        <p:spPr/>
        <p:txBody>
          <a:bodyPr/>
          <a:lstStyle/>
          <a:p>
            <a:r>
              <a:rPr lang="en-US"/>
              <a:t>SKO4 / Copyright © 2024 IBM</a:t>
            </a:r>
          </a:p>
        </p:txBody>
      </p:sp>
      <p:cxnSp>
        <p:nvCxnSpPr>
          <p:cNvPr id="14" name="Straight Connector 13">
            <a:extLst>
              <a:ext uri="{FF2B5EF4-FFF2-40B4-BE49-F238E27FC236}">
                <a16:creationId xmlns:a16="http://schemas.microsoft.com/office/drawing/2014/main" id="{C6EB28FF-C21F-A83D-2D19-2242B76C6B09}"/>
              </a:ext>
            </a:extLst>
          </p:cNvPr>
          <p:cNvCxnSpPr/>
          <p:nvPr userDrawn="1"/>
        </p:nvCxnSpPr>
        <p:spPr bwMode="auto">
          <a:xfrm>
            <a:off x="6096000"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3D7A0E74-695D-C6F5-07CD-01209D58A70A}"/>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19E1AC9A-B000-435B-E4BC-54B09FB7957C}"/>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6903610"/>
      </p:ext>
    </p:extLst>
  </p:cSld>
  <p:clrMapOvr>
    <a:masterClrMapping/>
  </p:clrMapOvr>
  <p:transition spd="med"/>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4675" y="569912"/>
            <a:ext cx="4949824" cy="2097088"/>
          </a:xfrm>
        </p:spPr>
        <p:txBody>
          <a:bodyPr/>
          <a:lstStyle>
            <a:lvl1pPr>
              <a:lnSpc>
                <a:spcPct val="110000"/>
              </a:lnSpc>
              <a:defRPr sz="24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66676393-AEDE-7EDE-3939-625DBAB04E98}"/>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68327" y="3429000"/>
            <a:ext cx="4956175" cy="4000500"/>
          </a:xfrm>
        </p:spPr>
        <p:txBody>
          <a:bodyPr/>
          <a:lstStyle>
            <a:lvl1pPr>
              <a:lnSpc>
                <a:spcPct val="100000"/>
              </a:lnSpc>
              <a:spcBef>
                <a:spcPts val="0"/>
              </a:spcBef>
              <a:defRPr sz="3600">
                <a:solidFill>
                  <a:schemeClr val="tx1"/>
                </a:solidFill>
              </a:defRPr>
            </a:lvl1pPr>
          </a:lstStyle>
          <a:p>
            <a:pPr lvl="0"/>
            <a:r>
              <a:rPr lang="en-US"/>
              <a:t>Click to edit Master text styles</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74381" y="3429000"/>
            <a:ext cx="4942119" cy="85725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59502" y="3429000"/>
            <a:ext cx="4952999" cy="85725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Picture Placeholder 13">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69914"/>
            <a:ext cx="1143001" cy="1141412"/>
          </a:xfrm>
        </p:spPr>
        <p:txBody>
          <a:bodyPr anchor="ctr"/>
          <a:lstStyle>
            <a:lvl1pPr algn="ctr">
              <a:defRPr sz="1600">
                <a:solidFill>
                  <a:schemeClr val="tx1"/>
                </a:solidFill>
              </a:defRPr>
            </a:lvl1pPr>
          </a:lstStyle>
          <a:p>
            <a:r>
              <a:rPr lang="en-US"/>
              <a:t>Pictogram</a:t>
            </a:r>
          </a:p>
        </p:txBody>
      </p:sp>
      <p:sp>
        <p:nvSpPr>
          <p:cNvPr id="15" name="Picture Placeholder 13">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76353" y="569914"/>
            <a:ext cx="1143001" cy="1141412"/>
          </a:xfrm>
        </p:spPr>
        <p:txBody>
          <a:bodyPr anchor="ctr"/>
          <a:lstStyle>
            <a:lvl1pPr algn="ctr">
              <a:defRPr sz="1600">
                <a:solidFill>
                  <a:schemeClr val="tx1"/>
                </a:solidFill>
              </a:defRPr>
            </a:lvl1pPr>
          </a:lstStyle>
          <a:p>
            <a:r>
              <a:rPr lang="en-US"/>
              <a:t>Pictogram</a:t>
            </a:r>
          </a:p>
        </p:txBody>
      </p:sp>
      <p:sp>
        <p:nvSpPr>
          <p:cNvPr id="16" name="Picture Placeholder 13">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499" y="572294"/>
            <a:ext cx="1143001" cy="1141412"/>
          </a:xfrm>
        </p:spPr>
        <p:txBody>
          <a:bodyPr anchor="ctr"/>
          <a:lstStyle>
            <a:lvl1pPr algn="ctr">
              <a:defRPr sz="1600">
                <a:solidFill>
                  <a:schemeClr val="tx1"/>
                </a:solidFill>
              </a:defRPr>
            </a:lvl1pPr>
          </a:lstStyle>
          <a:p>
            <a:r>
              <a:rPr lang="en-US"/>
              <a:t>Pictogram</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p>
            <a:r>
              <a:rPr lang="en-US"/>
              <a:t>SKO4 / Copyright © 2024 IBM</a:t>
            </a:r>
          </a:p>
        </p:txBody>
      </p:sp>
      <p:cxnSp>
        <p:nvCxnSpPr>
          <p:cNvPr id="17" name="Straight Connector 16">
            <a:extLst>
              <a:ext uri="{FF2B5EF4-FFF2-40B4-BE49-F238E27FC236}">
                <a16:creationId xmlns:a16="http://schemas.microsoft.com/office/drawing/2014/main" id="{4D695107-5427-4D2D-F88F-89BA74127CBF}"/>
              </a:ext>
            </a:extLst>
          </p:cNvPr>
          <p:cNvCxnSpPr/>
          <p:nvPr userDrawn="1"/>
        </p:nvCxnSpPr>
        <p:spPr bwMode="auto">
          <a:xfrm>
            <a:off x="6096000"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43B07B4A-5DB5-8126-EA79-502787053E82}"/>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D829559-0A72-8826-E06A-C6CCD39750A4}"/>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69215173"/>
      </p:ext>
    </p:extLst>
  </p:cSld>
  <p:clrMapOvr>
    <a:masterClrMapping/>
  </p:clrMapOvr>
  <p:transition spd="med"/>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4675" y="402336"/>
            <a:ext cx="4949824" cy="1141412"/>
          </a:xfrm>
        </p:spPr>
        <p:txBody>
          <a:bodyPr/>
          <a:lstStyle>
            <a:lvl1pPr>
              <a:lnSpc>
                <a:spcPct val="100000"/>
              </a:lnSpc>
              <a:defRPr sz="6398">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87DA3BD0-C0A1-6ADF-602A-13E61E27711F}"/>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5980" indent="-255980">
              <a:spcBef>
                <a:spcPts val="0"/>
              </a:spcBef>
              <a:defRPr sz="2800" b="0" i="0">
                <a:solidFill>
                  <a:schemeClr val="tx1"/>
                </a:solidFill>
                <a:latin typeface="IBM Plex Sans Light" panose="020B0403050203000203" pitchFamily="34" charset="0"/>
              </a:defRPr>
            </a:lvl2pPr>
            <a:lvl3pPr marL="511962" indent="-255980">
              <a:spcBef>
                <a:spcPts val="0"/>
              </a:spcBef>
              <a:defRPr sz="2800" b="0" i="0">
                <a:solidFill>
                  <a:schemeClr val="tx1"/>
                </a:solidFill>
                <a:latin typeface="IBM Plex Sans Light" panose="020B0403050203000203" pitchFamily="34" charset="0"/>
              </a:defRPr>
            </a:lvl3pPr>
            <a:lvl4pPr marL="767942" indent="-255980">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1" y="3429000"/>
            <a:ext cx="10096500" cy="8572500"/>
          </a:xfrm>
        </p:spPr>
        <p:txBody>
          <a:bodyPr/>
          <a:lstStyle>
            <a:lvl1pPr>
              <a:spcBef>
                <a:spcPts val="0"/>
              </a:spcBef>
              <a:defRPr sz="2800" b="0" i="0">
                <a:solidFill>
                  <a:schemeClr val="tx1"/>
                </a:solidFill>
                <a:latin typeface="IBM Plex Sans Light" panose="020B0403050203000203" pitchFamily="34" charset="0"/>
              </a:defRPr>
            </a:lvl1pPr>
            <a:lvl2pPr marL="255980" indent="-255980">
              <a:spcBef>
                <a:spcPts val="0"/>
              </a:spcBef>
              <a:defRPr sz="2800" b="0" i="0">
                <a:solidFill>
                  <a:schemeClr val="tx1"/>
                </a:solidFill>
                <a:latin typeface="IBM Plex Sans Light" panose="020B0403050203000203" pitchFamily="34" charset="0"/>
              </a:defRPr>
            </a:lvl2pPr>
            <a:lvl3pPr marL="511962" indent="-255980">
              <a:spcBef>
                <a:spcPts val="0"/>
              </a:spcBef>
              <a:defRPr sz="2800" b="0" i="0">
                <a:solidFill>
                  <a:schemeClr val="tx1"/>
                </a:solidFill>
                <a:latin typeface="IBM Plex Sans Light" panose="020B0403050203000203" pitchFamily="34" charset="0"/>
              </a:defRPr>
            </a:lvl3pPr>
            <a:lvl4pPr marL="767942" indent="-255980">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1" y="402336"/>
            <a:ext cx="4956175" cy="1141412"/>
          </a:xfrm>
        </p:spPr>
        <p:txBody>
          <a:bodyPr/>
          <a:lstStyle>
            <a:lvl1pPr>
              <a:lnSpc>
                <a:spcPct val="100000"/>
              </a:lnSpc>
              <a:spcBef>
                <a:spcPts val="0"/>
              </a:spcBef>
              <a:defRPr sz="6398">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US"/>
              <a:t>Click to edit Master text styles</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p>
            <a:r>
              <a:rPr lang="en-US"/>
              <a:t>SKO4 / Copyright © 2024 IBM</a:t>
            </a:r>
          </a:p>
        </p:txBody>
      </p:sp>
    </p:spTree>
    <p:extLst>
      <p:ext uri="{BB962C8B-B14F-4D97-AF65-F5344CB8AC3E}">
        <p14:creationId xmlns:p14="http://schemas.microsoft.com/office/powerpoint/2010/main" val="718215062"/>
      </p:ext>
    </p:extLst>
  </p:cSld>
  <p:clrMapOvr>
    <a:masterClrMapping/>
  </p:clrMapOvr>
  <p:transition spd="med"/>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4675" y="569912"/>
            <a:ext cx="7424927" cy="1906588"/>
          </a:xfrm>
        </p:spPr>
        <p:txBody>
          <a:bodyPr/>
          <a:lstStyle>
            <a:lvl1pPr>
              <a:lnSpc>
                <a:spcPct val="110000"/>
              </a:lnSpc>
              <a:defRPr sz="36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55734B11-1656-9EAF-DD45-A5D6A33842D4}"/>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68326" y="3429000"/>
            <a:ext cx="10099675"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63501" y="3429000"/>
            <a:ext cx="10096500"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p>
            <a:r>
              <a:rPr lang="en-US"/>
              <a:t>SKO4 / Copyright © 2024 IBM</a:t>
            </a:r>
          </a:p>
        </p:txBody>
      </p:sp>
    </p:spTree>
    <p:extLst>
      <p:ext uri="{BB962C8B-B14F-4D97-AF65-F5344CB8AC3E}">
        <p14:creationId xmlns:p14="http://schemas.microsoft.com/office/powerpoint/2010/main" val="2647731399"/>
      </p:ext>
    </p:extLst>
  </p:cSld>
  <p:clrMapOvr>
    <a:masterClrMapping/>
  </p:clrMapOvr>
  <p:transition spd="med"/>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4676" y="448056"/>
            <a:ext cx="11045824" cy="4573588"/>
          </a:xfrm>
        </p:spPr>
        <p:txBody>
          <a:bodyPr rIns="457200"/>
          <a:lstStyle>
            <a:lvl1pPr>
              <a:lnSpc>
                <a:spcPct val="100000"/>
              </a:lnSpc>
              <a:defRPr>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B084A615-A6A2-86F8-03A2-CEF572275C38}"/>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69914"/>
            <a:ext cx="4953001" cy="11431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499" y="569914"/>
            <a:ext cx="4953001" cy="11431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r>
              <a:rPr lang="en-US"/>
              <a:t>SKO4 / Copyright © 2024 IBM</a:t>
            </a:r>
          </a:p>
        </p:txBody>
      </p:sp>
    </p:spTree>
    <p:extLst>
      <p:ext uri="{BB962C8B-B14F-4D97-AF65-F5344CB8AC3E}">
        <p14:creationId xmlns:p14="http://schemas.microsoft.com/office/powerpoint/2010/main" val="60022173"/>
      </p:ext>
    </p:extLst>
  </p:cSld>
  <p:clrMapOvr>
    <a:masterClrMapping/>
  </p:clrMapOvr>
  <p:transition spd="med"/>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4675" y="569914"/>
            <a:ext cx="4953001" cy="4573588"/>
          </a:xfrm>
        </p:spPr>
        <p:txBody>
          <a:bodyPr/>
          <a:lstStyle>
            <a:lvl1pPr>
              <a:lnSpc>
                <a:spcPct val="100000"/>
              </a:lnSpc>
              <a:defRPr sz="36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B084A615-A6A2-86F8-03A2-CEF572275C38}"/>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69914"/>
            <a:ext cx="4953001" cy="11431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499" y="569914"/>
            <a:ext cx="4953001" cy="11431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r>
              <a:rPr lang="en-US"/>
              <a:t>SKO4 / Copyright © 2024 IBM</a:t>
            </a:r>
          </a:p>
        </p:txBody>
      </p:sp>
    </p:spTree>
    <p:extLst>
      <p:ext uri="{BB962C8B-B14F-4D97-AF65-F5344CB8AC3E}">
        <p14:creationId xmlns:p14="http://schemas.microsoft.com/office/powerpoint/2010/main" val="1144426724"/>
      </p:ext>
    </p:extLst>
  </p:cSld>
  <p:clrMapOvr>
    <a:masterClrMapping/>
  </p:clrMapOvr>
  <p:transition spd="med"/>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4676" y="448056"/>
            <a:ext cx="11039475" cy="4573588"/>
          </a:xfrm>
        </p:spPr>
        <p:txBody>
          <a:bodyPr rIns="457200"/>
          <a:lstStyle>
            <a:lvl1pPr>
              <a:lnSpc>
                <a:spcPct val="100000"/>
              </a:lnSpc>
              <a:defRPr>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84551101-FB7D-9102-EFD1-3EDEE9F317AE}"/>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69914"/>
            <a:ext cx="4953001"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499" y="569914"/>
            <a:ext cx="4959350"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585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r>
              <a:rPr lang="en-US"/>
              <a:t>SKO4 / Copyright © 2024 IBM</a:t>
            </a:r>
          </a:p>
        </p:txBody>
      </p:sp>
    </p:spTree>
    <p:extLst>
      <p:ext uri="{BB962C8B-B14F-4D97-AF65-F5344CB8AC3E}">
        <p14:creationId xmlns:p14="http://schemas.microsoft.com/office/powerpoint/2010/main" val="1065277528"/>
      </p:ext>
    </p:extLst>
  </p:cSld>
  <p:clrMapOvr>
    <a:masterClrMapping/>
  </p:clrMapOvr>
  <p:transition spd="med"/>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4674" y="569914"/>
            <a:ext cx="4949826" cy="4573588"/>
          </a:xfrm>
        </p:spPr>
        <p:txBody>
          <a:bodyPr rIns="0"/>
          <a:lstStyle>
            <a:lvl1pPr>
              <a:lnSpc>
                <a:spcPct val="100000"/>
              </a:lnSpc>
              <a:defRPr sz="28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84551101-FB7D-9102-EFD1-3EDEE9F317AE}"/>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69914"/>
            <a:ext cx="4953001"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499" y="569914"/>
            <a:ext cx="4959350"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585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r>
              <a:rPr lang="en-US"/>
              <a:t>SKO4 / Copyright © 2024 IBM</a:t>
            </a:r>
          </a:p>
        </p:txBody>
      </p:sp>
    </p:spTree>
    <p:extLst>
      <p:ext uri="{BB962C8B-B14F-4D97-AF65-F5344CB8AC3E}">
        <p14:creationId xmlns:p14="http://schemas.microsoft.com/office/powerpoint/2010/main" val="4096403057"/>
      </p:ext>
    </p:extLst>
  </p:cSld>
  <p:clrMapOvr>
    <a:masterClrMapping/>
  </p:clrMapOvr>
  <p:transition spd="med"/>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4675" y="402337"/>
            <a:ext cx="4949824" cy="1141414"/>
          </a:xfrm>
        </p:spPr>
        <p:txBody>
          <a:bodyPr/>
          <a:lstStyle>
            <a:lvl1pPr>
              <a:lnSpc>
                <a:spcPct val="100000"/>
              </a:lnSpc>
              <a:defRPr sz="6398">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87DA3BD0-C0A1-6ADF-602A-13E61E27711F}"/>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5980" indent="-255980">
              <a:spcBef>
                <a:spcPts val="0"/>
              </a:spcBef>
              <a:defRPr sz="2800" b="0" i="0">
                <a:solidFill>
                  <a:schemeClr val="tx1"/>
                </a:solidFill>
                <a:latin typeface="IBM Plex Sans Light" panose="020B0403050203000203" pitchFamily="34" charset="0"/>
              </a:defRPr>
            </a:lvl2pPr>
            <a:lvl3pPr marL="511962" indent="-255980">
              <a:spcBef>
                <a:spcPts val="0"/>
              </a:spcBef>
              <a:defRPr sz="2800" b="0" i="0">
                <a:solidFill>
                  <a:schemeClr val="tx1"/>
                </a:solidFill>
                <a:latin typeface="IBM Plex Sans Light" panose="020B0403050203000203" pitchFamily="34" charset="0"/>
              </a:defRPr>
            </a:lvl3pPr>
            <a:lvl4pPr marL="767942" indent="-255980">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1"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499"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1" y="402336"/>
            <a:ext cx="4956175" cy="1141412"/>
          </a:xfrm>
        </p:spPr>
        <p:txBody>
          <a:bodyPr/>
          <a:lstStyle>
            <a:lvl1pPr>
              <a:lnSpc>
                <a:spcPct val="100000"/>
              </a:lnSpc>
              <a:spcBef>
                <a:spcPts val="0"/>
              </a:spcBef>
              <a:defRPr sz="6398">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US"/>
              <a:t>Click to edit Master text styles</a:t>
            </a:r>
          </a:p>
        </p:txBody>
      </p:sp>
      <p:sp>
        <p:nvSpPr>
          <p:cNvPr id="5" name="Picture Placeholder 4">
            <a:extLst>
              <a:ext uri="{FF2B5EF4-FFF2-40B4-BE49-F238E27FC236}">
                <a16:creationId xmlns:a16="http://schemas.microsoft.com/office/drawing/2014/main" id="{4E8FFEFF-CCD0-A436-418A-5FB8624CCC89}"/>
              </a:ext>
            </a:extLst>
          </p:cNvPr>
          <p:cNvSpPr>
            <a:spLocks noGrp="1"/>
          </p:cNvSpPr>
          <p:nvPr>
            <p:ph type="pic" sz="quarter" idx="16" hasCustomPrompt="1"/>
          </p:nvPr>
        </p:nvSpPr>
        <p:spPr>
          <a:xfrm>
            <a:off x="12763500" y="569914"/>
            <a:ext cx="1143001" cy="1141412"/>
          </a:xfrm>
        </p:spPr>
        <p:txBody>
          <a:bodyPr anchor="ctr"/>
          <a:lstStyle>
            <a:lvl1pPr algn="ctr">
              <a:defRPr sz="1600">
                <a:solidFill>
                  <a:schemeClr val="tx1"/>
                </a:solidFill>
              </a:defRPr>
            </a:lvl1pPr>
          </a:lstStyle>
          <a:p>
            <a:r>
              <a:rPr lang="en-US"/>
              <a:t>Pictogram</a:t>
            </a:r>
          </a:p>
        </p:txBody>
      </p:sp>
      <p:sp>
        <p:nvSpPr>
          <p:cNvPr id="12" name="Picture Placeholder 11">
            <a:extLst>
              <a:ext uri="{FF2B5EF4-FFF2-40B4-BE49-F238E27FC236}">
                <a16:creationId xmlns:a16="http://schemas.microsoft.com/office/drawing/2014/main" id="{484E55D7-CBB2-992D-3E77-5CB7B7CADA9C}"/>
              </a:ext>
            </a:extLst>
          </p:cNvPr>
          <p:cNvSpPr>
            <a:spLocks noGrp="1"/>
          </p:cNvSpPr>
          <p:nvPr>
            <p:ph type="pic" sz="quarter" idx="17" hasCustomPrompt="1"/>
          </p:nvPr>
        </p:nvSpPr>
        <p:spPr>
          <a:xfrm>
            <a:off x="18859499" y="569914"/>
            <a:ext cx="1143001" cy="1141412"/>
          </a:xfrm>
        </p:spPr>
        <p:txBody>
          <a:bodyPr anchor="ctr"/>
          <a:lstStyle>
            <a:lvl1pPr algn="ctr">
              <a:defRPr sz="1600">
                <a:solidFill>
                  <a:schemeClr val="tx1"/>
                </a:solidFill>
              </a:defRPr>
            </a:lvl1pPr>
          </a:lstStyle>
          <a:p>
            <a:r>
              <a:rPr lang="en-US"/>
              <a:t>Pictogram</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p>
            <a:r>
              <a:rPr lang="en-US"/>
              <a:t>SKO4 / Copyright © 2024 IBM</a:t>
            </a:r>
          </a:p>
        </p:txBody>
      </p:sp>
      <p:cxnSp>
        <p:nvCxnSpPr>
          <p:cNvPr id="13" name="Straight Connector 12">
            <a:extLst>
              <a:ext uri="{FF2B5EF4-FFF2-40B4-BE49-F238E27FC236}">
                <a16:creationId xmlns:a16="http://schemas.microsoft.com/office/drawing/2014/main" id="{202744BD-C7A4-D538-2E19-AA279C025A21}"/>
              </a:ext>
            </a:extLst>
          </p:cNvPr>
          <p:cNvCxnSpPr/>
          <p:nvPr userDrawn="1"/>
        </p:nvCxnSpPr>
        <p:spPr bwMode="auto">
          <a:xfrm>
            <a:off x="12188953"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ADCE883F-3781-7F7E-8236-8BB5CEBAD77C}"/>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76324610"/>
      </p:ext>
    </p:extLst>
  </p:cSld>
  <p:clrMapOvr>
    <a:masterClrMapping/>
  </p:clrMapOvr>
  <p:transition spd="med"/>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B1EAF36-C07D-DC5F-83A7-C84A1CC9D60A}"/>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68327" y="2476500"/>
            <a:ext cx="6670674" cy="3048000"/>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63500" y="2476500"/>
            <a:ext cx="6667500" cy="3048000"/>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68324" y="8382000"/>
            <a:ext cx="6670676" cy="3048000"/>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63502" y="8382000"/>
            <a:ext cx="6667500" cy="3048000"/>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12">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69913" y="569914"/>
            <a:ext cx="1146175" cy="1141412"/>
          </a:xfrm>
        </p:spPr>
        <p:txBody>
          <a:bodyPr anchor="ctr"/>
          <a:lstStyle>
            <a:lvl1pPr algn="ctr">
              <a:defRPr sz="1600"/>
            </a:lvl1pPr>
          </a:lstStyle>
          <a:p>
            <a:r>
              <a:rPr lang="en-US"/>
              <a:t>Pictogram</a:t>
            </a:r>
          </a:p>
        </p:txBody>
      </p:sp>
      <p:sp>
        <p:nvSpPr>
          <p:cNvPr id="15" name="Picture Placeholder 14">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63500" y="569914"/>
            <a:ext cx="1143001" cy="1141412"/>
          </a:xfrm>
        </p:spPr>
        <p:txBody>
          <a:bodyPr anchor="ctr"/>
          <a:lstStyle>
            <a:lvl1pPr algn="ctr">
              <a:defRPr sz="1600"/>
            </a:lvl1pPr>
          </a:lstStyle>
          <a:p>
            <a:r>
              <a:rPr lang="en-US"/>
              <a:t>Pictogram</a:t>
            </a:r>
          </a:p>
        </p:txBody>
      </p:sp>
      <p:sp>
        <p:nvSpPr>
          <p:cNvPr id="17" name="Picture Placeholder 16">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69913" y="6477000"/>
            <a:ext cx="1146175" cy="1143000"/>
          </a:xfrm>
        </p:spPr>
        <p:txBody>
          <a:bodyPr anchor="ctr"/>
          <a:lstStyle>
            <a:lvl1pPr algn="ctr">
              <a:defRPr sz="1600"/>
            </a:lvl1pPr>
          </a:lstStyle>
          <a:p>
            <a:r>
              <a:rPr lang="en-US"/>
              <a:t>Pictogram</a:t>
            </a:r>
          </a:p>
        </p:txBody>
      </p:sp>
      <p:sp>
        <p:nvSpPr>
          <p:cNvPr id="19" name="Picture Placeholder 18">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63500" y="6477000"/>
            <a:ext cx="1143001" cy="1143000"/>
          </a:xfrm>
        </p:spPr>
        <p:txBody>
          <a:bodyPr anchor="ctr"/>
          <a:lstStyle>
            <a:lvl1pPr algn="ctr">
              <a:defRPr sz="1600"/>
            </a:lvl1pPr>
          </a:lstStyle>
          <a:p>
            <a:r>
              <a:rPr lang="en-US"/>
              <a:t>Pictogram</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p>
            <a:r>
              <a:rPr lang="en-US"/>
              <a:t>SKO4 / Copyright © 2024 IBM</a:t>
            </a:r>
          </a:p>
        </p:txBody>
      </p:sp>
      <p:cxnSp>
        <p:nvCxnSpPr>
          <p:cNvPr id="14" name="Straight Connector 13">
            <a:extLst>
              <a:ext uri="{FF2B5EF4-FFF2-40B4-BE49-F238E27FC236}">
                <a16:creationId xmlns:a16="http://schemas.microsoft.com/office/drawing/2014/main" id="{00A530A6-2F26-DA70-D0D9-6DD90453CEC1}"/>
              </a:ext>
            </a:extLst>
          </p:cNvPr>
          <p:cNvCxnSpPr/>
          <p:nvPr userDrawn="1"/>
        </p:nvCxnSpPr>
        <p:spPr bwMode="auto">
          <a:xfrm>
            <a:off x="12191999"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9C5483A0-0E31-72CE-21C3-6248FAEBC09A}"/>
              </a:ext>
            </a:extLst>
          </p:cNvPr>
          <p:cNvCxnSpPr/>
          <p:nvPr userDrawn="1"/>
        </p:nvCxnSpPr>
        <p:spPr bwMode="auto">
          <a:xfrm>
            <a:off x="568326" y="6096000"/>
            <a:ext cx="232441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44431433"/>
      </p:ext>
    </p:extLst>
  </p:cSld>
  <p:clrMapOvr>
    <a:masterClrMapping/>
  </p:clrMapOvr>
  <p:transition spd="med"/>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4675" y="1711326"/>
            <a:ext cx="5715000" cy="2276856"/>
          </a:xfrm>
        </p:spPr>
        <p:txBody>
          <a:bodyPr/>
          <a:lstStyle>
            <a:lvl1pPr>
              <a:lnSpc>
                <a:spcPct val="110000"/>
              </a:lnSpc>
              <a:defRPr sz="36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87DA3BD0-C0A1-6ADF-602A-13E61E27711F}"/>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69914"/>
            <a:ext cx="4953001"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69914"/>
            <a:ext cx="4959350"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499"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r>
              <a:rPr lang="en-US"/>
              <a:t>SKO4 / Copyright © 2024 IBM</a:t>
            </a:r>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68327" y="569914"/>
            <a:ext cx="4956175" cy="1141412"/>
          </a:xfrm>
        </p:spPr>
        <p:txBody>
          <a:bodyPr/>
          <a:lstStyle>
            <a:lvl1pPr>
              <a:defRPr sz="280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3943312955"/>
      </p:ext>
    </p:extLst>
  </p:cSld>
  <p:clrMapOvr>
    <a:masterClrMapping/>
  </p:clrMapOvr>
  <p:transition spd="med"/>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4674" y="1527048"/>
            <a:ext cx="11044240" cy="2276856"/>
          </a:xfrm>
        </p:spPr>
        <p:txBody>
          <a:bodyPr rIns="457200"/>
          <a:lstStyle>
            <a:lvl1pPr>
              <a:lnSpc>
                <a:spcPct val="110000"/>
              </a:lnSpc>
              <a:defRPr sz="6398">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87DA3BD0-C0A1-6ADF-602A-13E61E27711F}"/>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69914"/>
            <a:ext cx="4953001"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69914"/>
            <a:ext cx="4959350"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499"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r>
              <a:rPr lang="en-US"/>
              <a:t>SKO4 / Copyright © 2024 IBM</a:t>
            </a:r>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68327" y="569914"/>
            <a:ext cx="4956175" cy="448056"/>
          </a:xfrm>
        </p:spPr>
        <p:txBody>
          <a:bodyPr/>
          <a:lstStyle>
            <a:lvl1pPr>
              <a:defRPr sz="280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3089490183"/>
      </p:ext>
    </p:extLst>
  </p:cSld>
  <p:clrMapOvr>
    <a:masterClrMapping/>
  </p:clrMapOvr>
  <p:transition spd="med"/>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68327" y="569912"/>
            <a:ext cx="4956175" cy="4573588"/>
          </a:xfrm>
        </p:spPr>
        <p:txBody>
          <a:bodyPr/>
          <a:lstStyle>
            <a:lvl1pPr>
              <a:lnSpc>
                <a:spcPct val="100000"/>
              </a:lnSpc>
              <a:defRPr sz="28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0FDD2EFD-B47D-5B95-E333-6FEC577D1B83}"/>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4675" y="6656585"/>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2"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70937"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2"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r>
              <a:rPr lang="en-US"/>
              <a:t>SKO4 / Copyright © 2024 IBM</a:t>
            </a:r>
          </a:p>
        </p:txBody>
      </p:sp>
    </p:spTree>
    <p:extLst>
      <p:ext uri="{BB962C8B-B14F-4D97-AF65-F5344CB8AC3E}">
        <p14:creationId xmlns:p14="http://schemas.microsoft.com/office/powerpoint/2010/main" val="1435619091"/>
      </p:ext>
    </p:extLst>
  </p:cSld>
  <p:clrMapOvr>
    <a:masterClrMapping/>
  </p:clrMapOvr>
  <p:transition spd="med"/>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68325" y="448056"/>
            <a:ext cx="11050589" cy="4573588"/>
          </a:xfrm>
        </p:spPr>
        <p:txBody>
          <a:bodyPr rIns="457200"/>
          <a:lstStyle>
            <a:lvl1pPr>
              <a:lnSpc>
                <a:spcPct val="100000"/>
              </a:lnSpc>
              <a:defRPr>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0FDD2EFD-B47D-5B95-E333-6FEC577D1B83}"/>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4675" y="6656585"/>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2"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70937"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2"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r>
              <a:rPr lang="en-US"/>
              <a:t>SKO4 / Copyright © 2024 IBM</a:t>
            </a:r>
          </a:p>
        </p:txBody>
      </p:sp>
    </p:spTree>
    <p:extLst>
      <p:ext uri="{BB962C8B-B14F-4D97-AF65-F5344CB8AC3E}">
        <p14:creationId xmlns:p14="http://schemas.microsoft.com/office/powerpoint/2010/main" val="4138000086"/>
      </p:ext>
    </p:extLst>
  </p:cSld>
  <p:clrMapOvr>
    <a:masterClrMapping/>
  </p:clrMapOvr>
  <p:transition spd="med"/>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4675" y="569912"/>
            <a:ext cx="4949824" cy="4573588"/>
          </a:xfrm>
        </p:spPr>
        <p:txBody>
          <a:bodyPr/>
          <a:lstStyle>
            <a:lvl1pPr>
              <a:lnSpc>
                <a:spcPct val="110000"/>
              </a:lnSpc>
              <a:defRPr sz="28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87DA3BD0-C0A1-6ADF-602A-13E61E27711F}"/>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69914"/>
            <a:ext cx="4953001"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69914"/>
            <a:ext cx="4959350"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499"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5976" y="566928"/>
            <a:ext cx="4953001"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4">
            <a:extLst>
              <a:ext uri="{FF2B5EF4-FFF2-40B4-BE49-F238E27FC236}">
                <a16:creationId xmlns:a16="http://schemas.microsoft.com/office/drawing/2014/main" id="{AB1A268B-43F5-F600-93B7-6248877F5D30}"/>
              </a:ext>
            </a:extLst>
          </p:cNvPr>
          <p:cNvSpPr>
            <a:spLocks noGrp="1"/>
          </p:cNvSpPr>
          <p:nvPr>
            <p:ph type="body" sz="quarter" idx="21"/>
          </p:nvPr>
        </p:nvSpPr>
        <p:spPr>
          <a:xfrm>
            <a:off x="6665976"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p>
            <a:r>
              <a:rPr lang="en-US"/>
              <a:t>SKO4 / Copyright © 2024 IBM</a:t>
            </a:r>
          </a:p>
        </p:txBody>
      </p:sp>
    </p:spTree>
    <p:extLst>
      <p:ext uri="{BB962C8B-B14F-4D97-AF65-F5344CB8AC3E}">
        <p14:creationId xmlns:p14="http://schemas.microsoft.com/office/powerpoint/2010/main" val="1830627655"/>
      </p:ext>
    </p:extLst>
  </p:cSld>
  <p:clrMapOvr>
    <a:masterClrMapping/>
  </p:clrMapOvr>
  <p:transition spd="med"/>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4675" y="569912"/>
            <a:ext cx="4949824" cy="2859088"/>
          </a:xfrm>
        </p:spPr>
        <p:txBody>
          <a:bodyPr/>
          <a:lstStyle>
            <a:lvl1pPr>
              <a:lnSpc>
                <a:spcPct val="110000"/>
              </a:lnSpc>
              <a:defRPr sz="28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28B9E673-95F7-7EF4-87D5-476568C52D4B}"/>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500" y="1333500"/>
            <a:ext cx="4951413"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63500" y="1333500"/>
            <a:ext cx="4953001"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333500"/>
            <a:ext cx="4953001"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500" y="7429500"/>
            <a:ext cx="4951413"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63502" y="7429501"/>
            <a:ext cx="4951413" cy="3792682"/>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429500"/>
            <a:ext cx="4953001"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Picture Placeholder 15">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49277"/>
            <a:ext cx="402336" cy="403226"/>
          </a:xfrm>
        </p:spPr>
        <p:txBody>
          <a:bodyPr/>
          <a:lstStyle>
            <a:lvl1pPr>
              <a:defRPr sz="1400">
                <a:solidFill>
                  <a:schemeClr val="tx1"/>
                </a:solidFill>
              </a:defRPr>
            </a:lvl1pPr>
          </a:lstStyle>
          <a:p>
            <a:r>
              <a:rPr lang="en-US"/>
              <a:t>Icon</a:t>
            </a:r>
          </a:p>
        </p:txBody>
      </p:sp>
      <p:sp>
        <p:nvSpPr>
          <p:cNvPr id="17" name="Picture Placeholder 15">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63502" y="549277"/>
            <a:ext cx="402336" cy="403226"/>
          </a:xfrm>
        </p:spPr>
        <p:txBody>
          <a:bodyPr/>
          <a:lstStyle>
            <a:lvl1pPr>
              <a:defRPr sz="1400">
                <a:solidFill>
                  <a:schemeClr val="tx1"/>
                </a:solidFill>
              </a:defRPr>
            </a:lvl1pPr>
          </a:lstStyle>
          <a:p>
            <a:r>
              <a:rPr lang="en-US"/>
              <a:t>Icon</a:t>
            </a:r>
          </a:p>
        </p:txBody>
      </p:sp>
      <p:sp>
        <p:nvSpPr>
          <p:cNvPr id="18" name="Picture Placeholder 15">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2" y="549277"/>
            <a:ext cx="402336" cy="403226"/>
          </a:xfrm>
        </p:spPr>
        <p:txBody>
          <a:bodyPr/>
          <a:lstStyle>
            <a:lvl1pPr>
              <a:defRPr sz="1400">
                <a:solidFill>
                  <a:schemeClr val="tx1"/>
                </a:solidFill>
              </a:defRPr>
            </a:lvl1pPr>
          </a:lstStyle>
          <a:p>
            <a:r>
              <a:rPr lang="en-US"/>
              <a:t>Icon</a:t>
            </a:r>
          </a:p>
        </p:txBody>
      </p:sp>
      <p:sp>
        <p:nvSpPr>
          <p:cNvPr id="19" name="Picture Placeholder 15">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6"/>
          </a:xfrm>
        </p:spPr>
        <p:txBody>
          <a:bodyPr/>
          <a:lstStyle>
            <a:lvl1pPr>
              <a:defRPr sz="1400">
                <a:solidFill>
                  <a:schemeClr val="tx1"/>
                </a:solidFill>
              </a:defRPr>
            </a:lvl1pPr>
          </a:lstStyle>
          <a:p>
            <a:r>
              <a:rPr lang="en-US"/>
              <a:t>Icon</a:t>
            </a:r>
          </a:p>
        </p:txBody>
      </p:sp>
      <p:sp>
        <p:nvSpPr>
          <p:cNvPr id="20" name="Picture Placeholder 15">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63502" y="6694631"/>
            <a:ext cx="402336" cy="403226"/>
          </a:xfrm>
        </p:spPr>
        <p:txBody>
          <a:bodyPr/>
          <a:lstStyle>
            <a:lvl1pPr>
              <a:defRPr sz="1400">
                <a:solidFill>
                  <a:schemeClr val="tx1"/>
                </a:solidFill>
              </a:defRPr>
            </a:lvl1pPr>
          </a:lstStyle>
          <a:p>
            <a:r>
              <a:rPr lang="en-US"/>
              <a:t>Icon</a:t>
            </a:r>
          </a:p>
        </p:txBody>
      </p:sp>
      <p:sp>
        <p:nvSpPr>
          <p:cNvPr id="21" name="Picture Placeholder 15">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2" y="6694631"/>
            <a:ext cx="402336" cy="403226"/>
          </a:xfrm>
        </p:spPr>
        <p:txBody>
          <a:bodyPr/>
          <a:lstStyle>
            <a:lvl1pPr>
              <a:defRPr sz="1400">
                <a:solidFill>
                  <a:schemeClr val="tx1"/>
                </a:solidFill>
              </a:defRPr>
            </a:lvl1pPr>
          </a:lstStyle>
          <a:p>
            <a:r>
              <a:rPr lang="en-US"/>
              <a:t>Icon</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p>
            <a:r>
              <a:rPr lang="en-US"/>
              <a:t>SKO4 / Copyright © 2024 IBM</a:t>
            </a:r>
          </a:p>
        </p:txBody>
      </p:sp>
      <p:cxnSp>
        <p:nvCxnSpPr>
          <p:cNvPr id="23" name="Straight Connector 22">
            <a:extLst>
              <a:ext uri="{FF2B5EF4-FFF2-40B4-BE49-F238E27FC236}">
                <a16:creationId xmlns:a16="http://schemas.microsoft.com/office/drawing/2014/main" id="{252CDB94-BA57-B58F-95F0-D406FE34BB40}"/>
              </a:ext>
            </a:extLst>
          </p:cNvPr>
          <p:cNvCxnSpPr>
            <a:cxnSpLocks/>
          </p:cNvCxnSpPr>
          <p:nvPr userDrawn="1"/>
        </p:nvCxnSpPr>
        <p:spPr bwMode="auto">
          <a:xfrm>
            <a:off x="6096001" y="6096000"/>
            <a:ext cx="17722849"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B5CBE6E3-0E18-8A57-578D-D314948AF14F}"/>
              </a:ext>
            </a:extLst>
          </p:cNvPr>
          <p:cNvCxnSpPr/>
          <p:nvPr userDrawn="1"/>
        </p:nvCxnSpPr>
        <p:spPr bwMode="auto">
          <a:xfrm>
            <a:off x="6096000"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47200B05-7E36-4E03-3739-0BA983764616}"/>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52FF3B59-8BBA-8C99-9D4D-743723E434FC}"/>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77184956"/>
      </p:ext>
    </p:extLst>
  </p:cSld>
  <p:clrMapOvr>
    <a:masterClrMapping/>
  </p:clrMapOvr>
  <p:transition spd="med"/>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4676" y="448057"/>
            <a:ext cx="11039475" cy="3413126"/>
          </a:xfrm>
        </p:spPr>
        <p:txBody>
          <a:bodyPr rIns="457200"/>
          <a:lstStyle>
            <a:lvl1pPr>
              <a:lnSpc>
                <a:spcPct val="100000"/>
              </a:lnSpc>
              <a:defRPr sz="6398">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7EDFF798-3B8E-1F19-EBBE-BEB742312995}"/>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69914"/>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5850" y="569914"/>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5850"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65149"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r>
              <a:rPr lang="en-US"/>
              <a:t>SKO4 / Copyright © 2024 IBM</a:t>
            </a:r>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574677" y="6096000"/>
            <a:ext cx="232441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65352680"/>
      </p:ext>
    </p:extLst>
  </p:cSld>
  <p:clrMapOvr>
    <a:masterClrMapping/>
  </p:clrMapOvr>
  <p:transition spd="med"/>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4675" y="569915"/>
            <a:ext cx="4949824" cy="3413126"/>
          </a:xfrm>
        </p:spPr>
        <p:txBody>
          <a:bodyPr rIns="0"/>
          <a:lstStyle>
            <a:lvl1pPr>
              <a:lnSpc>
                <a:spcPct val="110000"/>
              </a:lnSpc>
              <a:defRPr sz="36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7EDFF798-3B8E-1F19-EBBE-BEB742312995}"/>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69914"/>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5850" y="569914"/>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5850"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65149"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r>
              <a:rPr lang="en-US"/>
              <a:t>SKO4 / Copyright © 2024 IBM</a:t>
            </a:r>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574677" y="6096000"/>
            <a:ext cx="232441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58598763"/>
      </p:ext>
    </p:extLst>
  </p:cSld>
  <p:clrMapOvr>
    <a:masterClrMapping/>
  </p:clrMapOvr>
  <p:transition spd="med"/>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4675" y="569912"/>
            <a:ext cx="4949824" cy="1525588"/>
          </a:xfrm>
        </p:spPr>
        <p:txBody>
          <a:bodyPr/>
          <a:lstStyle>
            <a:lvl1pPr>
              <a:lnSpc>
                <a:spcPct val="110000"/>
              </a:lnSpc>
              <a:defRPr sz="28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68327" y="3429000"/>
            <a:ext cx="4956175" cy="8572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67500" y="3429000"/>
            <a:ext cx="4951413" cy="8572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p>
            <a:r>
              <a:rPr lang="en-US"/>
              <a:t>SKO4 / Copyright © 2024 IBM</a:t>
            </a:r>
          </a:p>
        </p:txBody>
      </p:sp>
      <p:sp>
        <p:nvSpPr>
          <p:cNvPr id="11" name="Picture Placeholder 10">
            <a:extLst>
              <a:ext uri="{FF2B5EF4-FFF2-40B4-BE49-F238E27FC236}">
                <a16:creationId xmlns:a16="http://schemas.microsoft.com/office/drawing/2014/main" id="{A3525DFF-EC8A-8C67-14A3-80DE024D87E2}"/>
              </a:ext>
            </a:extLst>
          </p:cNvPr>
          <p:cNvSpPr>
            <a:spLocks noGrp="1"/>
          </p:cNvSpPr>
          <p:nvPr>
            <p:ph type="pic" sz="quarter" idx="15" hasCustomPrompt="1"/>
          </p:nvPr>
        </p:nvSpPr>
        <p:spPr>
          <a:xfrm>
            <a:off x="12763501" y="569914"/>
            <a:ext cx="11049000" cy="12574588"/>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2381225957"/>
      </p:ext>
    </p:extLst>
  </p:cSld>
  <p:clrMapOvr>
    <a:masterClrMapping/>
  </p:clrMapOvr>
  <p:transition spd="med"/>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4675" y="569912"/>
            <a:ext cx="4949824" cy="1525588"/>
          </a:xfrm>
        </p:spPr>
        <p:txBody>
          <a:bodyPr/>
          <a:lstStyle>
            <a:lvl1pPr>
              <a:lnSpc>
                <a:spcPct val="110000"/>
              </a:lnSpc>
              <a:defRPr sz="28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SKO4 / Copyright © 2024 IBM</a:t>
            </a:r>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68327" y="3429000"/>
            <a:ext cx="4956175" cy="8572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1" y="0"/>
            <a:ext cx="18291175" cy="13716000"/>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3013243384"/>
      </p:ext>
    </p:extLst>
  </p:cSld>
  <p:clrMapOvr>
    <a:masterClrMapping/>
  </p:clrMapOvr>
  <p:transition spd="med"/>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4675" y="569912"/>
            <a:ext cx="4949824" cy="1525588"/>
          </a:xfrm>
        </p:spPr>
        <p:txBody>
          <a:bodyPr/>
          <a:lstStyle>
            <a:lvl1pPr>
              <a:lnSpc>
                <a:spcPct val="110000"/>
              </a:lnSpc>
              <a:defRPr sz="28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68327" y="3429000"/>
            <a:ext cx="4956175" cy="8572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r>
              <a:rPr lang="en-US"/>
              <a:t>SKO4 / Copyright © 2024 IBM</a:t>
            </a:r>
          </a:p>
        </p:txBody>
      </p:sp>
      <p:sp>
        <p:nvSpPr>
          <p:cNvPr id="7" name="Picture Placeholder 6">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1" y="565153"/>
            <a:ext cx="17151351" cy="12579350"/>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2177549736"/>
      </p:ext>
    </p:extLst>
  </p:cSld>
  <p:clrMapOvr>
    <a:masterClrMapping/>
  </p:clrMapOvr>
  <p:transition spd="med"/>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4" name="Picture Placeholder 3">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0" y="0"/>
            <a:ext cx="24387175" cy="13716000"/>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2034273487"/>
      </p:ext>
    </p:extLst>
  </p:cSld>
  <p:clrMapOvr>
    <a:masterClrMapping/>
  </p:clrMapOvr>
  <p:transition spd="med"/>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4" name="Picture Placeholder 3">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68326" y="569914"/>
            <a:ext cx="23244174" cy="12580936"/>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3127990402"/>
      </p:ext>
    </p:extLst>
  </p:cSld>
  <p:clrMapOvr>
    <a:masterClrMapping/>
  </p:clrMapOvr>
  <p:transition spd="med"/>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4675" y="569912"/>
            <a:ext cx="4949824" cy="1525588"/>
          </a:xfrm>
        </p:spPr>
        <p:txBody>
          <a:bodyPr/>
          <a:lstStyle>
            <a:lvl1pPr>
              <a:lnSpc>
                <a:spcPct val="110000"/>
              </a:lnSpc>
              <a:defRPr sz="28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8" name="Picture Placeholder 7">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568327" y="61214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2" y="6121400"/>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7">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568327" y="95250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2" y="9525002"/>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p>
            <a:r>
              <a:rPr lang="en-US"/>
              <a:t>SKO4 / Copyright © 2024 IBM</a:t>
            </a:r>
          </a:p>
        </p:txBody>
      </p:sp>
      <p:sp>
        <p:nvSpPr>
          <p:cNvPr id="17" name="Picture Placeholder 7">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568327" y="2667000"/>
            <a:ext cx="2473324" cy="2476500"/>
          </a:xfrm>
          <a:solidFill>
            <a:srgbClr val="E0E0E0"/>
          </a:solidFill>
        </p:spPr>
        <p:txBody>
          <a:bodyPr anchor="ctr"/>
          <a:lstStyle>
            <a:lvl1pPr algn="ctr">
              <a:defRPr>
                <a:solidFill>
                  <a:schemeClr val="accent5"/>
                </a:solidFill>
              </a:defRPr>
            </a:lvl1pPr>
          </a:lstStyle>
          <a:p>
            <a:r>
              <a:rPr lang="en-US"/>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2" y="2667000"/>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7">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12757152" y="61214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6" y="6121400"/>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7">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12757152" y="95250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6" y="9525002"/>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7">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12757152" y="26670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6" y="2667000"/>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653301631"/>
      </p:ext>
    </p:extLst>
  </p:cSld>
  <p:clrMapOvr>
    <a:masterClrMapping/>
  </p:clrMapOvr>
  <p:transition spd="med"/>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4675" y="569912"/>
            <a:ext cx="4949824" cy="4573588"/>
          </a:xfrm>
        </p:spPr>
        <p:txBody>
          <a:bodyPr/>
          <a:lstStyle>
            <a:lvl1pPr>
              <a:lnSpc>
                <a:spcPct val="110000"/>
              </a:lnSpc>
              <a:defRPr sz="28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69914"/>
            <a:ext cx="17145000" cy="11431588"/>
          </a:xfrm>
        </p:spPr>
        <p:txBody>
          <a:bodyPr anchor="ctr"/>
          <a:lstStyle>
            <a:lvl1pPr algn="ctr">
              <a:defRPr>
                <a:solidFill>
                  <a:schemeClr val="tx1"/>
                </a:solidFill>
              </a:defRPr>
            </a:lvl1pPr>
          </a:lstStyle>
          <a:p>
            <a:r>
              <a:rPr lang="en-US"/>
              <a:t>Click icon to add table</a:t>
            </a:r>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p>
            <a:r>
              <a:rPr lang="en-US"/>
              <a:t>SKO4 / Copyright © 2024 IBM</a:t>
            </a:r>
          </a:p>
        </p:txBody>
      </p:sp>
    </p:spTree>
    <p:extLst>
      <p:ext uri="{BB962C8B-B14F-4D97-AF65-F5344CB8AC3E}">
        <p14:creationId xmlns:p14="http://schemas.microsoft.com/office/powerpoint/2010/main" val="2305290219"/>
      </p:ext>
    </p:extLst>
  </p:cSld>
  <p:clrMapOvr>
    <a:masterClrMapping/>
  </p:clrMapOvr>
  <p:transition spd="med"/>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4675" y="569912"/>
            <a:ext cx="4949824" cy="1525588"/>
          </a:xfrm>
        </p:spPr>
        <p:txBody>
          <a:bodyPr/>
          <a:lstStyle>
            <a:lvl1pPr>
              <a:lnSpc>
                <a:spcPct val="110000"/>
              </a:lnSpc>
              <a:defRPr sz="280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SKO4 / Copyright © 2024 IBM</a:t>
            </a:r>
          </a:p>
        </p:txBody>
      </p:sp>
    </p:spTree>
    <p:extLst>
      <p:ext uri="{BB962C8B-B14F-4D97-AF65-F5344CB8AC3E}">
        <p14:creationId xmlns:p14="http://schemas.microsoft.com/office/powerpoint/2010/main" val="2379825422"/>
      </p:ext>
    </p:extLst>
  </p:cSld>
  <p:clrMapOvr>
    <a:masterClrMapping/>
  </p:clrMapOvr>
  <p:transition spd="med"/>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6B28863-5461-63E4-5E4C-381DE7E84E65}"/>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68327" y="569912"/>
            <a:ext cx="4956175" cy="2859088"/>
          </a:xfrm>
        </p:spPr>
        <p:txBody>
          <a:bodyPr/>
          <a:lstStyle>
            <a:lvl1pPr>
              <a:lnSpc>
                <a:spcPct val="90000"/>
              </a:lnSpc>
              <a:spcBef>
                <a:spcPts val="0"/>
              </a:spcBef>
              <a:defRPr sz="6398">
                <a:solidFill>
                  <a:schemeClr val="tx2"/>
                </a:solidFill>
              </a:defRPr>
            </a:lvl1pPr>
            <a:lvl2pPr>
              <a:lnSpc>
                <a:spcPct val="100000"/>
              </a:lnSpc>
              <a:spcBef>
                <a:spcPts val="0"/>
              </a:spcBef>
              <a:defRPr sz="6398">
                <a:solidFill>
                  <a:schemeClr val="tx1"/>
                </a:solidFill>
              </a:defRPr>
            </a:lvl2pPr>
            <a:lvl3pPr>
              <a:lnSpc>
                <a:spcPct val="100000"/>
              </a:lnSpc>
              <a:spcBef>
                <a:spcPts val="0"/>
              </a:spcBef>
              <a:defRPr sz="6398">
                <a:solidFill>
                  <a:schemeClr val="tx1"/>
                </a:solidFill>
              </a:defRPr>
            </a:lvl3pPr>
            <a:lvl4pPr>
              <a:lnSpc>
                <a:spcPct val="100000"/>
              </a:lnSpc>
              <a:spcBef>
                <a:spcPts val="0"/>
              </a:spcBef>
              <a:defRPr sz="6398">
                <a:solidFill>
                  <a:schemeClr val="tx1"/>
                </a:solidFill>
              </a:defRPr>
            </a:lvl4pPr>
            <a:lvl5pPr>
              <a:lnSpc>
                <a:spcPct val="100000"/>
              </a:lnSpc>
              <a:spcBef>
                <a:spcPts val="0"/>
              </a:spcBef>
              <a:defRPr sz="6398">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499" y="569914"/>
            <a:ext cx="4953001" cy="11431588"/>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p>
            <a:r>
              <a:rPr lang="en-US"/>
              <a:t>SKO4 / Copyright © 2024 IBM</a:t>
            </a:r>
          </a:p>
        </p:txBody>
      </p:sp>
    </p:spTree>
    <p:extLst>
      <p:ext uri="{BB962C8B-B14F-4D97-AF65-F5344CB8AC3E}">
        <p14:creationId xmlns:p14="http://schemas.microsoft.com/office/powerpoint/2010/main" val="1948512585"/>
      </p:ext>
    </p:extLst>
  </p:cSld>
  <p:clrMapOvr>
    <a:masterClrMapping/>
  </p:clrMapOvr>
  <p:transition spd="med"/>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6B28863-5461-63E4-5E4C-381DE7E84E65}"/>
              </a:ext>
            </a:extLst>
          </p:cNvPr>
          <p:cNvSpPr>
            <a:spLocks noGrp="1"/>
          </p:cNvSpPr>
          <p:nvPr>
            <p:ph type="sldNum" sz="quarter" idx="10"/>
          </p:nvPr>
        </p:nvSpPr>
        <p:spPr>
          <a:xfrm>
            <a:off x="23543161" y="12900739"/>
            <a:ext cx="269339" cy="246222"/>
          </a:xfrm>
          <a:prstGeom prst="rect">
            <a:avLst/>
          </a:prstGeom>
        </p:spPr>
        <p:txBody>
          <a:bodyPr/>
          <a:lstStyle/>
          <a:p>
            <a:fld id="{86CB4B4D-7CA3-9044-876B-883B54F8677D}" type="slidenum">
              <a:rPr lang="en-US" smtClean="0"/>
              <a:t>‹#›</a:t>
            </a:fld>
            <a:endParaRPr lang="en-US"/>
          </a:p>
        </p:txBody>
      </p:sp>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68327" y="569912"/>
            <a:ext cx="4956175" cy="2859088"/>
          </a:xfrm>
        </p:spPr>
        <p:txBody>
          <a:bodyPr/>
          <a:lstStyle>
            <a:lvl1pPr>
              <a:lnSpc>
                <a:spcPct val="90000"/>
              </a:lnSpc>
              <a:spcBef>
                <a:spcPts val="0"/>
              </a:spcBef>
              <a:defRPr sz="6398">
                <a:solidFill>
                  <a:schemeClr val="tx2"/>
                </a:solidFill>
              </a:defRPr>
            </a:lvl1pPr>
            <a:lvl2pPr>
              <a:lnSpc>
                <a:spcPct val="100000"/>
              </a:lnSpc>
              <a:spcBef>
                <a:spcPts val="0"/>
              </a:spcBef>
              <a:defRPr sz="6398">
                <a:solidFill>
                  <a:schemeClr val="tx1"/>
                </a:solidFill>
              </a:defRPr>
            </a:lvl2pPr>
            <a:lvl3pPr>
              <a:lnSpc>
                <a:spcPct val="100000"/>
              </a:lnSpc>
              <a:spcBef>
                <a:spcPts val="0"/>
              </a:spcBef>
              <a:defRPr sz="6398">
                <a:solidFill>
                  <a:schemeClr val="tx1"/>
                </a:solidFill>
              </a:defRPr>
            </a:lvl3pPr>
            <a:lvl4pPr>
              <a:lnSpc>
                <a:spcPct val="100000"/>
              </a:lnSpc>
              <a:spcBef>
                <a:spcPts val="0"/>
              </a:spcBef>
              <a:defRPr sz="6398">
                <a:solidFill>
                  <a:schemeClr val="tx1"/>
                </a:solidFill>
              </a:defRPr>
            </a:lvl4pPr>
            <a:lvl5pPr>
              <a:lnSpc>
                <a:spcPct val="100000"/>
              </a:lnSpc>
              <a:spcBef>
                <a:spcPts val="0"/>
              </a:spcBef>
              <a:defRPr sz="6398">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499" y="569914"/>
            <a:ext cx="4953001" cy="11431588"/>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p>
            <a:r>
              <a:rPr lang="en-US"/>
              <a:t>SKO4 / Copyright © 2024 IBM</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63500" y="569914"/>
            <a:ext cx="4953001" cy="11431588"/>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Tree>
    <p:extLst>
      <p:ext uri="{BB962C8B-B14F-4D97-AF65-F5344CB8AC3E}">
        <p14:creationId xmlns:p14="http://schemas.microsoft.com/office/powerpoint/2010/main" val="885522199"/>
      </p:ext>
    </p:extLst>
  </p:cSld>
  <p:clrMapOvr>
    <a:masterClrMapping/>
  </p:clrMapOvr>
  <p:transition spd="med"/>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10486086" y="6186139"/>
            <a:ext cx="3456432" cy="1379082"/>
          </a:xfrm>
          <a:prstGeom prst="rect">
            <a:avLst/>
          </a:prstGeom>
        </p:spPr>
      </p:pic>
    </p:spTree>
    <p:extLst>
      <p:ext uri="{BB962C8B-B14F-4D97-AF65-F5344CB8AC3E}">
        <p14:creationId xmlns:p14="http://schemas.microsoft.com/office/powerpoint/2010/main" val="3915697255"/>
      </p:ext>
    </p:extLst>
  </p:cSld>
  <p:clrMapOvr>
    <a:masterClrMapping/>
  </p:clrMapOvr>
  <p:transition spd="med"/>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slideLayout" Target="../slideLayouts/slideLayout74.xml"/><Relationship Id="rId39" Type="http://schemas.openxmlformats.org/officeDocument/2006/relationships/slideLayout" Target="../slideLayouts/slideLayout87.xml"/><Relationship Id="rId21" Type="http://schemas.openxmlformats.org/officeDocument/2006/relationships/slideLayout" Target="../slideLayouts/slideLayout69.xml"/><Relationship Id="rId34" Type="http://schemas.openxmlformats.org/officeDocument/2006/relationships/slideLayout" Target="../slideLayouts/slideLayout82.xml"/><Relationship Id="rId42" Type="http://schemas.openxmlformats.org/officeDocument/2006/relationships/slideLayout" Target="../slideLayouts/slideLayout90.xml"/><Relationship Id="rId47" Type="http://schemas.openxmlformats.org/officeDocument/2006/relationships/slideLayout" Target="../slideLayouts/slideLayout95.xml"/><Relationship Id="rId50" Type="http://schemas.openxmlformats.org/officeDocument/2006/relationships/slideLayout" Target="../slideLayouts/slideLayout98.xml"/><Relationship Id="rId7" Type="http://schemas.openxmlformats.org/officeDocument/2006/relationships/slideLayout" Target="../slideLayouts/slideLayout5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9" Type="http://schemas.openxmlformats.org/officeDocument/2006/relationships/slideLayout" Target="../slideLayouts/slideLayout77.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32" Type="http://schemas.openxmlformats.org/officeDocument/2006/relationships/slideLayout" Target="../slideLayouts/slideLayout80.xml"/><Relationship Id="rId37" Type="http://schemas.openxmlformats.org/officeDocument/2006/relationships/slideLayout" Target="../slideLayouts/slideLayout85.xml"/><Relationship Id="rId40" Type="http://schemas.openxmlformats.org/officeDocument/2006/relationships/slideLayout" Target="../slideLayouts/slideLayout88.xml"/><Relationship Id="rId45" Type="http://schemas.openxmlformats.org/officeDocument/2006/relationships/slideLayout" Target="../slideLayouts/slideLayout93.xml"/><Relationship Id="rId53" Type="http://schemas.openxmlformats.org/officeDocument/2006/relationships/slideLayout" Target="../slideLayouts/slideLayout101.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31" Type="http://schemas.openxmlformats.org/officeDocument/2006/relationships/slideLayout" Target="../slideLayouts/slideLayout79.xml"/><Relationship Id="rId44" Type="http://schemas.openxmlformats.org/officeDocument/2006/relationships/slideLayout" Target="../slideLayouts/slideLayout92.xml"/><Relationship Id="rId52" Type="http://schemas.openxmlformats.org/officeDocument/2006/relationships/slideLayout" Target="../slideLayouts/slideLayout100.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slideLayout" Target="../slideLayouts/slideLayout75.xml"/><Relationship Id="rId30" Type="http://schemas.openxmlformats.org/officeDocument/2006/relationships/slideLayout" Target="../slideLayouts/slideLayout78.xml"/><Relationship Id="rId35" Type="http://schemas.openxmlformats.org/officeDocument/2006/relationships/slideLayout" Target="../slideLayouts/slideLayout83.xml"/><Relationship Id="rId43" Type="http://schemas.openxmlformats.org/officeDocument/2006/relationships/slideLayout" Target="../slideLayouts/slideLayout91.xml"/><Relationship Id="rId48" Type="http://schemas.openxmlformats.org/officeDocument/2006/relationships/slideLayout" Target="../slideLayouts/slideLayout96.xml"/><Relationship Id="rId8" Type="http://schemas.openxmlformats.org/officeDocument/2006/relationships/slideLayout" Target="../slideLayouts/slideLayout56.xml"/><Relationship Id="rId51" Type="http://schemas.openxmlformats.org/officeDocument/2006/relationships/slideLayout" Target="../slideLayouts/slideLayout99.xml"/><Relationship Id="rId3" Type="http://schemas.openxmlformats.org/officeDocument/2006/relationships/slideLayout" Target="../slideLayouts/slideLayout51.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33" Type="http://schemas.openxmlformats.org/officeDocument/2006/relationships/slideLayout" Target="../slideLayouts/slideLayout81.xml"/><Relationship Id="rId38" Type="http://schemas.openxmlformats.org/officeDocument/2006/relationships/slideLayout" Target="../slideLayouts/slideLayout86.xml"/><Relationship Id="rId46" Type="http://schemas.openxmlformats.org/officeDocument/2006/relationships/slideLayout" Target="../slideLayouts/slideLayout94.xml"/><Relationship Id="rId20" Type="http://schemas.openxmlformats.org/officeDocument/2006/relationships/slideLayout" Target="../slideLayouts/slideLayout68.xml"/><Relationship Id="rId41" Type="http://schemas.openxmlformats.org/officeDocument/2006/relationships/slideLayout" Target="../slideLayouts/slideLayout89.xml"/><Relationship Id="rId54" Type="http://schemas.openxmlformats.org/officeDocument/2006/relationships/theme" Target="../theme/theme2.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slideLayout" Target="../slideLayouts/slideLayout76.xml"/><Relationship Id="rId36" Type="http://schemas.openxmlformats.org/officeDocument/2006/relationships/slideLayout" Target="../slideLayouts/slideLayout84.xml"/><Relationship Id="rId49" Type="http://schemas.openxmlformats.org/officeDocument/2006/relationships/slideLayout" Target="../slideLayouts/slideLayout97.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14.xml"/><Relationship Id="rId18" Type="http://schemas.openxmlformats.org/officeDocument/2006/relationships/slideLayout" Target="../slideLayouts/slideLayout119.xml"/><Relationship Id="rId26" Type="http://schemas.openxmlformats.org/officeDocument/2006/relationships/slideLayout" Target="../slideLayouts/slideLayout127.xml"/><Relationship Id="rId39" Type="http://schemas.openxmlformats.org/officeDocument/2006/relationships/slideLayout" Target="../slideLayouts/slideLayout140.xml"/><Relationship Id="rId21" Type="http://schemas.openxmlformats.org/officeDocument/2006/relationships/slideLayout" Target="../slideLayouts/slideLayout122.xml"/><Relationship Id="rId34" Type="http://schemas.openxmlformats.org/officeDocument/2006/relationships/slideLayout" Target="../slideLayouts/slideLayout135.xml"/><Relationship Id="rId42" Type="http://schemas.openxmlformats.org/officeDocument/2006/relationships/slideLayout" Target="../slideLayouts/slideLayout143.xml"/><Relationship Id="rId47" Type="http://schemas.openxmlformats.org/officeDocument/2006/relationships/theme" Target="../theme/theme3.xml"/><Relationship Id="rId7" Type="http://schemas.openxmlformats.org/officeDocument/2006/relationships/slideLayout" Target="../slideLayouts/slideLayout108.xml"/><Relationship Id="rId2" Type="http://schemas.openxmlformats.org/officeDocument/2006/relationships/slideLayout" Target="../slideLayouts/slideLayout103.xml"/><Relationship Id="rId16" Type="http://schemas.openxmlformats.org/officeDocument/2006/relationships/slideLayout" Target="../slideLayouts/slideLayout117.xml"/><Relationship Id="rId29" Type="http://schemas.openxmlformats.org/officeDocument/2006/relationships/slideLayout" Target="../slideLayouts/slideLayout130.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24" Type="http://schemas.openxmlformats.org/officeDocument/2006/relationships/slideLayout" Target="../slideLayouts/slideLayout125.xml"/><Relationship Id="rId32" Type="http://schemas.openxmlformats.org/officeDocument/2006/relationships/slideLayout" Target="../slideLayouts/slideLayout133.xml"/><Relationship Id="rId37" Type="http://schemas.openxmlformats.org/officeDocument/2006/relationships/slideLayout" Target="../slideLayouts/slideLayout138.xml"/><Relationship Id="rId40" Type="http://schemas.openxmlformats.org/officeDocument/2006/relationships/slideLayout" Target="../slideLayouts/slideLayout141.xml"/><Relationship Id="rId45" Type="http://schemas.openxmlformats.org/officeDocument/2006/relationships/slideLayout" Target="../slideLayouts/slideLayout146.xml"/><Relationship Id="rId5" Type="http://schemas.openxmlformats.org/officeDocument/2006/relationships/slideLayout" Target="../slideLayouts/slideLayout106.xml"/><Relationship Id="rId15" Type="http://schemas.openxmlformats.org/officeDocument/2006/relationships/slideLayout" Target="../slideLayouts/slideLayout116.xml"/><Relationship Id="rId23" Type="http://schemas.openxmlformats.org/officeDocument/2006/relationships/slideLayout" Target="../slideLayouts/slideLayout124.xml"/><Relationship Id="rId28" Type="http://schemas.openxmlformats.org/officeDocument/2006/relationships/slideLayout" Target="../slideLayouts/slideLayout129.xml"/><Relationship Id="rId36" Type="http://schemas.openxmlformats.org/officeDocument/2006/relationships/slideLayout" Target="../slideLayouts/slideLayout137.xml"/><Relationship Id="rId10" Type="http://schemas.openxmlformats.org/officeDocument/2006/relationships/slideLayout" Target="../slideLayouts/slideLayout111.xml"/><Relationship Id="rId19" Type="http://schemas.openxmlformats.org/officeDocument/2006/relationships/slideLayout" Target="../slideLayouts/slideLayout120.xml"/><Relationship Id="rId31" Type="http://schemas.openxmlformats.org/officeDocument/2006/relationships/slideLayout" Target="../slideLayouts/slideLayout132.xml"/><Relationship Id="rId44" Type="http://schemas.openxmlformats.org/officeDocument/2006/relationships/slideLayout" Target="../slideLayouts/slideLayout145.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slideLayout" Target="../slideLayouts/slideLayout115.xml"/><Relationship Id="rId22" Type="http://schemas.openxmlformats.org/officeDocument/2006/relationships/slideLayout" Target="../slideLayouts/slideLayout123.xml"/><Relationship Id="rId27" Type="http://schemas.openxmlformats.org/officeDocument/2006/relationships/slideLayout" Target="../slideLayouts/slideLayout128.xml"/><Relationship Id="rId30" Type="http://schemas.openxmlformats.org/officeDocument/2006/relationships/slideLayout" Target="../slideLayouts/slideLayout131.xml"/><Relationship Id="rId35" Type="http://schemas.openxmlformats.org/officeDocument/2006/relationships/slideLayout" Target="../slideLayouts/slideLayout136.xml"/><Relationship Id="rId43" Type="http://schemas.openxmlformats.org/officeDocument/2006/relationships/slideLayout" Target="../slideLayouts/slideLayout144.xml"/><Relationship Id="rId8" Type="http://schemas.openxmlformats.org/officeDocument/2006/relationships/slideLayout" Target="../slideLayouts/slideLayout109.xml"/><Relationship Id="rId3" Type="http://schemas.openxmlformats.org/officeDocument/2006/relationships/slideLayout" Target="../slideLayouts/slideLayout104.xml"/><Relationship Id="rId12" Type="http://schemas.openxmlformats.org/officeDocument/2006/relationships/slideLayout" Target="../slideLayouts/slideLayout113.xml"/><Relationship Id="rId17" Type="http://schemas.openxmlformats.org/officeDocument/2006/relationships/slideLayout" Target="../slideLayouts/slideLayout118.xml"/><Relationship Id="rId25" Type="http://schemas.openxmlformats.org/officeDocument/2006/relationships/slideLayout" Target="../slideLayouts/slideLayout126.xml"/><Relationship Id="rId33" Type="http://schemas.openxmlformats.org/officeDocument/2006/relationships/slideLayout" Target="../slideLayouts/slideLayout134.xml"/><Relationship Id="rId38" Type="http://schemas.openxmlformats.org/officeDocument/2006/relationships/slideLayout" Target="../slideLayouts/slideLayout139.xml"/><Relationship Id="rId46" Type="http://schemas.openxmlformats.org/officeDocument/2006/relationships/slideLayout" Target="../slideLayouts/slideLayout147.xml"/><Relationship Id="rId20" Type="http://schemas.openxmlformats.org/officeDocument/2006/relationships/slideLayout" Target="../slideLayouts/slideLayout121.xml"/><Relationship Id="rId41" Type="http://schemas.openxmlformats.org/officeDocument/2006/relationships/slideLayout" Target="../slideLayouts/slideLayout14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2" y="12951714"/>
            <a:ext cx="270908"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8" name="Title Text"/>
          <p:cNvSpPr txBox="1">
            <a:spLocks noGrp="1"/>
          </p:cNvSpPr>
          <p:nvPr>
            <p:ph type="title"/>
          </p:nvPr>
        </p:nvSpPr>
        <p:spPr>
          <a:xfrm>
            <a:off x="576072" y="576072"/>
            <a:ext cx="22590125" cy="24687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Title Text</a:t>
            </a:r>
          </a:p>
        </p:txBody>
      </p:sp>
      <p:sp>
        <p:nvSpPr>
          <p:cNvPr id="49" name="Body Level One…"/>
          <p:cNvSpPr txBox="1">
            <a:spLocks noGrp="1"/>
          </p:cNvSpPr>
          <p:nvPr>
            <p:ph type="body" idx="1"/>
          </p:nvPr>
        </p:nvSpPr>
        <p:spPr>
          <a:xfrm>
            <a:off x="574675" y="3327399"/>
            <a:ext cx="22590125" cy="88677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76000" y="12823285"/>
            <a:ext cx="4956176"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dirty="0"/>
              <a:t>Footer text (optional)</a:t>
            </a:r>
          </a:p>
        </p:txBody>
      </p:sp>
    </p:spTree>
    <p:extLst>
      <p:ext uri="{BB962C8B-B14F-4D97-AF65-F5344CB8AC3E}">
        <p14:creationId xmlns:p14="http://schemas.microsoft.com/office/powerpoint/2010/main" val="3669031262"/>
      </p:ext>
    </p:extLst>
  </p:cSld>
  <p:clrMap bg1="dk1" tx1="lt1" bg2="dk2" tx2="lt2" accent1="accent1" accent2="accent2" accent3="accent3" accent4="accent4" accent5="accent5" accent6="accent6" hlink="hlink" folHlink="folHlink"/>
  <p:sldLayoutIdLst>
    <p:sldLayoutId id="2147483944" r:id="rId1"/>
    <p:sldLayoutId id="2147483945" r:id="rId2"/>
    <p:sldLayoutId id="2147483904" r:id="rId3"/>
    <p:sldLayoutId id="2147483905" r:id="rId4"/>
    <p:sldLayoutId id="2147483901" r:id="rId5"/>
    <p:sldLayoutId id="2147483692" r:id="rId6"/>
    <p:sldLayoutId id="2147483906" r:id="rId7"/>
    <p:sldLayoutId id="2147483907" r:id="rId8"/>
    <p:sldLayoutId id="2147483910" r:id="rId9"/>
    <p:sldLayoutId id="2147483908" r:id="rId10"/>
    <p:sldLayoutId id="2147483909" r:id="rId11"/>
    <p:sldLayoutId id="2147483912" r:id="rId12"/>
    <p:sldLayoutId id="2147483914" r:id="rId13"/>
    <p:sldLayoutId id="2147483915" r:id="rId14"/>
    <p:sldLayoutId id="2147483913" r:id="rId15"/>
    <p:sldLayoutId id="2147483917" r:id="rId16"/>
    <p:sldLayoutId id="2147483942" r:id="rId17"/>
    <p:sldLayoutId id="2147483919" r:id="rId18"/>
    <p:sldLayoutId id="2147483929" r:id="rId19"/>
    <p:sldLayoutId id="2147483920" r:id="rId20"/>
    <p:sldLayoutId id="2147483930" r:id="rId21"/>
    <p:sldLayoutId id="2147483928" r:id="rId22"/>
    <p:sldLayoutId id="2147483948" r:id="rId23"/>
    <p:sldLayoutId id="2147483927" r:id="rId24"/>
    <p:sldLayoutId id="2147483950" r:id="rId25"/>
    <p:sldLayoutId id="2147483921" r:id="rId26"/>
    <p:sldLayoutId id="2147483916" r:id="rId27"/>
    <p:sldLayoutId id="2147483922" r:id="rId28"/>
    <p:sldLayoutId id="2147483965" r:id="rId29"/>
    <p:sldLayoutId id="2147483956" r:id="rId30"/>
    <p:sldLayoutId id="2147483923" r:id="rId31"/>
    <p:sldLayoutId id="2147483924" r:id="rId32"/>
    <p:sldLayoutId id="2147483926" r:id="rId33"/>
    <p:sldLayoutId id="2147483925" r:id="rId34"/>
    <p:sldLayoutId id="2147483959" r:id="rId35"/>
    <p:sldLayoutId id="2147483937" r:id="rId36"/>
    <p:sldLayoutId id="2147483932" r:id="rId37"/>
    <p:sldLayoutId id="2147483934" r:id="rId38"/>
    <p:sldLayoutId id="2147483935" r:id="rId39"/>
    <p:sldLayoutId id="2147483936" r:id="rId40"/>
    <p:sldLayoutId id="2147483938" r:id="rId41"/>
    <p:sldLayoutId id="2147483939" r:id="rId42"/>
    <p:sldLayoutId id="2147483964" r:id="rId43"/>
    <p:sldLayoutId id="2147483940" r:id="rId44"/>
    <p:sldLayoutId id="2147483960" r:id="rId45"/>
    <p:sldLayoutId id="2147483943" r:id="rId46"/>
    <p:sldLayoutId id="2147483963" r:id="rId47"/>
    <p:sldLayoutId id="2147483941" r:id="rId48"/>
  </p:sldLayoutIdLst>
  <p:transition spd="med"/>
  <p:hf hdr="0" dt="0"/>
  <p:txStyles>
    <p:title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p:titleStyle>
    <p:body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9" orient="horz" pos="3840" userDrawn="1">
          <p15:clr>
            <a:srgbClr val="EE5396"/>
          </p15:clr>
        </p15:guide>
        <p15:guide id="20" orient="horz" pos="958" userDrawn="1">
          <p15:clr>
            <a:srgbClr val="EE5396"/>
          </p15:clr>
        </p15:guide>
        <p15:guide id="25" orient="horz" pos="7682" userDrawn="1">
          <p15:clr>
            <a:srgbClr val="EE5396"/>
          </p15:clr>
        </p15:guide>
        <p15:guide id="26" pos="7680">
          <p15:clr>
            <a:srgbClr val="0F62FE"/>
          </p15:clr>
        </p15:guide>
        <p15:guide id="27" pos="11520">
          <p15:clr>
            <a:srgbClr val="0F62FE"/>
          </p15:clr>
        </p15:guide>
        <p15:guide id="30" orient="horz" pos="1918" userDrawn="1">
          <p15:clr>
            <a:srgbClr val="EE5396"/>
          </p15:clr>
        </p15:guide>
        <p15:guide id="32" orient="horz" pos="6720" userDrawn="1">
          <p15:clr>
            <a:srgbClr val="EE5396"/>
          </p15:clr>
        </p15:guide>
        <p15:guide id="33" orient="horz" pos="2880" userDrawn="1">
          <p15:clr>
            <a:srgbClr val="EE5396"/>
          </p15:clr>
        </p15:guide>
        <p15:guide id="34" orient="horz" pos="4800" userDrawn="1">
          <p15:clr>
            <a:srgbClr val="EE5396"/>
          </p15:clr>
        </p15:guide>
        <p15:guide id="35" orient="horz" pos="5758" userDrawn="1">
          <p15:clr>
            <a:srgbClr val="EE5396"/>
          </p15:clr>
        </p15:guide>
        <p15:guide id="36" orient="horz" pos="8284" userDrawn="1">
          <p15:clr>
            <a:srgbClr val="9FCC3B"/>
          </p15:clr>
        </p15:guide>
        <p15:guide id="37" orient="horz" pos="360"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3" y="12939015"/>
            <a:ext cx="270907" cy="246222"/>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8" name="Title Text"/>
          <p:cNvSpPr txBox="1">
            <a:spLocks noGrp="1"/>
          </p:cNvSpPr>
          <p:nvPr>
            <p:ph type="title"/>
          </p:nvPr>
        </p:nvSpPr>
        <p:spPr>
          <a:xfrm>
            <a:off x="576073" y="576073"/>
            <a:ext cx="22590125" cy="2651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Title Text</a:t>
            </a:r>
          </a:p>
        </p:txBody>
      </p:sp>
      <p:sp>
        <p:nvSpPr>
          <p:cNvPr id="49" name="Body Level One…"/>
          <p:cNvSpPr txBox="1">
            <a:spLocks noGrp="1"/>
          </p:cNvSpPr>
          <p:nvPr>
            <p:ph type="body" idx="1"/>
          </p:nvPr>
        </p:nvSpPr>
        <p:spPr>
          <a:xfrm>
            <a:off x="574675" y="3327400"/>
            <a:ext cx="22590125" cy="86693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68325" y="12804236"/>
            <a:ext cx="4956175"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a:t>Footer text (optional)</a:t>
            </a:r>
          </a:p>
        </p:txBody>
      </p:sp>
    </p:spTree>
    <p:extLst>
      <p:ext uri="{BB962C8B-B14F-4D97-AF65-F5344CB8AC3E}">
        <p14:creationId xmlns:p14="http://schemas.microsoft.com/office/powerpoint/2010/main" val="2614855424"/>
      </p:ext>
    </p:extLst>
  </p:cSld>
  <p:clrMap bg1="dk1" tx1="lt1" bg2="dk2" tx2="lt2" accent1="accent1" accent2="accent2" accent3="accent3" accent4="accent4" accent5="accent5" accent6="accent6" hlink="hlink" folHlink="folHlink"/>
  <p:sldLayoutIdLst>
    <p:sldLayoutId id="2147483967" r:id="rId1"/>
    <p:sldLayoutId id="2147483968" r:id="rId2"/>
    <p:sldLayoutId id="2147483969" r:id="rId3"/>
    <p:sldLayoutId id="2147483970" r:id="rId4"/>
    <p:sldLayoutId id="2147483971" r:id="rId5"/>
    <p:sldLayoutId id="2147483972" r:id="rId6"/>
    <p:sldLayoutId id="2147483973" r:id="rId7"/>
    <p:sldLayoutId id="2147483974" r:id="rId8"/>
    <p:sldLayoutId id="2147483975" r:id="rId9"/>
    <p:sldLayoutId id="2147483976" r:id="rId10"/>
    <p:sldLayoutId id="2147483977" r:id="rId11"/>
    <p:sldLayoutId id="2147483978" r:id="rId12"/>
    <p:sldLayoutId id="2147483979" r:id="rId13"/>
    <p:sldLayoutId id="2147483980" r:id="rId14"/>
    <p:sldLayoutId id="2147483981" r:id="rId15"/>
    <p:sldLayoutId id="2147483982" r:id="rId16"/>
    <p:sldLayoutId id="2147483983" r:id="rId17"/>
    <p:sldLayoutId id="2147483984" r:id="rId18"/>
    <p:sldLayoutId id="2147483985" r:id="rId19"/>
    <p:sldLayoutId id="2147483986" r:id="rId20"/>
    <p:sldLayoutId id="2147483987" r:id="rId21"/>
    <p:sldLayoutId id="2147483988" r:id="rId22"/>
    <p:sldLayoutId id="2147483989" r:id="rId23"/>
    <p:sldLayoutId id="2147483990" r:id="rId24"/>
    <p:sldLayoutId id="2147483991" r:id="rId25"/>
    <p:sldLayoutId id="2147483992" r:id="rId26"/>
    <p:sldLayoutId id="2147483993" r:id="rId27"/>
    <p:sldLayoutId id="2147483994" r:id="rId28"/>
    <p:sldLayoutId id="2147483995" r:id="rId29"/>
    <p:sldLayoutId id="2147483996" r:id="rId30"/>
    <p:sldLayoutId id="2147483997" r:id="rId31"/>
    <p:sldLayoutId id="2147483998" r:id="rId32"/>
    <p:sldLayoutId id="2147483999" r:id="rId33"/>
    <p:sldLayoutId id="2147484000" r:id="rId34"/>
    <p:sldLayoutId id="2147484001" r:id="rId35"/>
    <p:sldLayoutId id="2147484002" r:id="rId36"/>
    <p:sldLayoutId id="2147484003" r:id="rId37"/>
    <p:sldLayoutId id="2147484004" r:id="rId38"/>
    <p:sldLayoutId id="2147484005" r:id="rId39"/>
    <p:sldLayoutId id="2147484006" r:id="rId40"/>
    <p:sldLayoutId id="2147484007" r:id="rId41"/>
    <p:sldLayoutId id="2147484008" r:id="rId42"/>
    <p:sldLayoutId id="2147484009" r:id="rId43"/>
    <p:sldLayoutId id="2147484010" r:id="rId44"/>
    <p:sldLayoutId id="2147484011" r:id="rId45"/>
    <p:sldLayoutId id="2147484012" r:id="rId46"/>
    <p:sldLayoutId id="2147484013" r:id="rId47"/>
    <p:sldLayoutId id="2147484014" r:id="rId48"/>
    <p:sldLayoutId id="2147484015" r:id="rId49"/>
    <p:sldLayoutId id="2147484063" r:id="rId50"/>
    <p:sldLayoutId id="2147484064" r:id="rId51"/>
    <p:sldLayoutId id="2147484066" r:id="rId52"/>
    <p:sldLayoutId id="2147484067" r:id="rId53"/>
  </p:sldLayoutIdLst>
  <p:transition spd="med"/>
  <p:hf hdr="0" dt="0"/>
  <p:txStyles>
    <p:titleStyle>
      <a:lvl1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chemeClr val="tx2"/>
          </a:solidFill>
          <a:uFillTx/>
          <a:latin typeface="+mj-lt"/>
          <a:ea typeface="+mj-ea"/>
          <a:cs typeface="+mj-cs"/>
          <a:sym typeface="IBM Plex Sans Light"/>
        </a:defRPr>
      </a:lvl1pPr>
      <a:lvl2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2pPr>
      <a:lvl3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3pPr>
      <a:lvl4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4pPr>
      <a:lvl5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5pPr>
      <a:lvl6pPr marL="0" marR="0" indent="362496"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6pPr>
      <a:lvl7pPr marL="0" marR="0" indent="724994"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7pPr>
      <a:lvl8pPr marL="0" marR="0" indent="1087488"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8pPr>
      <a:lvl9pPr marL="0" marR="0" indent="1449986"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9pPr>
    </p:titleStyle>
    <p:bodyStyle>
      <a:lvl1pPr marL="0" marR="0" indent="0" algn="l" defTabSz="2437912"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18"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236"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354"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2772" marR="0" indent="-457108" algn="l" defTabSz="2437912"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2692"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190"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7686"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182"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22"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844"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768"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690"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614"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536"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460"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382"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4320">
          <p15:clr>
            <a:srgbClr val="0F62FE"/>
          </p15:clr>
        </p15:guide>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7" orient="horz" pos="2160">
          <p15:clr>
            <a:srgbClr val="0F62FE"/>
          </p15:clr>
        </p15:guide>
        <p15:guide id="19" orient="horz" pos="3240">
          <p15:clr>
            <a:srgbClr val="EE5396"/>
          </p15:clr>
        </p15:guide>
        <p15:guide id="20" orient="horz" pos="1080">
          <p15:clr>
            <a:srgbClr val="EE5396"/>
          </p15:clr>
        </p15:guide>
        <p15:guide id="21" orient="horz" pos="364">
          <p15:clr>
            <a:srgbClr val="EE5396"/>
          </p15:clr>
        </p15:guide>
        <p15:guide id="22" orient="horz" pos="5400">
          <p15:clr>
            <a:srgbClr val="EE5396"/>
          </p15:clr>
        </p15:guide>
        <p15:guide id="24" orient="horz" pos="7557">
          <p15:clr>
            <a:srgbClr val="EE5396"/>
          </p15:clr>
        </p15:guide>
        <p15:guide id="25" orient="horz" pos="8273">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3" y="129007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8" name="Title Text"/>
          <p:cNvSpPr txBox="1">
            <a:spLocks noGrp="1"/>
          </p:cNvSpPr>
          <p:nvPr>
            <p:ph type="title"/>
          </p:nvPr>
        </p:nvSpPr>
        <p:spPr>
          <a:xfrm>
            <a:off x="574675" y="549275"/>
            <a:ext cx="22590125" cy="265112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p>
            <a:r>
              <a:t>Title Text</a:t>
            </a:r>
          </a:p>
        </p:txBody>
      </p:sp>
      <p:sp>
        <p:nvSpPr>
          <p:cNvPr id="49" name="Body Level One…"/>
          <p:cNvSpPr txBox="1">
            <a:spLocks noGrp="1"/>
          </p:cNvSpPr>
          <p:nvPr>
            <p:ph type="body" idx="1"/>
          </p:nvPr>
        </p:nvSpPr>
        <p:spPr>
          <a:xfrm>
            <a:off x="574675" y="3200401"/>
            <a:ext cx="22590125" cy="1051560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p>
            <a:r>
              <a:t>Body Level One</a:t>
            </a:r>
          </a:p>
          <a:p>
            <a:pPr lvl="1"/>
            <a:r>
              <a:t>Body Level Two</a:t>
            </a:r>
          </a:p>
          <a:p>
            <a:pPr lvl="2"/>
            <a:r>
              <a:t>Body Level Three</a:t>
            </a:r>
          </a:p>
          <a:p>
            <a:pPr lvl="3"/>
            <a:r>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68325" y="12763500"/>
            <a:ext cx="4956175"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a:t>SKO4 / Copyright © 2024 IBM</a:t>
            </a:r>
          </a:p>
        </p:txBody>
      </p:sp>
    </p:spTree>
    <p:extLst>
      <p:ext uri="{BB962C8B-B14F-4D97-AF65-F5344CB8AC3E}">
        <p14:creationId xmlns:p14="http://schemas.microsoft.com/office/powerpoint/2010/main" val="1104488707"/>
      </p:ext>
    </p:extLst>
  </p:cSld>
  <p:clrMap bg1="dk1" tx1="lt1" bg2="dk2" tx2="lt2" accent1="accent1" accent2="accent2" accent3="accent3" accent4="accent4" accent5="accent5" accent6="accent6" hlink="hlink" folHlink="folHlink"/>
  <p:sldLayoutIdLst>
    <p:sldLayoutId id="2147484017" r:id="rId1"/>
    <p:sldLayoutId id="2147484018" r:id="rId2"/>
    <p:sldLayoutId id="2147484019" r:id="rId3"/>
    <p:sldLayoutId id="2147484020" r:id="rId4"/>
    <p:sldLayoutId id="2147484021" r:id="rId5"/>
    <p:sldLayoutId id="2147484022" r:id="rId6"/>
    <p:sldLayoutId id="2147484023" r:id="rId7"/>
    <p:sldLayoutId id="2147484024" r:id="rId8"/>
    <p:sldLayoutId id="2147484025" r:id="rId9"/>
    <p:sldLayoutId id="2147484026" r:id="rId10"/>
    <p:sldLayoutId id="2147484027" r:id="rId11"/>
    <p:sldLayoutId id="2147484028" r:id="rId12"/>
    <p:sldLayoutId id="2147484029" r:id="rId13"/>
    <p:sldLayoutId id="2147484030" r:id="rId14"/>
    <p:sldLayoutId id="2147484031" r:id="rId15"/>
    <p:sldLayoutId id="2147484032" r:id="rId16"/>
    <p:sldLayoutId id="2147484033" r:id="rId17"/>
    <p:sldLayoutId id="2147484034" r:id="rId18"/>
    <p:sldLayoutId id="2147484035" r:id="rId19"/>
    <p:sldLayoutId id="2147484036" r:id="rId20"/>
    <p:sldLayoutId id="2147484037" r:id="rId21"/>
    <p:sldLayoutId id="2147484038" r:id="rId22"/>
    <p:sldLayoutId id="2147484039" r:id="rId23"/>
    <p:sldLayoutId id="2147484040" r:id="rId24"/>
    <p:sldLayoutId id="2147484041" r:id="rId25"/>
    <p:sldLayoutId id="2147484042" r:id="rId26"/>
    <p:sldLayoutId id="2147484043" r:id="rId27"/>
    <p:sldLayoutId id="2147484044" r:id="rId28"/>
    <p:sldLayoutId id="2147484045" r:id="rId29"/>
    <p:sldLayoutId id="2147484046" r:id="rId30"/>
    <p:sldLayoutId id="2147484047" r:id="rId31"/>
    <p:sldLayoutId id="2147484048" r:id="rId32"/>
    <p:sldLayoutId id="2147484049" r:id="rId33"/>
    <p:sldLayoutId id="2147484050" r:id="rId34"/>
    <p:sldLayoutId id="2147484051" r:id="rId35"/>
    <p:sldLayoutId id="2147484052" r:id="rId36"/>
    <p:sldLayoutId id="2147484053" r:id="rId37"/>
    <p:sldLayoutId id="2147484054" r:id="rId38"/>
    <p:sldLayoutId id="2147484055" r:id="rId39"/>
    <p:sldLayoutId id="2147484056" r:id="rId40"/>
    <p:sldLayoutId id="2147484057" r:id="rId41"/>
    <p:sldLayoutId id="2147484058" r:id="rId42"/>
    <p:sldLayoutId id="2147484059" r:id="rId43"/>
    <p:sldLayoutId id="2147484060" r:id="rId44"/>
    <p:sldLayoutId id="2147484061" r:id="rId45"/>
    <p:sldLayoutId id="2147484062" r:id="rId46"/>
  </p:sldLayoutIdLst>
  <p:transition spd="med"/>
  <p:hf sldNum="0" hdr="0" ftr="0" dt="0"/>
  <p:txStyles>
    <p:titleStyle>
      <a:lvl1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chemeClr val="tx2"/>
          </a:solidFill>
          <a:uFillTx/>
          <a:latin typeface="+mj-lt"/>
          <a:ea typeface="+mj-ea"/>
          <a:cs typeface="+mj-cs"/>
          <a:sym typeface="IBM Plex Sans Light"/>
        </a:defRPr>
      </a:lvl1pPr>
      <a:lvl2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2pPr>
      <a:lvl3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3pPr>
      <a:lvl4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4pPr>
      <a:lvl5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5pPr>
      <a:lvl6pPr marL="0" marR="0" indent="362496"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6pPr>
      <a:lvl7pPr marL="0" marR="0" indent="724994"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7pPr>
      <a:lvl8pPr marL="0" marR="0" indent="1087488"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8pPr>
      <a:lvl9pPr marL="0" marR="0" indent="1449986"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9pPr>
    </p:titleStyle>
    <p:bodyStyle>
      <a:lvl1pPr marL="0" marR="0" indent="0" algn="l" defTabSz="2437912"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18"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236"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354"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2772" marR="0" indent="-457108" algn="l" defTabSz="2437912"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2692"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190"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7686"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182"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22"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844"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768"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690"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614"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536"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460"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382"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4320">
          <p15:clr>
            <a:srgbClr val="0F62FE"/>
          </p15:clr>
        </p15:guide>
        <p15:guide id="3" pos="358">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5000">
          <p15:clr>
            <a:srgbClr val="EE5396"/>
          </p15:clr>
        </p15:guide>
        <p15:guide id="17" orient="horz" pos="2160">
          <p15:clr>
            <a:srgbClr val="0F62FE"/>
          </p15:clr>
        </p15:guide>
        <p15:guide id="19" orient="horz" pos="3240">
          <p15:clr>
            <a:srgbClr val="EE5396"/>
          </p15:clr>
        </p15:guide>
        <p15:guide id="20" orient="horz" pos="1078">
          <p15:clr>
            <a:srgbClr val="EE5396"/>
          </p15:clr>
        </p15:guide>
        <p15:guide id="21" orient="horz" pos="384">
          <p15:clr>
            <a:srgbClr val="EE5396"/>
          </p15:clr>
        </p15:guide>
        <p15:guide id="22" orient="horz" pos="5400">
          <p15:clr>
            <a:srgbClr val="EE5396"/>
          </p15:clr>
        </p15:guide>
        <p15:guide id="24" orient="horz" pos="7560">
          <p15:clr>
            <a:srgbClr val="EE5396"/>
          </p15:clr>
        </p15:guide>
        <p15:guide id="25" orient="horz" pos="8280">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6.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58.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8.xml"/></Relationships>
</file>

<file path=ppt/slides/_rels/slide6.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notesSlide" Target="../notesSlides/notesSlide5.xml"/><Relationship Id="rId1" Type="http://schemas.openxmlformats.org/officeDocument/2006/relationships/slideLayout" Target="../slideLayouts/slideLayout58.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 Id="rId9" Type="http://schemas.openxmlformats.org/officeDocument/2006/relationships/image" Target="../media/image13.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8.xml"/></Relationships>
</file>

<file path=ppt/slides/_rels/slide8.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notesSlide" Target="../notesSlides/notesSlide7.xml"/><Relationship Id="rId1" Type="http://schemas.openxmlformats.org/officeDocument/2006/relationships/slideLayout" Target="../slideLayouts/slideLayout58.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7.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64.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64.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4.xml"/></Relationships>
</file>

<file path=ppt/slides/_rels/slide13.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11.xml"/><Relationship Id="rId1" Type="http://schemas.openxmlformats.org/officeDocument/2006/relationships/slideLayout" Target="../slideLayouts/slideLayout68.xml"/><Relationship Id="rId5" Type="http://schemas.openxmlformats.org/officeDocument/2006/relationships/image" Target="../media/image26.png"/><Relationship Id="rId4" Type="http://schemas.openxmlformats.org/officeDocument/2006/relationships/image" Target="../media/image25.jpe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99.xml"/><Relationship Id="rId5" Type="http://schemas.openxmlformats.org/officeDocument/2006/relationships/image" Target="../media/image28.png"/><Relationship Id="rId4" Type="http://schemas.openxmlformats.org/officeDocument/2006/relationships/image" Target="../media/image1.emf"/></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99.xml"/><Relationship Id="rId5" Type="http://schemas.openxmlformats.org/officeDocument/2006/relationships/image" Target="../media/image28.png"/><Relationship Id="rId4" Type="http://schemas.openxmlformats.org/officeDocument/2006/relationships/image" Target="../media/image1.emf"/></Relationships>
</file>

<file path=ppt/slides/_rels/slide1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4.xml"/><Relationship Id="rId1" Type="http://schemas.openxmlformats.org/officeDocument/2006/relationships/slideLayout" Target="../slideLayouts/slideLayout99.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5.xml"/><Relationship Id="rId1" Type="http://schemas.openxmlformats.org/officeDocument/2006/relationships/slideLayout" Target="../slideLayouts/slideLayout92.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13" Type="http://schemas.openxmlformats.org/officeDocument/2006/relationships/image" Target="../media/image40.emf"/><Relationship Id="rId18" Type="http://schemas.openxmlformats.org/officeDocument/2006/relationships/image" Target="../media/image45.svg"/><Relationship Id="rId26" Type="http://schemas.openxmlformats.org/officeDocument/2006/relationships/image" Target="../media/image53.png"/><Relationship Id="rId39" Type="http://schemas.openxmlformats.org/officeDocument/2006/relationships/image" Target="../media/image64.png"/><Relationship Id="rId21" Type="http://schemas.openxmlformats.org/officeDocument/2006/relationships/image" Target="../media/image48.png"/><Relationship Id="rId34" Type="http://schemas.openxmlformats.org/officeDocument/2006/relationships/image" Target="../media/image59.svg"/><Relationship Id="rId42" Type="http://schemas.openxmlformats.org/officeDocument/2006/relationships/image" Target="../media/image67.png"/><Relationship Id="rId7" Type="http://schemas.openxmlformats.org/officeDocument/2006/relationships/image" Target="../media/image34.svg"/><Relationship Id="rId2" Type="http://schemas.openxmlformats.org/officeDocument/2006/relationships/notesSlide" Target="../notesSlides/notesSlide16.xml"/><Relationship Id="rId16" Type="http://schemas.openxmlformats.org/officeDocument/2006/relationships/image" Target="../media/image43.emf"/><Relationship Id="rId29" Type="http://schemas.openxmlformats.org/officeDocument/2006/relationships/image" Target="../media/image28.png"/><Relationship Id="rId1" Type="http://schemas.openxmlformats.org/officeDocument/2006/relationships/slideLayout" Target="../slideLayouts/slideLayout100.xml"/><Relationship Id="rId6" Type="http://schemas.openxmlformats.org/officeDocument/2006/relationships/image" Target="../media/image33.svg"/><Relationship Id="rId11" Type="http://schemas.openxmlformats.org/officeDocument/2006/relationships/image" Target="../media/image38.svg"/><Relationship Id="rId24" Type="http://schemas.openxmlformats.org/officeDocument/2006/relationships/image" Target="../media/image51.png"/><Relationship Id="rId32" Type="http://schemas.openxmlformats.org/officeDocument/2006/relationships/image" Target="../media/image57.png"/><Relationship Id="rId37" Type="http://schemas.openxmlformats.org/officeDocument/2006/relationships/image" Target="../media/image62.svg"/><Relationship Id="rId40" Type="http://schemas.openxmlformats.org/officeDocument/2006/relationships/image" Target="../media/image65.png"/><Relationship Id="rId45" Type="http://schemas.openxmlformats.org/officeDocument/2006/relationships/image" Target="../media/image70.png"/><Relationship Id="rId5" Type="http://schemas.openxmlformats.org/officeDocument/2006/relationships/image" Target="../media/image32.png"/><Relationship Id="rId15" Type="http://schemas.openxmlformats.org/officeDocument/2006/relationships/image" Target="../media/image42.svg"/><Relationship Id="rId23" Type="http://schemas.openxmlformats.org/officeDocument/2006/relationships/image" Target="../media/image50.png"/><Relationship Id="rId28" Type="http://schemas.openxmlformats.org/officeDocument/2006/relationships/image" Target="../media/image55.png"/><Relationship Id="rId36" Type="http://schemas.openxmlformats.org/officeDocument/2006/relationships/image" Target="../media/image61.svg"/><Relationship Id="rId10" Type="http://schemas.openxmlformats.org/officeDocument/2006/relationships/image" Target="../media/image37.svg"/><Relationship Id="rId19" Type="http://schemas.openxmlformats.org/officeDocument/2006/relationships/image" Target="../media/image46.svg"/><Relationship Id="rId31" Type="http://schemas.openxmlformats.org/officeDocument/2006/relationships/image" Target="../media/image56.png"/><Relationship Id="rId44" Type="http://schemas.openxmlformats.org/officeDocument/2006/relationships/image" Target="../media/image69.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emf"/><Relationship Id="rId22" Type="http://schemas.openxmlformats.org/officeDocument/2006/relationships/image" Target="../media/image49.png"/><Relationship Id="rId27" Type="http://schemas.openxmlformats.org/officeDocument/2006/relationships/image" Target="../media/image54.png"/><Relationship Id="rId30" Type="http://schemas.openxmlformats.org/officeDocument/2006/relationships/image" Target="../media/image1.emf"/><Relationship Id="rId35" Type="http://schemas.openxmlformats.org/officeDocument/2006/relationships/image" Target="../media/image60.svg"/><Relationship Id="rId43" Type="http://schemas.openxmlformats.org/officeDocument/2006/relationships/image" Target="../media/image68.png"/><Relationship Id="rId8" Type="http://schemas.openxmlformats.org/officeDocument/2006/relationships/image" Target="../media/image35.svg"/><Relationship Id="rId3" Type="http://schemas.openxmlformats.org/officeDocument/2006/relationships/image" Target="../media/image30.png"/><Relationship Id="rId12" Type="http://schemas.openxmlformats.org/officeDocument/2006/relationships/image" Target="../media/image39.svg"/><Relationship Id="rId17" Type="http://schemas.openxmlformats.org/officeDocument/2006/relationships/image" Target="../media/image44.svg"/><Relationship Id="rId25" Type="http://schemas.openxmlformats.org/officeDocument/2006/relationships/image" Target="../media/image52.png"/><Relationship Id="rId33" Type="http://schemas.openxmlformats.org/officeDocument/2006/relationships/image" Target="../media/image58.svg"/><Relationship Id="rId38" Type="http://schemas.openxmlformats.org/officeDocument/2006/relationships/image" Target="../media/image63.svg"/><Relationship Id="rId20" Type="http://schemas.openxmlformats.org/officeDocument/2006/relationships/image" Target="../media/image47.png"/><Relationship Id="rId41" Type="http://schemas.openxmlformats.org/officeDocument/2006/relationships/image" Target="../media/image66.png"/></Relationships>
</file>

<file path=ppt/slides/_rels/slide1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7.xml"/><Relationship Id="rId1" Type="http://schemas.openxmlformats.org/officeDocument/2006/relationships/slideLayout" Target="../slideLayouts/slideLayout99.xml"/><Relationship Id="rId5" Type="http://schemas.openxmlformats.org/officeDocument/2006/relationships/image" Target="../media/image28.png"/><Relationship Id="rId4" Type="http://schemas.openxmlformats.org/officeDocument/2006/relationships/image" Target="../media/image1.emf"/></Relationships>
</file>

<file path=ppt/slides/_rels/slide2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8.xml"/><Relationship Id="rId1" Type="http://schemas.openxmlformats.org/officeDocument/2006/relationships/slideLayout" Target="../slideLayouts/slideLayout99.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73.svg"/><Relationship Id="rId7" Type="http://schemas.openxmlformats.org/officeDocument/2006/relationships/image" Target="../media/image1.emf"/><Relationship Id="rId2" Type="http://schemas.openxmlformats.org/officeDocument/2006/relationships/image" Target="../media/image72.svg"/><Relationship Id="rId1" Type="http://schemas.openxmlformats.org/officeDocument/2006/relationships/slideLayout" Target="../slideLayouts/slideLayout101.xml"/><Relationship Id="rId6" Type="http://schemas.openxmlformats.org/officeDocument/2006/relationships/image" Target="../media/image75.png"/><Relationship Id="rId5" Type="http://schemas.openxmlformats.org/officeDocument/2006/relationships/image" Target="../media/image48.png"/><Relationship Id="rId4" Type="http://schemas.openxmlformats.org/officeDocument/2006/relationships/image" Target="../media/image74.svg"/></Relationships>
</file>

<file path=ppt/slides/_rels/slide22.xml.rels><?xml version="1.0" encoding="UTF-8" standalone="yes"?>
<Relationships xmlns="http://schemas.openxmlformats.org/package/2006/relationships"><Relationship Id="rId3" Type="http://schemas.openxmlformats.org/officeDocument/2006/relationships/hyperlink" Target="AI%20Edition%20Client%20Decks%20on%20her%20Core%20Software%20Products%20page:%20https:/ibm.seismic.com/Link/Content/DCcbTdMV4XhfcGCBdPFQXHCXRd4B" TargetMode="External"/><Relationship Id="rId2" Type="http://schemas.openxmlformats.org/officeDocument/2006/relationships/notesSlide" Target="../notesSlides/notesSlide19.xml"/><Relationship Id="rId1" Type="http://schemas.openxmlformats.org/officeDocument/2006/relationships/slideLayout" Target="../slideLayouts/slideLayout64.xml"/><Relationship Id="rId4" Type="http://schemas.openxmlformats.org/officeDocument/2006/relationships/hyperlink" Target="https://ec.yourlearning.ibm.com/w3/series/10561205"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25.xml.rels><?xml version="1.0" encoding="UTF-8" standalone="yes"?>
<Relationships xmlns="http://schemas.openxmlformats.org/package/2006/relationships"><Relationship Id="rId3" Type="http://schemas.openxmlformats.org/officeDocument/2006/relationships/hyperlink" Target="https://ibm.seismic.com/Link/Content/DCC7FMWGhTpR8G2Fh77BQhmBq3H3" TargetMode="External"/><Relationship Id="rId2" Type="http://schemas.openxmlformats.org/officeDocument/2006/relationships/notesSlide" Target="../notesSlides/notesSlide20.xml"/><Relationship Id="rId1" Type="http://schemas.openxmlformats.org/officeDocument/2006/relationships/slideLayout" Target="../slideLayouts/slideLayout9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5EB820-C8AC-7398-5768-A5B49C5441C0}"/>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7200"/>
                    </a14:imgEffect>
                  </a14:imgLayer>
                </a14:imgProps>
              </a:ext>
            </a:extLst>
          </a:blip>
          <a:srcRect/>
          <a:stretch/>
        </p:blipFill>
        <p:spPr>
          <a:xfrm>
            <a:off x="12456706" y="3901974"/>
            <a:ext cx="11351298" cy="7567532"/>
          </a:xfrm>
          <a:prstGeom prst="rect">
            <a:avLst/>
          </a:prstGeom>
        </p:spPr>
      </p:pic>
      <p:sp>
        <p:nvSpPr>
          <p:cNvPr id="2" name="Title 2">
            <a:extLst>
              <a:ext uri="{FF2B5EF4-FFF2-40B4-BE49-F238E27FC236}">
                <a16:creationId xmlns:a16="http://schemas.microsoft.com/office/drawing/2014/main" id="{117D0112-4DC0-ABD6-ADD7-D9DD43FA0A5E}"/>
              </a:ext>
            </a:extLst>
          </p:cNvPr>
          <p:cNvSpPr txBox="1">
            <a:spLocks noGrp="1"/>
          </p:cNvSpPr>
          <p:nvPr>
            <p:ph type="title"/>
          </p:nvPr>
        </p:nvSpPr>
        <p:spPr>
          <a:xfrm>
            <a:off x="579170" y="1112655"/>
            <a:ext cx="10101075" cy="10356851"/>
          </a:xfrm>
        </p:spPr>
        <p:txBody>
          <a:bodyPr lIns="0" tIns="0" rIns="0" bIns="0" anchor="t"/>
          <a:lstStyle/>
          <a:p>
            <a:r>
              <a:rPr lang="en-US" sz="7200" dirty="0">
                <a:solidFill>
                  <a:srgbClr val="0F62FE"/>
                </a:solidFill>
              </a:rPr>
              <a:t>IBM FSM – Modernization Blueprint</a:t>
            </a:r>
            <a:br>
              <a:rPr lang="en-US" sz="7200" dirty="0">
                <a:solidFill>
                  <a:srgbClr val="0F62FE"/>
                </a:solidFill>
              </a:rPr>
            </a:br>
            <a:br>
              <a:rPr lang="en-US" sz="3600" dirty="0">
                <a:solidFill>
                  <a:srgbClr val="0F62FE"/>
                </a:solidFill>
              </a:rPr>
            </a:br>
            <a:r>
              <a:rPr lang="en-US" sz="3600" b="1" dirty="0">
                <a:solidFill>
                  <a:srgbClr val="0F62FE"/>
                </a:solidFill>
              </a:rPr>
              <a:t>Monika Aggarwal, FSM Product Strategy Leader Role, Core Software Modernization</a:t>
            </a:r>
            <a:br>
              <a:rPr lang="en-US" sz="3600" dirty="0">
                <a:solidFill>
                  <a:srgbClr val="0F62FE"/>
                </a:solidFill>
              </a:rPr>
            </a:br>
            <a:br>
              <a:rPr lang="en-US" sz="6600" i="1" dirty="0"/>
            </a:br>
            <a:r>
              <a:rPr lang="en-US" i="1" dirty="0"/>
              <a:t>March 19</a:t>
            </a:r>
            <a:r>
              <a:rPr lang="en-US" sz="2800" i="1" dirty="0"/>
              <a:t>, </a:t>
            </a:r>
            <a:r>
              <a:rPr lang="en-US" sz="2800" dirty="0"/>
              <a:t>2026</a:t>
            </a:r>
          </a:p>
        </p:txBody>
      </p:sp>
      <p:sp>
        <p:nvSpPr>
          <p:cNvPr id="6" name="TextBox 5">
            <a:extLst>
              <a:ext uri="{FF2B5EF4-FFF2-40B4-BE49-F238E27FC236}">
                <a16:creationId xmlns:a16="http://schemas.microsoft.com/office/drawing/2014/main" id="{D7C62497-3120-D64B-89B8-F2E9B685370B}"/>
              </a:ext>
            </a:extLst>
          </p:cNvPr>
          <p:cNvSpPr txBox="1"/>
          <p:nvPr/>
        </p:nvSpPr>
        <p:spPr>
          <a:xfrm>
            <a:off x="579170" y="9161182"/>
            <a:ext cx="9717769" cy="3970318"/>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en-US" dirty="0"/>
              <a:t>Driving post-sale modernization and operational success for FSM clients across business automation, data architecture, application integration, &amp; application runtimes.</a:t>
            </a:r>
          </a:p>
          <a:p>
            <a:endParaRPr lang="en-US" dirty="0"/>
          </a:p>
          <a:p>
            <a:r>
              <a:rPr lang="en-US" dirty="0"/>
              <a:t>Connecting product pillars and account teams to modernize existing client footprints</a:t>
            </a:r>
          </a:p>
        </p:txBody>
      </p:sp>
    </p:spTree>
    <p:extLst>
      <p:ext uri="{BB962C8B-B14F-4D97-AF65-F5344CB8AC3E}">
        <p14:creationId xmlns:p14="http://schemas.microsoft.com/office/powerpoint/2010/main" val="1723814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09AD0-A985-429B-ED0C-9A316F9052FB}"/>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DCBBF7A6-946F-311C-EBE0-3CAE9086FA7D}"/>
              </a:ext>
            </a:extLst>
          </p:cNvPr>
          <p:cNvPicPr>
            <a:picLocks noChangeAspect="1"/>
          </p:cNvPicPr>
          <p:nvPr/>
        </p:nvPicPr>
        <p:blipFill>
          <a:blip r:embed="rId3"/>
          <a:stretch>
            <a:fillRect/>
          </a:stretch>
        </p:blipFill>
        <p:spPr>
          <a:xfrm>
            <a:off x="17203616" y="10334847"/>
            <a:ext cx="6733288" cy="1683322"/>
          </a:xfrm>
          <a:prstGeom prst="rect">
            <a:avLst/>
          </a:prstGeom>
        </p:spPr>
      </p:pic>
      <p:sp>
        <p:nvSpPr>
          <p:cNvPr id="2" name="Title 1">
            <a:extLst>
              <a:ext uri="{FF2B5EF4-FFF2-40B4-BE49-F238E27FC236}">
                <a16:creationId xmlns:a16="http://schemas.microsoft.com/office/drawing/2014/main" id="{324A2F58-2BCF-89DB-D365-E8823496156A}"/>
              </a:ext>
            </a:extLst>
          </p:cNvPr>
          <p:cNvSpPr>
            <a:spLocks noGrp="1"/>
          </p:cNvSpPr>
          <p:nvPr>
            <p:ph type="title"/>
          </p:nvPr>
        </p:nvSpPr>
        <p:spPr>
          <a:xfrm>
            <a:off x="577584" y="755596"/>
            <a:ext cx="21505274" cy="1729187"/>
          </a:xfrm>
        </p:spPr>
        <p:txBody>
          <a:bodyPr/>
          <a:lstStyle/>
          <a:p>
            <a:r>
              <a:rPr lang="en-US" sz="7198" b="1" dirty="0">
                <a:solidFill>
                  <a:schemeClr val="tx1"/>
                </a:solidFill>
                <a:latin typeface="IBM Plex Sans Light" panose="020B0403050203000203" pitchFamily="34" charset="0"/>
                <a:ea typeface="+mn-ea"/>
                <a:cs typeface="+mn-cs"/>
              </a:rPr>
              <a:t>Who is Monika?</a:t>
            </a:r>
            <a:br>
              <a:rPr lang="en-US" sz="7200" i="1" dirty="0"/>
            </a:br>
            <a:r>
              <a:rPr lang="en-US" sz="3200" b="1" dirty="0">
                <a:solidFill>
                  <a:srgbClr val="0043CE"/>
                </a:solidFill>
                <a:latin typeface="+mn-lt"/>
              </a:rPr>
              <a:t>Architecture </a:t>
            </a:r>
            <a:r>
              <a:rPr lang="en-US" sz="3200" b="1" dirty="0">
                <a:solidFill>
                  <a:srgbClr val="0043CE"/>
                </a:solidFill>
                <a:latin typeface="+mn-lt"/>
                <a:sym typeface="Wingdings" pitchFamily="2" charset="2"/>
              </a:rPr>
              <a:t></a:t>
            </a:r>
            <a:r>
              <a:rPr lang="en-US" sz="3200" b="1" dirty="0">
                <a:solidFill>
                  <a:srgbClr val="0043CE"/>
                </a:solidFill>
                <a:latin typeface="+mn-lt"/>
              </a:rPr>
              <a:t> Enterprise Automation / AI </a:t>
            </a:r>
            <a:r>
              <a:rPr lang="en-US" sz="3200" b="1" dirty="0">
                <a:solidFill>
                  <a:srgbClr val="0043CE"/>
                </a:solidFill>
                <a:latin typeface="+mn-lt"/>
                <a:sym typeface="Wingdings" pitchFamily="2" charset="2"/>
              </a:rPr>
              <a:t></a:t>
            </a:r>
            <a:r>
              <a:rPr lang="en-US" sz="3200" b="1" dirty="0">
                <a:solidFill>
                  <a:srgbClr val="0043CE"/>
                </a:solidFill>
                <a:latin typeface="+mn-lt"/>
              </a:rPr>
              <a:t> Product strategy </a:t>
            </a:r>
            <a:endParaRPr lang="en-US" sz="3200" b="1" dirty="0">
              <a:solidFill>
                <a:srgbClr val="0043CE"/>
              </a:solidFill>
              <a:latin typeface="+mn-lt"/>
              <a:ea typeface="+mn-ea"/>
              <a:cs typeface="+mn-cs"/>
            </a:endParaRPr>
          </a:p>
        </p:txBody>
      </p:sp>
      <p:sp>
        <p:nvSpPr>
          <p:cNvPr id="11" name="Rectangle 10">
            <a:extLst>
              <a:ext uri="{FF2B5EF4-FFF2-40B4-BE49-F238E27FC236}">
                <a16:creationId xmlns:a16="http://schemas.microsoft.com/office/drawing/2014/main" id="{88E08B2C-CB61-2C82-86F7-F495F81DAE63}"/>
              </a:ext>
            </a:extLst>
          </p:cNvPr>
          <p:cNvSpPr/>
          <p:nvPr/>
        </p:nvSpPr>
        <p:spPr bwMode="auto">
          <a:xfrm>
            <a:off x="450274" y="12116565"/>
            <a:ext cx="23486630" cy="1406770"/>
          </a:xfrm>
          <a:prstGeom prst="rect">
            <a:avLst/>
          </a:prstGeom>
          <a:noFill/>
          <a:ln w="19050">
            <a:solidFill>
              <a:srgbClr val="10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ctr" anchorCtr="0" compatLnSpc="1">
            <a:prstTxWarp prst="textNoShape">
              <a:avLst/>
            </a:prstTxWarp>
          </a:bodyPr>
          <a:lstStyle/>
          <a:p>
            <a:pPr algn="ctr" defTabSz="1828800" fontAlgn="base">
              <a:spcBef>
                <a:spcPct val="0"/>
              </a:spcBef>
              <a:spcAft>
                <a:spcPct val="0"/>
              </a:spcAft>
            </a:pPr>
            <a:r>
              <a:rPr lang="en-US" b="1" dirty="0">
                <a:solidFill>
                  <a:schemeClr val="tx1"/>
                </a:solidFill>
              </a:rPr>
              <a:t>Technical depth + enterprise delivery + market execution + product strategy</a:t>
            </a:r>
            <a:endParaRPr lang="en-US" sz="4000" b="1" dirty="0">
              <a:solidFill>
                <a:schemeClr val="tx1"/>
              </a:solidFill>
              <a:latin typeface="IBM Plex Sans Light"/>
            </a:endParaRPr>
          </a:p>
        </p:txBody>
      </p:sp>
      <p:sp>
        <p:nvSpPr>
          <p:cNvPr id="15" name="TextBox 14">
            <a:extLst>
              <a:ext uri="{FF2B5EF4-FFF2-40B4-BE49-F238E27FC236}">
                <a16:creationId xmlns:a16="http://schemas.microsoft.com/office/drawing/2014/main" id="{90DEEA12-67E9-9CF7-4634-632C088FC466}"/>
              </a:ext>
            </a:extLst>
          </p:cNvPr>
          <p:cNvSpPr txBox="1"/>
          <p:nvPr/>
        </p:nvSpPr>
        <p:spPr>
          <a:xfrm>
            <a:off x="401993" y="8338581"/>
            <a:ext cx="4299006" cy="3706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defTabSz="2438400">
              <a:spcBef>
                <a:spcPts val="2900"/>
              </a:spcBef>
              <a:buSzPct val="100000"/>
            </a:pPr>
            <a:r>
              <a:rPr lang="en-US" sz="3200" kern="0" dirty="0">
                <a:solidFill>
                  <a:srgbClr val="000000"/>
                </a:solidFill>
                <a:ea typeface="+mj-ea"/>
                <a:cs typeface="+mj-cs"/>
                <a:sym typeface="IBM Plex Sans Light"/>
              </a:rPr>
              <a:t>Chandigarh College of Architecture, Bachelors</a:t>
            </a:r>
          </a:p>
          <a:p>
            <a:pPr defTabSz="2438400">
              <a:spcBef>
                <a:spcPts val="2900"/>
              </a:spcBef>
              <a:buSzPct val="100000"/>
            </a:pPr>
            <a:r>
              <a:rPr lang="en-US" sz="3200" kern="0" dirty="0">
                <a:solidFill>
                  <a:srgbClr val="000000"/>
                </a:solidFill>
                <a:ea typeface="+mj-ea"/>
                <a:cs typeface="+mj-cs"/>
                <a:sym typeface="IBM Plex Sans Light"/>
              </a:rPr>
              <a:t>California State Univ,  East Bay, MS Computer Science</a:t>
            </a:r>
          </a:p>
        </p:txBody>
      </p:sp>
      <p:sp>
        <p:nvSpPr>
          <p:cNvPr id="5" name="TextBox 4">
            <a:extLst>
              <a:ext uri="{FF2B5EF4-FFF2-40B4-BE49-F238E27FC236}">
                <a16:creationId xmlns:a16="http://schemas.microsoft.com/office/drawing/2014/main" id="{8F1E1E5D-0563-1225-E538-5EDFE8692AD8}"/>
              </a:ext>
            </a:extLst>
          </p:cNvPr>
          <p:cNvSpPr txBox="1"/>
          <p:nvPr/>
        </p:nvSpPr>
        <p:spPr>
          <a:xfrm>
            <a:off x="8866447" y="3012803"/>
            <a:ext cx="7108717" cy="28890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spcBef>
                <a:spcPts val="2900"/>
              </a:spcBef>
              <a:buSzPct val="100000"/>
            </a:pPr>
            <a:r>
              <a:rPr lang="en-US" b="1" u="sng" kern="0" dirty="0">
                <a:solidFill>
                  <a:srgbClr val="000000"/>
                </a:solidFill>
                <a:ea typeface="+mj-ea"/>
                <a:cs typeface="+mj-cs"/>
                <a:sym typeface="IBM Plex Sans Light"/>
              </a:rPr>
              <a:t>Early Engineering - Enterprise</a:t>
            </a:r>
          </a:p>
          <a:p>
            <a:pPr algn="ctr" defTabSz="2438400">
              <a:spcBef>
                <a:spcPts val="2900"/>
              </a:spcBef>
              <a:buSzPct val="100000"/>
            </a:pPr>
            <a:r>
              <a:rPr lang="en-US" sz="3200" kern="0" dirty="0">
                <a:solidFill>
                  <a:srgbClr val="000000"/>
                </a:solidFill>
                <a:ea typeface="+mj-ea"/>
                <a:cs typeface="+mj-cs"/>
                <a:sym typeface="IBM Plex Sans Light"/>
              </a:rPr>
              <a:t>Chevron: Full Stack Developer, Information Architect, Solution Consultant for Global </a:t>
            </a:r>
            <a:r>
              <a:rPr lang="en-US" sz="3200" kern="0" dirty="0" err="1">
                <a:solidFill>
                  <a:srgbClr val="000000"/>
                </a:solidFill>
                <a:ea typeface="+mj-ea"/>
                <a:cs typeface="+mj-cs"/>
                <a:sym typeface="IBM Plex Sans Light"/>
              </a:rPr>
              <a:t>CoEX</a:t>
            </a:r>
            <a:endParaRPr lang="en-US" sz="3200" kern="0" dirty="0">
              <a:solidFill>
                <a:srgbClr val="000000"/>
              </a:solidFill>
              <a:ea typeface="+mj-ea"/>
              <a:cs typeface="+mj-cs"/>
              <a:sym typeface="IBM Plex Sans Light"/>
            </a:endParaRPr>
          </a:p>
        </p:txBody>
      </p:sp>
      <p:sp>
        <p:nvSpPr>
          <p:cNvPr id="7" name="TextBox 6">
            <a:extLst>
              <a:ext uri="{FF2B5EF4-FFF2-40B4-BE49-F238E27FC236}">
                <a16:creationId xmlns:a16="http://schemas.microsoft.com/office/drawing/2014/main" id="{88B46EF1-A7C5-3EC3-8508-043CE3F14735}"/>
              </a:ext>
            </a:extLst>
          </p:cNvPr>
          <p:cNvSpPr txBox="1"/>
          <p:nvPr/>
        </p:nvSpPr>
        <p:spPr>
          <a:xfrm>
            <a:off x="15975164" y="3012803"/>
            <a:ext cx="6953416" cy="36424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spcBef>
                <a:spcPts val="2900"/>
              </a:spcBef>
              <a:buSzPct val="100000"/>
            </a:pPr>
            <a:r>
              <a:rPr lang="en-US" b="1" u="sng" kern="0" dirty="0">
                <a:solidFill>
                  <a:srgbClr val="000000"/>
                </a:solidFill>
                <a:ea typeface="+mj-ea"/>
                <a:cs typeface="+mj-cs"/>
                <a:sym typeface="IBM Plex Sans Light"/>
              </a:rPr>
              <a:t>Enterprise Architecture</a:t>
            </a:r>
          </a:p>
          <a:p>
            <a:pPr algn="ctr" defTabSz="2438400">
              <a:spcBef>
                <a:spcPts val="2900"/>
              </a:spcBef>
              <a:buSzPct val="100000"/>
            </a:pPr>
            <a:r>
              <a:rPr lang="en-US" sz="3200" kern="0" dirty="0">
                <a:solidFill>
                  <a:srgbClr val="000000"/>
                </a:solidFill>
                <a:ea typeface="+mj-ea"/>
                <a:cs typeface="+mj-cs"/>
                <a:sym typeface="IBM Plex Sans Light"/>
              </a:rPr>
              <a:t>Kaiser Permanente: Integration &amp; Workflow Solution Architect</a:t>
            </a:r>
          </a:p>
          <a:p>
            <a:pPr algn="ctr" defTabSz="2438400">
              <a:spcBef>
                <a:spcPts val="2900"/>
              </a:spcBef>
              <a:buSzPct val="100000"/>
            </a:pPr>
            <a:r>
              <a:rPr lang="en-US" sz="3200" kern="0" dirty="0">
                <a:solidFill>
                  <a:srgbClr val="000000"/>
                </a:solidFill>
                <a:ea typeface="+mj-ea"/>
                <a:cs typeface="+mj-cs"/>
                <a:sym typeface="IBM Plex Sans Light"/>
              </a:rPr>
              <a:t>Product Owner: Digital Business Automation, IBM Evangelist</a:t>
            </a:r>
          </a:p>
        </p:txBody>
      </p:sp>
      <p:sp>
        <p:nvSpPr>
          <p:cNvPr id="13" name="TextBox 12">
            <a:extLst>
              <a:ext uri="{FF2B5EF4-FFF2-40B4-BE49-F238E27FC236}">
                <a16:creationId xmlns:a16="http://schemas.microsoft.com/office/drawing/2014/main" id="{C8C2F9D6-F33F-81F7-85B4-9B57DF9CB382}"/>
              </a:ext>
            </a:extLst>
          </p:cNvPr>
          <p:cNvSpPr txBox="1"/>
          <p:nvPr/>
        </p:nvSpPr>
        <p:spPr>
          <a:xfrm>
            <a:off x="9607317" y="7308649"/>
            <a:ext cx="7116271" cy="41545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spcBef>
                <a:spcPts val="2900"/>
              </a:spcBef>
              <a:buSzPct val="100000"/>
            </a:pPr>
            <a:r>
              <a:rPr lang="en-US" b="1" u="sng" kern="0" dirty="0">
                <a:solidFill>
                  <a:srgbClr val="000000"/>
                </a:solidFill>
                <a:ea typeface="+mj-ea"/>
                <a:cs typeface="+mj-cs"/>
                <a:sym typeface="IBM Plex Sans Light"/>
              </a:rPr>
              <a:t>IBM Roles</a:t>
            </a:r>
          </a:p>
          <a:p>
            <a:pPr algn="ctr" defTabSz="2438400">
              <a:spcBef>
                <a:spcPts val="2900"/>
              </a:spcBef>
              <a:buSzPct val="100000"/>
            </a:pPr>
            <a:r>
              <a:rPr lang="en-US" sz="3200" kern="0" dirty="0">
                <a:solidFill>
                  <a:srgbClr val="000000"/>
                </a:solidFill>
                <a:ea typeface="+mj-ea"/>
                <a:cs typeface="+mj-cs"/>
                <a:sym typeface="IBM Plex Sans Light"/>
              </a:rPr>
              <a:t>2021: WW BA, Process Mining, AI Assistants Technology Product Leader</a:t>
            </a:r>
          </a:p>
          <a:p>
            <a:pPr algn="ctr" defTabSz="2438400">
              <a:spcBef>
                <a:spcPts val="2900"/>
              </a:spcBef>
              <a:buSzPct val="100000"/>
            </a:pPr>
            <a:r>
              <a:rPr lang="en-US" sz="3200" kern="0" dirty="0">
                <a:solidFill>
                  <a:srgbClr val="000000"/>
                </a:solidFill>
                <a:ea typeface="+mj-ea"/>
                <a:cs typeface="+mj-cs"/>
                <a:sym typeface="IBM Plex Sans Light"/>
              </a:rPr>
              <a:t>2025: Data &amp; AI Tech Sales leader</a:t>
            </a:r>
          </a:p>
          <a:p>
            <a:pPr algn="ctr" defTabSz="2438400">
              <a:spcBef>
                <a:spcPts val="2900"/>
              </a:spcBef>
              <a:buSzPct val="100000"/>
            </a:pPr>
            <a:r>
              <a:rPr lang="en-US" sz="3200" kern="0" dirty="0">
                <a:solidFill>
                  <a:srgbClr val="000000"/>
                </a:solidFill>
                <a:ea typeface="+mj-ea"/>
                <a:cs typeface="+mj-cs"/>
                <a:sym typeface="IBM Plex Sans Light"/>
              </a:rPr>
              <a:t>2026: Product </a:t>
            </a:r>
            <a:r>
              <a:rPr lang="en-US" sz="3200" kern="0" dirty="0">
                <a:ea typeface="+mj-ea"/>
                <a:cs typeface="+mj-cs"/>
                <a:sym typeface="IBM Plex Sans Light"/>
              </a:rPr>
              <a:t>Strategy Leader, FSM</a:t>
            </a:r>
          </a:p>
          <a:p>
            <a:pPr marL="571500" indent="-571500" algn="ctr" defTabSz="2438400">
              <a:spcBef>
                <a:spcPts val="2900"/>
              </a:spcBef>
              <a:buSzPct val="100000"/>
              <a:buFont typeface="Arial" panose="020B0604020202020204" pitchFamily="34" charset="0"/>
              <a:buChar char="•"/>
            </a:pPr>
            <a:endParaRPr lang="en-US" sz="3200" kern="0" dirty="0">
              <a:solidFill>
                <a:srgbClr val="000000"/>
              </a:solidFill>
              <a:ea typeface="+mj-ea"/>
              <a:cs typeface="+mj-cs"/>
              <a:sym typeface="IBM Plex Sans Light"/>
            </a:endParaRPr>
          </a:p>
          <a:p>
            <a:pPr marL="571500" indent="-571500" algn="ctr" defTabSz="2438400">
              <a:spcBef>
                <a:spcPts val="2900"/>
              </a:spcBef>
              <a:buSzPct val="100000"/>
              <a:buFont typeface="Arial" panose="020B0604020202020204" pitchFamily="34" charset="0"/>
              <a:buChar char="•"/>
            </a:pPr>
            <a:endParaRPr lang="en-US" sz="3200" kern="0" dirty="0">
              <a:solidFill>
                <a:srgbClr val="000000"/>
              </a:solidFill>
              <a:ea typeface="+mj-ea"/>
              <a:cs typeface="+mj-cs"/>
              <a:sym typeface="IBM Plex Sans Light"/>
            </a:endParaRPr>
          </a:p>
        </p:txBody>
      </p:sp>
      <p:pic>
        <p:nvPicPr>
          <p:cNvPr id="17" name="Picture 16">
            <a:extLst>
              <a:ext uri="{FF2B5EF4-FFF2-40B4-BE49-F238E27FC236}">
                <a16:creationId xmlns:a16="http://schemas.microsoft.com/office/drawing/2014/main" id="{A2D05489-399A-FCBC-502A-4C8ED703E5D5}"/>
              </a:ext>
            </a:extLst>
          </p:cNvPr>
          <p:cNvPicPr>
            <a:picLocks noChangeAspect="1"/>
          </p:cNvPicPr>
          <p:nvPr/>
        </p:nvPicPr>
        <p:blipFill>
          <a:blip r:embed="rId4"/>
          <a:stretch>
            <a:fillRect/>
          </a:stretch>
        </p:blipFill>
        <p:spPr>
          <a:xfrm>
            <a:off x="401993" y="3012803"/>
            <a:ext cx="7218624" cy="4672418"/>
          </a:xfrm>
          <a:prstGeom prst="rect">
            <a:avLst/>
          </a:prstGeom>
        </p:spPr>
      </p:pic>
      <p:pic>
        <p:nvPicPr>
          <p:cNvPr id="14" name="Picture 13">
            <a:extLst>
              <a:ext uri="{FF2B5EF4-FFF2-40B4-BE49-F238E27FC236}">
                <a16:creationId xmlns:a16="http://schemas.microsoft.com/office/drawing/2014/main" id="{6DBE2BD8-9E87-2F39-689C-0DD1B3626368}"/>
              </a:ext>
            </a:extLst>
          </p:cNvPr>
          <p:cNvPicPr>
            <a:picLocks noChangeAspect="1"/>
          </p:cNvPicPr>
          <p:nvPr/>
        </p:nvPicPr>
        <p:blipFill>
          <a:blip r:embed="rId5"/>
          <a:stretch>
            <a:fillRect/>
          </a:stretch>
        </p:blipFill>
        <p:spPr>
          <a:xfrm>
            <a:off x="4700999" y="5705082"/>
            <a:ext cx="4165448" cy="6411483"/>
          </a:xfrm>
          <a:prstGeom prst="rect">
            <a:avLst/>
          </a:prstGeom>
        </p:spPr>
      </p:pic>
    </p:spTree>
    <p:extLst>
      <p:ext uri="{BB962C8B-B14F-4D97-AF65-F5344CB8AC3E}">
        <p14:creationId xmlns:p14="http://schemas.microsoft.com/office/powerpoint/2010/main" val="270700495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A3E2E-451C-2A18-08EB-0D94C583F4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25F32F-0371-9281-4285-5B97187C82DC}"/>
              </a:ext>
            </a:extLst>
          </p:cNvPr>
          <p:cNvSpPr>
            <a:spLocks noGrp="1"/>
          </p:cNvSpPr>
          <p:nvPr>
            <p:ph type="title"/>
          </p:nvPr>
        </p:nvSpPr>
        <p:spPr>
          <a:xfrm>
            <a:off x="585905" y="384049"/>
            <a:ext cx="20586826" cy="1281421"/>
          </a:xfrm>
        </p:spPr>
        <p:txBody>
          <a:bodyPr lIns="0" tIns="0" rIns="457200" bIns="0" anchor="t"/>
          <a:lstStyle/>
          <a:p>
            <a:r>
              <a:rPr lang="en-US" sz="4800" b="1" dirty="0"/>
              <a:t>Modernizing Core Software: Why are we focused on this?</a:t>
            </a:r>
          </a:p>
        </p:txBody>
      </p:sp>
      <p:sp>
        <p:nvSpPr>
          <p:cNvPr id="9" name="Slide Number Placeholder 2">
            <a:extLst>
              <a:ext uri="{FF2B5EF4-FFF2-40B4-BE49-F238E27FC236}">
                <a16:creationId xmlns:a16="http://schemas.microsoft.com/office/drawing/2014/main" id="{149744AE-1751-8D4A-1AF7-5CBD4F901762}"/>
              </a:ext>
            </a:extLst>
          </p:cNvPr>
          <p:cNvSpPr>
            <a:spLocks noGrp="1"/>
          </p:cNvSpPr>
          <p:nvPr>
            <p:ph type="sldNum" sz="quarter" idx="4"/>
          </p:nvPr>
        </p:nvSpPr>
        <p:spPr>
          <a:xfrm>
            <a:off x="23555959" y="12926828"/>
            <a:ext cx="256541" cy="254001"/>
          </a:xfrm>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sp>
        <p:nvSpPr>
          <p:cNvPr id="4" name="TextBox 3">
            <a:extLst>
              <a:ext uri="{FF2B5EF4-FFF2-40B4-BE49-F238E27FC236}">
                <a16:creationId xmlns:a16="http://schemas.microsoft.com/office/drawing/2014/main" id="{424E0039-2622-59BC-0165-992A3541A731}"/>
              </a:ext>
            </a:extLst>
          </p:cNvPr>
          <p:cNvSpPr txBox="1"/>
          <p:nvPr/>
        </p:nvSpPr>
        <p:spPr>
          <a:xfrm>
            <a:off x="527946" y="1972448"/>
            <a:ext cx="22979887" cy="64633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40" tIns="45720" rIns="91440" bIns="45720" anchor="t">
            <a:spAutoFit/>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3600" b="0" i="0" u="none" strike="noStrike" kern="0" cap="none" spc="0" normalizeH="0" baseline="0" noProof="0" dirty="0">
                <a:ln>
                  <a:noFill/>
                </a:ln>
                <a:solidFill>
                  <a:srgbClr val="000000"/>
                </a:solidFill>
                <a:effectLst/>
                <a:uLnTx/>
                <a:uFillTx/>
                <a:latin typeface="IBM Plex Sans"/>
                <a:ea typeface="+mn-ea"/>
                <a:cs typeface="+mn-cs"/>
              </a:rPr>
              <a:t>Goal: Protecting and Growing Core Revenue Streams to Enable 15% Software Revenue Growth.</a:t>
            </a:r>
            <a:endParaRPr kumimoji="0" lang="en-US" sz="3600" b="0" i="0" u="none" strike="noStrike" kern="1200" cap="none" spc="0" normalizeH="0" baseline="0" noProof="0" dirty="0">
              <a:ln>
                <a:noFill/>
              </a:ln>
              <a:solidFill>
                <a:srgbClr val="000000"/>
              </a:solidFill>
              <a:effectLst/>
              <a:uLnTx/>
              <a:uFillTx/>
              <a:latin typeface="IBM Plex Sans"/>
              <a:ea typeface="+mn-ea"/>
              <a:cs typeface="+mn-cs"/>
            </a:endParaRPr>
          </a:p>
        </p:txBody>
      </p:sp>
      <p:sp>
        <p:nvSpPr>
          <p:cNvPr id="52" name="Rectangle 187">
            <a:extLst>
              <a:ext uri="{FF2B5EF4-FFF2-40B4-BE49-F238E27FC236}">
                <a16:creationId xmlns:a16="http://schemas.microsoft.com/office/drawing/2014/main" id="{4F9BECE5-E2A5-E459-7B0C-E35320704A58}"/>
              </a:ext>
            </a:extLst>
          </p:cNvPr>
          <p:cNvSpPr/>
          <p:nvPr/>
        </p:nvSpPr>
        <p:spPr>
          <a:xfrm>
            <a:off x="593928" y="2814551"/>
            <a:ext cx="6074316" cy="447471"/>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2400" b="0" i="0" u="none" strike="noStrike" kern="0" cap="none" spc="0" normalizeH="0" baseline="0" noProof="0" dirty="0">
                <a:ln>
                  <a:noFill/>
                </a:ln>
                <a:solidFill>
                  <a:srgbClr val="000000"/>
                </a:solidFill>
                <a:effectLst/>
                <a:uLnTx/>
                <a:uFillTx/>
                <a:latin typeface="IBM Plex Sans Medm" pitchFamily="34"/>
                <a:ea typeface="+mn-ea"/>
                <a:cs typeface="+mn-cs"/>
              </a:rPr>
              <a:t>Software Revenue Segments (as of 2024)</a:t>
            </a:r>
            <a:endParaRPr kumimoji="0" lang="en-US" sz="2400" b="0" i="0" u="none" strike="noStrike" kern="0" cap="none" spc="0" normalizeH="0" baseline="0" noProof="0" dirty="0">
              <a:ln>
                <a:noFill/>
              </a:ln>
              <a:solidFill>
                <a:srgbClr val="000000"/>
              </a:solidFill>
              <a:effectLst/>
              <a:uLnTx/>
              <a:uFillTx/>
              <a:latin typeface="IBM Plex Sans Light"/>
              <a:ea typeface="+mn-ea"/>
              <a:cs typeface="+mn-cs"/>
            </a:endParaRPr>
          </a:p>
        </p:txBody>
      </p:sp>
      <p:graphicFrame>
        <p:nvGraphicFramePr>
          <p:cNvPr id="53" name="Chart 52">
            <a:extLst>
              <a:ext uri="{FF2B5EF4-FFF2-40B4-BE49-F238E27FC236}">
                <a16:creationId xmlns:a16="http://schemas.microsoft.com/office/drawing/2014/main" id="{8CDF607D-7D3E-7F37-EA85-20E3873DAD81}"/>
              </a:ext>
            </a:extLst>
          </p:cNvPr>
          <p:cNvGraphicFramePr/>
          <p:nvPr/>
        </p:nvGraphicFramePr>
        <p:xfrm>
          <a:off x="593928" y="3561839"/>
          <a:ext cx="23218572" cy="1609372"/>
        </p:xfrm>
        <a:graphic>
          <a:graphicData uri="http://schemas.openxmlformats.org/drawingml/2006/chart">
            <c:chart xmlns:c="http://schemas.openxmlformats.org/drawingml/2006/chart" xmlns:r="http://schemas.openxmlformats.org/officeDocument/2006/relationships" r:id="rId2"/>
          </a:graphicData>
        </a:graphic>
      </p:graphicFrame>
      <p:sp>
        <p:nvSpPr>
          <p:cNvPr id="54" name="TextBox 53">
            <a:extLst>
              <a:ext uri="{FF2B5EF4-FFF2-40B4-BE49-F238E27FC236}">
                <a16:creationId xmlns:a16="http://schemas.microsoft.com/office/drawing/2014/main" id="{46B2513D-1C61-7FF5-0DD3-97F1BB37E291}"/>
              </a:ext>
            </a:extLst>
          </p:cNvPr>
          <p:cNvSpPr txBox="1"/>
          <p:nvPr/>
        </p:nvSpPr>
        <p:spPr>
          <a:xfrm>
            <a:off x="1644318" y="4182537"/>
            <a:ext cx="2819683" cy="369332"/>
          </a:xfrm>
          <a:prstGeom prst="rect">
            <a:avLst/>
          </a:prstGeom>
          <a:noFill/>
        </p:spPr>
        <p:txBody>
          <a:bodyPr wrap="none" lIns="0" tIns="0" rIns="0" bIns="0" rtlCol="0">
            <a:spAutoFit/>
          </a:bodyPr>
          <a:lstStyle/>
          <a:p>
            <a:pPr marL="0" marR="0" lvl="0" indent="0" algn="l" defTabSz="1829379" rtl="0" eaLnBrk="1" fontAlgn="auto" latinLnBrk="0" hangingPunct="1">
              <a:lnSpc>
                <a:spcPct val="100000"/>
              </a:lnSpc>
              <a:spcBef>
                <a:spcPts val="110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IBM Plex Sans Light"/>
                <a:ea typeface="IBM Plex Sans" charset="0"/>
                <a:cs typeface="IBM Plex Sans" charset="0"/>
              </a:rPr>
              <a:t>Transactional – 30%</a:t>
            </a:r>
          </a:p>
        </p:txBody>
      </p:sp>
      <p:sp>
        <p:nvSpPr>
          <p:cNvPr id="55" name="TextBox 54">
            <a:extLst>
              <a:ext uri="{FF2B5EF4-FFF2-40B4-BE49-F238E27FC236}">
                <a16:creationId xmlns:a16="http://schemas.microsoft.com/office/drawing/2014/main" id="{EAB8C89C-5E07-5B17-3E50-818159C85BCF}"/>
              </a:ext>
            </a:extLst>
          </p:cNvPr>
          <p:cNvSpPr txBox="1"/>
          <p:nvPr/>
        </p:nvSpPr>
        <p:spPr>
          <a:xfrm>
            <a:off x="15570985" y="4227353"/>
            <a:ext cx="971420" cy="276999"/>
          </a:xfrm>
          <a:prstGeom prst="rect">
            <a:avLst/>
          </a:prstGeom>
          <a:noFill/>
        </p:spPr>
        <p:txBody>
          <a:bodyPr wrap="none" lIns="0" tIns="0" rIns="0" bIns="0" rtlCol="0">
            <a:spAutoFit/>
          </a:bodyPr>
          <a:lstStyle/>
          <a:p>
            <a:pPr marL="0" marR="0" lvl="0" indent="0" algn="l" defTabSz="1829379" rtl="0" eaLnBrk="1" fontAlgn="auto" latinLnBrk="0" hangingPunct="1">
              <a:lnSpc>
                <a:spcPct val="100000"/>
              </a:lnSpc>
              <a:spcBef>
                <a:spcPts val="110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IBM Plex Sans Light"/>
                <a:ea typeface="IBM Plex Sans" charset="0"/>
                <a:cs typeface="IBM Plex Sans" charset="0"/>
              </a:rPr>
              <a:t>TEL – 5%</a:t>
            </a:r>
          </a:p>
        </p:txBody>
      </p:sp>
      <p:sp>
        <p:nvSpPr>
          <p:cNvPr id="56" name="TextBox 55">
            <a:extLst>
              <a:ext uri="{FF2B5EF4-FFF2-40B4-BE49-F238E27FC236}">
                <a16:creationId xmlns:a16="http://schemas.microsoft.com/office/drawing/2014/main" id="{FE689B53-2030-4AE6-9833-69E507A3AE3F}"/>
              </a:ext>
            </a:extLst>
          </p:cNvPr>
          <p:cNvSpPr txBox="1"/>
          <p:nvPr/>
        </p:nvSpPr>
        <p:spPr>
          <a:xfrm>
            <a:off x="16744617" y="4133003"/>
            <a:ext cx="448841" cy="492443"/>
          </a:xfrm>
          <a:prstGeom prst="rect">
            <a:avLst/>
          </a:prstGeom>
          <a:noFill/>
        </p:spPr>
        <p:txBody>
          <a:bodyPr wrap="none" lIns="0" tIns="0" rIns="0" bIns="0" rtlCol="0">
            <a:spAutoFit/>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IBM Plex Sans Light"/>
                <a:ea typeface="IBM Plex Sans" charset="0"/>
                <a:cs typeface="IBM Plex Sans" charset="0"/>
              </a:rPr>
              <a:t>SaaS</a:t>
            </a:r>
          </a:p>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IBM Plex Sans Light"/>
                <a:ea typeface="IBM Plex Sans" charset="0"/>
                <a:cs typeface="IBM Plex Sans" charset="0"/>
              </a:rPr>
              <a:t> 3%</a:t>
            </a:r>
          </a:p>
        </p:txBody>
      </p:sp>
      <p:sp>
        <p:nvSpPr>
          <p:cNvPr id="57" name="TextBox 56">
            <a:extLst>
              <a:ext uri="{FF2B5EF4-FFF2-40B4-BE49-F238E27FC236}">
                <a16:creationId xmlns:a16="http://schemas.microsoft.com/office/drawing/2014/main" id="{F5C20544-C1F1-6F7D-45B5-C7DFEAAF9FE4}"/>
              </a:ext>
            </a:extLst>
          </p:cNvPr>
          <p:cNvSpPr txBox="1"/>
          <p:nvPr/>
        </p:nvSpPr>
        <p:spPr>
          <a:xfrm>
            <a:off x="19740547" y="4225702"/>
            <a:ext cx="1173398" cy="276999"/>
          </a:xfrm>
          <a:prstGeom prst="rect">
            <a:avLst/>
          </a:prstGeom>
          <a:noFill/>
        </p:spPr>
        <p:txBody>
          <a:bodyPr wrap="none" lIns="0" tIns="0" rIns="0" bIns="0" rtlCol="0">
            <a:spAutoFit/>
          </a:bodyPr>
          <a:lstStyle/>
          <a:p>
            <a:pPr marL="0" marR="0" lvl="0" indent="0" algn="l" defTabSz="1829379" rtl="0" eaLnBrk="1" fontAlgn="auto" latinLnBrk="0" hangingPunct="1">
              <a:lnSpc>
                <a:spcPct val="100000"/>
              </a:lnSpc>
              <a:spcBef>
                <a:spcPts val="110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IBM Plex Sans Light"/>
                <a:ea typeface="IBM Plex Sans" charset="0"/>
                <a:cs typeface="IBM Plex Sans" charset="0"/>
              </a:rPr>
              <a:t>MLC – 28%</a:t>
            </a:r>
          </a:p>
        </p:txBody>
      </p:sp>
      <p:sp>
        <p:nvSpPr>
          <p:cNvPr id="58" name="TextBox 57">
            <a:extLst>
              <a:ext uri="{FF2B5EF4-FFF2-40B4-BE49-F238E27FC236}">
                <a16:creationId xmlns:a16="http://schemas.microsoft.com/office/drawing/2014/main" id="{7F7C1BF5-7838-7BE3-3776-5B03C376EC69}"/>
              </a:ext>
            </a:extLst>
          </p:cNvPr>
          <p:cNvSpPr txBox="1"/>
          <p:nvPr/>
        </p:nvSpPr>
        <p:spPr>
          <a:xfrm>
            <a:off x="10260687" y="4169873"/>
            <a:ext cx="2632131" cy="369332"/>
          </a:xfrm>
          <a:prstGeom prst="rect">
            <a:avLst/>
          </a:prstGeom>
          <a:noFill/>
        </p:spPr>
        <p:txBody>
          <a:bodyPr wrap="none" lIns="0" tIns="0" rIns="0" bIns="0" rtlCol="0">
            <a:spAutoFit/>
          </a:bodyPr>
          <a:lstStyle/>
          <a:p>
            <a:pPr marL="0" marR="0" lvl="0" indent="0" algn="ctr" defTabSz="1829379" rtl="0" eaLnBrk="1" fontAlgn="auto" latinLnBrk="0" hangingPunct="1">
              <a:lnSpc>
                <a:spcPct val="100000"/>
              </a:lnSpc>
              <a:spcBef>
                <a:spcPts val="110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IBM Plex Sans Medm" panose="020B0503050203000203" pitchFamily="34" charset="0"/>
                <a:ea typeface="IBM Plex Sans" charset="0"/>
                <a:cs typeface="IBM Plex Sans" charset="0"/>
              </a:rPr>
              <a:t>S&amp;S – 34% (839M)</a:t>
            </a:r>
          </a:p>
        </p:txBody>
      </p:sp>
      <p:graphicFrame>
        <p:nvGraphicFramePr>
          <p:cNvPr id="59" name="Chart 58">
            <a:extLst>
              <a:ext uri="{FF2B5EF4-FFF2-40B4-BE49-F238E27FC236}">
                <a16:creationId xmlns:a16="http://schemas.microsoft.com/office/drawing/2014/main" id="{766008AD-4CCE-3554-7DA1-92EC541EAC3F}"/>
              </a:ext>
            </a:extLst>
          </p:cNvPr>
          <p:cNvGraphicFramePr/>
          <p:nvPr/>
        </p:nvGraphicFramePr>
        <p:xfrm>
          <a:off x="593928" y="5378996"/>
          <a:ext cx="20635589" cy="1609372"/>
        </p:xfrm>
        <a:graphic>
          <a:graphicData uri="http://schemas.openxmlformats.org/drawingml/2006/chart">
            <c:chart xmlns:c="http://schemas.openxmlformats.org/drawingml/2006/chart" xmlns:r="http://schemas.openxmlformats.org/officeDocument/2006/relationships" r:id="rId3"/>
          </a:graphicData>
        </a:graphic>
      </p:graphicFrame>
      <p:cxnSp>
        <p:nvCxnSpPr>
          <p:cNvPr id="60" name="Straight Connector 59">
            <a:extLst>
              <a:ext uri="{FF2B5EF4-FFF2-40B4-BE49-F238E27FC236}">
                <a16:creationId xmlns:a16="http://schemas.microsoft.com/office/drawing/2014/main" id="{59BB147C-3948-4F3E-BF42-6B982CFF7494}"/>
              </a:ext>
            </a:extLst>
          </p:cNvPr>
          <p:cNvCxnSpPr>
            <a:cxnSpLocks/>
          </p:cNvCxnSpPr>
          <p:nvPr/>
        </p:nvCxnSpPr>
        <p:spPr bwMode="auto">
          <a:xfrm flipH="1">
            <a:off x="593928" y="5036398"/>
            <a:ext cx="6957440" cy="814339"/>
          </a:xfrm>
          <a:prstGeom prst="line">
            <a:avLst/>
          </a:prstGeom>
          <a:noFill/>
          <a:ln w="19050" cap="flat" cmpd="sng" algn="ctr">
            <a:solidFill>
              <a:srgbClr val="FFFFFF">
                <a:lumMod val="50000"/>
              </a:srgbClr>
            </a:solidFill>
            <a:prstDash val="solid"/>
            <a:headEnd type="none" w="med" len="med"/>
            <a:tailEnd type="none" w="med" len="med"/>
          </a:ln>
          <a:effectLst/>
        </p:spPr>
      </p:cxnSp>
      <p:cxnSp>
        <p:nvCxnSpPr>
          <p:cNvPr id="61" name="Straight Connector 60">
            <a:extLst>
              <a:ext uri="{FF2B5EF4-FFF2-40B4-BE49-F238E27FC236}">
                <a16:creationId xmlns:a16="http://schemas.microsoft.com/office/drawing/2014/main" id="{E9CBB3D1-99C7-2DBF-7D6D-BFD8E3204BB6}"/>
              </a:ext>
            </a:extLst>
          </p:cNvPr>
          <p:cNvCxnSpPr>
            <a:cxnSpLocks/>
          </p:cNvCxnSpPr>
          <p:nvPr/>
        </p:nvCxnSpPr>
        <p:spPr bwMode="auto">
          <a:xfrm>
            <a:off x="13970346" y="5034496"/>
            <a:ext cx="7259171" cy="801834"/>
          </a:xfrm>
          <a:prstGeom prst="line">
            <a:avLst/>
          </a:prstGeom>
          <a:noFill/>
          <a:ln w="19050" cap="flat" cmpd="sng" algn="ctr">
            <a:solidFill>
              <a:srgbClr val="FFFFFF">
                <a:lumMod val="50000"/>
              </a:srgbClr>
            </a:solidFill>
            <a:prstDash val="solid"/>
            <a:headEnd type="none" w="med" len="med"/>
            <a:tailEnd type="none" w="med" len="med"/>
          </a:ln>
          <a:effectLst/>
        </p:spPr>
      </p:cxnSp>
      <p:sp>
        <p:nvSpPr>
          <p:cNvPr id="62" name="TextBox 61">
            <a:extLst>
              <a:ext uri="{FF2B5EF4-FFF2-40B4-BE49-F238E27FC236}">
                <a16:creationId xmlns:a16="http://schemas.microsoft.com/office/drawing/2014/main" id="{2DD32636-034C-72C7-4CD2-E19563610D04}"/>
              </a:ext>
            </a:extLst>
          </p:cNvPr>
          <p:cNvSpPr txBox="1"/>
          <p:nvPr/>
        </p:nvSpPr>
        <p:spPr>
          <a:xfrm>
            <a:off x="14509086" y="5891311"/>
            <a:ext cx="2494273" cy="584775"/>
          </a:xfrm>
          <a:prstGeom prst="rect">
            <a:avLst/>
          </a:prstGeom>
          <a:noFill/>
        </p:spPr>
        <p:txBody>
          <a:bodyPr wrap="none" lIns="0" tIns="0" rIns="0" bIns="0" rtlCol="0">
            <a:spAutoFit/>
          </a:bodyPr>
          <a:lstStyle/>
          <a:p>
            <a:pPr marL="0" marR="0" lvl="0" indent="0" algn="ctr" defTabSz="1829379" rtl="0" eaLnBrk="1" fontAlgn="auto" latinLnBrk="0" hangingPunct="1">
              <a:lnSpc>
                <a:spcPct val="100000"/>
              </a:lnSpc>
              <a:spcBef>
                <a:spcPts val="110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IBM Plex Sans Medm" panose="020B0503050203000203" pitchFamily="34" charset="0"/>
                <a:ea typeface="IBM Plex Sans" charset="0"/>
                <a:cs typeface="IBM Plex Sans" charset="0"/>
              </a:rPr>
              <a:t>Business Automation</a:t>
            </a:r>
            <a:br>
              <a:rPr kumimoji="0" lang="en-US" sz="1800" b="0" i="0" u="none" strike="noStrike" kern="1200" cap="none" spc="0" normalizeH="0" baseline="0" noProof="0" dirty="0">
                <a:ln>
                  <a:noFill/>
                </a:ln>
                <a:solidFill>
                  <a:srgbClr val="FFFFFF"/>
                </a:solidFill>
                <a:effectLst/>
                <a:uLnTx/>
                <a:uFillTx/>
                <a:latin typeface="IBM Plex Sans Medm" panose="020B0503050203000203" pitchFamily="34" charset="0"/>
                <a:ea typeface="IBM Plex Sans" charset="0"/>
                <a:cs typeface="IBM Plex Sans" charset="0"/>
              </a:rPr>
            </a:br>
            <a:r>
              <a:rPr kumimoji="0" lang="en-US" sz="1800" b="0" i="0" u="none" strike="noStrike" kern="1200" cap="none" spc="0" normalizeH="0" baseline="0" noProof="0" dirty="0">
                <a:ln>
                  <a:noFill/>
                </a:ln>
                <a:solidFill>
                  <a:srgbClr val="FFFFFF"/>
                </a:solidFill>
                <a:effectLst/>
                <a:uLnTx/>
                <a:uFillTx/>
                <a:latin typeface="IBM Plex Sans Medm" panose="020B0503050203000203" pitchFamily="34" charset="0"/>
                <a:ea typeface="IBM Plex Sans" charset="0"/>
                <a:cs typeface="IBM Plex Sans" charset="0"/>
              </a:rPr>
              <a:t>15%</a:t>
            </a:r>
            <a:endParaRPr kumimoji="0" lang="en-US" sz="2000" b="0" i="0" u="none" strike="noStrike" kern="1200" cap="none" spc="0" normalizeH="0" baseline="0" noProof="0" dirty="0">
              <a:ln>
                <a:noFill/>
              </a:ln>
              <a:solidFill>
                <a:srgbClr val="FFFFFF"/>
              </a:solidFill>
              <a:effectLst/>
              <a:uLnTx/>
              <a:uFillTx/>
              <a:latin typeface="IBM Plex Sans Medm" panose="020B0503050203000203" pitchFamily="34" charset="0"/>
              <a:ea typeface="IBM Plex Sans" charset="0"/>
              <a:cs typeface="IBM Plex Sans" charset="0"/>
            </a:endParaRPr>
          </a:p>
        </p:txBody>
      </p:sp>
      <p:sp>
        <p:nvSpPr>
          <p:cNvPr id="63" name="TextBox 62">
            <a:extLst>
              <a:ext uri="{FF2B5EF4-FFF2-40B4-BE49-F238E27FC236}">
                <a16:creationId xmlns:a16="http://schemas.microsoft.com/office/drawing/2014/main" id="{3BE5F2DA-751D-5615-0AE5-6E69B9787E13}"/>
              </a:ext>
            </a:extLst>
          </p:cNvPr>
          <p:cNvSpPr txBox="1"/>
          <p:nvPr/>
        </p:nvSpPr>
        <p:spPr>
          <a:xfrm>
            <a:off x="10670253" y="5891310"/>
            <a:ext cx="1812996" cy="584775"/>
          </a:xfrm>
          <a:prstGeom prst="rect">
            <a:avLst/>
          </a:prstGeom>
          <a:noFill/>
        </p:spPr>
        <p:txBody>
          <a:bodyPr wrap="none" lIns="0" tIns="0" rIns="0" bIns="0" rtlCol="0">
            <a:spAutoFit/>
          </a:bodyPr>
          <a:lstStyle/>
          <a:p>
            <a:pPr marL="0" marR="0" lvl="0" indent="0" algn="ctr" defTabSz="1829379" rtl="0" eaLnBrk="1" fontAlgn="auto" latinLnBrk="0" hangingPunct="1">
              <a:lnSpc>
                <a:spcPct val="100000"/>
              </a:lnSpc>
              <a:spcBef>
                <a:spcPts val="110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IBM Plex Sans Medm" panose="020B0503050203000203" pitchFamily="34" charset="0"/>
                <a:ea typeface="IBM Plex Sans" charset="0"/>
                <a:cs typeface="IBM Plex Sans" charset="0"/>
              </a:rPr>
              <a:t>App Integration</a:t>
            </a:r>
            <a:br>
              <a:rPr kumimoji="0" lang="en-US" sz="1800" b="0" i="0" u="none" strike="noStrike" kern="1200" cap="none" spc="0" normalizeH="0" baseline="0" noProof="0" dirty="0">
                <a:ln>
                  <a:noFill/>
                </a:ln>
                <a:solidFill>
                  <a:srgbClr val="FFFFFF"/>
                </a:solidFill>
                <a:effectLst/>
                <a:uLnTx/>
                <a:uFillTx/>
                <a:latin typeface="IBM Plex Sans Medm" panose="020B0503050203000203" pitchFamily="34" charset="0"/>
                <a:ea typeface="IBM Plex Sans" charset="0"/>
                <a:cs typeface="IBM Plex Sans" charset="0"/>
              </a:rPr>
            </a:br>
            <a:r>
              <a:rPr kumimoji="0" lang="en-US" sz="1800" b="0" i="0" u="none" strike="noStrike" kern="1200" cap="none" spc="0" normalizeH="0" baseline="0" noProof="0" dirty="0">
                <a:ln>
                  <a:noFill/>
                </a:ln>
                <a:solidFill>
                  <a:srgbClr val="FFFFFF"/>
                </a:solidFill>
                <a:effectLst/>
                <a:uLnTx/>
                <a:uFillTx/>
                <a:latin typeface="IBM Plex Sans Medm" panose="020B0503050203000203" pitchFamily="34" charset="0"/>
                <a:ea typeface="IBM Plex Sans" charset="0"/>
                <a:cs typeface="IBM Plex Sans" charset="0"/>
              </a:rPr>
              <a:t>25%</a:t>
            </a:r>
            <a:endParaRPr kumimoji="0" lang="en-US" sz="2000" b="0" i="0" u="none" strike="noStrike" kern="1200" cap="none" spc="0" normalizeH="0" baseline="0" noProof="0" dirty="0">
              <a:ln>
                <a:noFill/>
              </a:ln>
              <a:solidFill>
                <a:srgbClr val="FFFFFF"/>
              </a:solidFill>
              <a:effectLst/>
              <a:uLnTx/>
              <a:uFillTx/>
              <a:latin typeface="IBM Plex Sans Medm" panose="020B0503050203000203" pitchFamily="34" charset="0"/>
              <a:ea typeface="IBM Plex Sans" charset="0"/>
              <a:cs typeface="IBM Plex Sans" charset="0"/>
            </a:endParaRPr>
          </a:p>
        </p:txBody>
      </p:sp>
      <p:sp>
        <p:nvSpPr>
          <p:cNvPr id="64" name="TextBox 63">
            <a:extLst>
              <a:ext uri="{FF2B5EF4-FFF2-40B4-BE49-F238E27FC236}">
                <a16:creationId xmlns:a16="http://schemas.microsoft.com/office/drawing/2014/main" id="{7F7A676B-1C62-50BB-63FF-F63628C31842}"/>
              </a:ext>
            </a:extLst>
          </p:cNvPr>
          <p:cNvSpPr txBox="1"/>
          <p:nvPr/>
        </p:nvSpPr>
        <p:spPr>
          <a:xfrm>
            <a:off x="3582272" y="5891310"/>
            <a:ext cx="2022990" cy="584775"/>
          </a:xfrm>
          <a:prstGeom prst="rect">
            <a:avLst/>
          </a:prstGeom>
          <a:noFill/>
        </p:spPr>
        <p:txBody>
          <a:bodyPr wrap="none" lIns="0" tIns="0" rIns="0" bIns="0" rtlCol="0">
            <a:spAutoFit/>
          </a:bodyPr>
          <a:lstStyle/>
          <a:p>
            <a:pPr marL="0" marR="0" lvl="0" indent="0" algn="ctr" defTabSz="1829379" rtl="0" eaLnBrk="1" fontAlgn="auto" latinLnBrk="0" hangingPunct="1">
              <a:lnSpc>
                <a:spcPct val="100000"/>
              </a:lnSpc>
              <a:spcBef>
                <a:spcPts val="110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IBM Plex Sans Medm" panose="020B0503050203000203" pitchFamily="34" charset="0"/>
                <a:ea typeface="IBM Plex Sans" charset="0"/>
                <a:cs typeface="IBM Plex Sans" charset="0"/>
              </a:rPr>
              <a:t>Data Architecture</a:t>
            </a:r>
            <a:br>
              <a:rPr kumimoji="0" lang="en-US" sz="1800" b="0" i="0" u="none" strike="noStrike" kern="1200" cap="none" spc="0" normalizeH="0" baseline="0" noProof="0" dirty="0">
                <a:ln>
                  <a:noFill/>
                </a:ln>
                <a:solidFill>
                  <a:srgbClr val="FFFFFF"/>
                </a:solidFill>
                <a:effectLst/>
                <a:uLnTx/>
                <a:uFillTx/>
                <a:latin typeface="IBM Plex Sans Medm" panose="020B0503050203000203" pitchFamily="34" charset="0"/>
                <a:ea typeface="IBM Plex Sans" charset="0"/>
                <a:cs typeface="IBM Plex Sans" charset="0"/>
              </a:rPr>
            </a:br>
            <a:r>
              <a:rPr kumimoji="0" lang="en-US" sz="1800" b="0" i="0" u="none" strike="noStrike" kern="1200" cap="none" spc="0" normalizeH="0" baseline="0" noProof="0" dirty="0">
                <a:ln>
                  <a:noFill/>
                </a:ln>
                <a:solidFill>
                  <a:srgbClr val="FFFFFF"/>
                </a:solidFill>
                <a:effectLst/>
                <a:uLnTx/>
                <a:uFillTx/>
                <a:latin typeface="IBM Plex Sans Medm" panose="020B0503050203000203" pitchFamily="34" charset="0"/>
                <a:ea typeface="IBM Plex Sans" charset="0"/>
                <a:cs typeface="IBM Plex Sans" charset="0"/>
              </a:rPr>
              <a:t>41%</a:t>
            </a:r>
            <a:endParaRPr kumimoji="0" lang="en-US" sz="2000" b="0" i="0" u="none" strike="noStrike" kern="1200" cap="none" spc="0" normalizeH="0" baseline="0" noProof="0" dirty="0">
              <a:ln>
                <a:noFill/>
              </a:ln>
              <a:solidFill>
                <a:srgbClr val="FFFFFF"/>
              </a:solidFill>
              <a:effectLst/>
              <a:uLnTx/>
              <a:uFillTx/>
              <a:latin typeface="IBM Plex Sans Medm" panose="020B0503050203000203" pitchFamily="34" charset="0"/>
              <a:ea typeface="IBM Plex Sans" charset="0"/>
              <a:cs typeface="IBM Plex Sans" charset="0"/>
            </a:endParaRPr>
          </a:p>
        </p:txBody>
      </p:sp>
      <p:sp>
        <p:nvSpPr>
          <p:cNvPr id="65" name="TextBox 64">
            <a:extLst>
              <a:ext uri="{FF2B5EF4-FFF2-40B4-BE49-F238E27FC236}">
                <a16:creationId xmlns:a16="http://schemas.microsoft.com/office/drawing/2014/main" id="{8C128C68-7880-128D-14FE-4AC22DB0CE93}"/>
              </a:ext>
            </a:extLst>
          </p:cNvPr>
          <p:cNvSpPr txBox="1"/>
          <p:nvPr/>
        </p:nvSpPr>
        <p:spPr>
          <a:xfrm>
            <a:off x="17722166" y="5891310"/>
            <a:ext cx="1862689" cy="584775"/>
          </a:xfrm>
          <a:prstGeom prst="rect">
            <a:avLst/>
          </a:prstGeom>
          <a:noFill/>
        </p:spPr>
        <p:txBody>
          <a:bodyPr wrap="none" lIns="0" tIns="0" rIns="0" bIns="0" rtlCol="0">
            <a:spAutoFit/>
          </a:bodyPr>
          <a:lstStyle/>
          <a:p>
            <a:pPr marL="0" marR="0" lvl="0" indent="0" algn="ctr" defTabSz="1829379" rtl="0" eaLnBrk="1" fontAlgn="auto" latinLnBrk="0" hangingPunct="1">
              <a:lnSpc>
                <a:spcPct val="100000"/>
              </a:lnSpc>
              <a:spcBef>
                <a:spcPts val="110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IBM Plex Sans Medm" panose="020B0503050203000203" pitchFamily="34" charset="0"/>
                <a:ea typeface="IBM Plex Sans" charset="0"/>
                <a:cs typeface="IBM Plex Sans" charset="0"/>
              </a:rPr>
              <a:t>App &amp; Runtimes</a:t>
            </a:r>
            <a:br>
              <a:rPr kumimoji="0" lang="en-US" sz="1800" b="0" i="0" u="none" strike="noStrike" kern="1200" cap="none" spc="0" normalizeH="0" baseline="0" noProof="0" dirty="0">
                <a:ln>
                  <a:noFill/>
                </a:ln>
                <a:solidFill>
                  <a:srgbClr val="FFFFFF"/>
                </a:solidFill>
                <a:effectLst/>
                <a:uLnTx/>
                <a:uFillTx/>
                <a:latin typeface="IBM Plex Sans Medm" panose="020B0503050203000203" pitchFamily="34" charset="0"/>
                <a:ea typeface="IBM Plex Sans" charset="0"/>
                <a:cs typeface="IBM Plex Sans" charset="0"/>
              </a:rPr>
            </a:br>
            <a:r>
              <a:rPr kumimoji="0" lang="en-US" sz="1800" b="0" i="0" u="none" strike="noStrike" kern="1200" cap="none" spc="0" normalizeH="0" baseline="0" noProof="0" dirty="0">
                <a:ln>
                  <a:noFill/>
                </a:ln>
                <a:solidFill>
                  <a:srgbClr val="FFFFFF"/>
                </a:solidFill>
                <a:effectLst/>
                <a:uLnTx/>
                <a:uFillTx/>
                <a:latin typeface="IBM Plex Sans Medm" panose="020B0503050203000203" pitchFamily="34" charset="0"/>
                <a:ea typeface="IBM Plex Sans" charset="0"/>
                <a:cs typeface="IBM Plex Sans" charset="0"/>
              </a:rPr>
              <a:t>13%</a:t>
            </a:r>
            <a:endParaRPr kumimoji="0" lang="en-US" sz="2000" b="0" i="0" u="none" strike="noStrike" kern="1200" cap="none" spc="0" normalizeH="0" baseline="0" noProof="0" dirty="0">
              <a:ln>
                <a:noFill/>
              </a:ln>
              <a:solidFill>
                <a:srgbClr val="FFFFFF"/>
              </a:solidFill>
              <a:effectLst/>
              <a:uLnTx/>
              <a:uFillTx/>
              <a:latin typeface="IBM Plex Sans Medm" panose="020B0503050203000203" pitchFamily="34" charset="0"/>
              <a:ea typeface="IBM Plex Sans" charset="0"/>
              <a:cs typeface="IBM Plex Sans" charset="0"/>
            </a:endParaRPr>
          </a:p>
        </p:txBody>
      </p:sp>
      <p:sp>
        <p:nvSpPr>
          <p:cNvPr id="66" name="TextBox 65">
            <a:extLst>
              <a:ext uri="{FF2B5EF4-FFF2-40B4-BE49-F238E27FC236}">
                <a16:creationId xmlns:a16="http://schemas.microsoft.com/office/drawing/2014/main" id="{F44F9083-6BA1-55D6-9597-BAB105B2C338}"/>
              </a:ext>
            </a:extLst>
          </p:cNvPr>
          <p:cNvSpPr txBox="1"/>
          <p:nvPr/>
        </p:nvSpPr>
        <p:spPr>
          <a:xfrm>
            <a:off x="20107479" y="5968729"/>
            <a:ext cx="1017906" cy="461665"/>
          </a:xfrm>
          <a:prstGeom prst="rect">
            <a:avLst/>
          </a:prstGeom>
          <a:noFill/>
        </p:spPr>
        <p:txBody>
          <a:bodyPr wrap="none" lIns="0" tIns="0" rIns="0" bIns="0" rtlCol="0">
            <a:spAutoFit/>
          </a:bodyPr>
          <a:lstStyle/>
          <a:p>
            <a:pPr marL="0" marR="0" lvl="0" indent="0" algn="ctr" defTabSz="1829379" rtl="0" eaLnBrk="1" fontAlgn="auto" latinLnBrk="0" hangingPunct="1">
              <a:lnSpc>
                <a:spcPct val="100000"/>
              </a:lnSpc>
              <a:spcBef>
                <a:spcPts val="110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IBM Plex Sans Medm" panose="020B0503050203000203" pitchFamily="34" charset="0"/>
                <a:ea typeface="IBM Plex Sans" charset="0"/>
                <a:cs typeface="IBM Plex Sans" charset="0"/>
              </a:rPr>
              <a:t>Other Core</a:t>
            </a:r>
            <a:br>
              <a:rPr kumimoji="0" lang="en-US" sz="1400" b="0" i="0" u="none" strike="noStrike" kern="1200" cap="none" spc="0" normalizeH="0" baseline="0" noProof="0" dirty="0">
                <a:ln>
                  <a:noFill/>
                </a:ln>
                <a:solidFill>
                  <a:srgbClr val="FFFFFF"/>
                </a:solidFill>
                <a:effectLst/>
                <a:uLnTx/>
                <a:uFillTx/>
                <a:latin typeface="IBM Plex Sans Medm" panose="020B0503050203000203" pitchFamily="34" charset="0"/>
                <a:ea typeface="IBM Plex Sans" charset="0"/>
                <a:cs typeface="IBM Plex Sans" charset="0"/>
              </a:rPr>
            </a:br>
            <a:r>
              <a:rPr kumimoji="0" lang="en-US" sz="1400" b="0" i="0" u="none" strike="noStrike" kern="1200" cap="none" spc="0" normalizeH="0" baseline="0" noProof="0" dirty="0">
                <a:ln>
                  <a:noFill/>
                </a:ln>
                <a:solidFill>
                  <a:srgbClr val="FFFFFF"/>
                </a:solidFill>
                <a:effectLst/>
                <a:uLnTx/>
                <a:uFillTx/>
                <a:latin typeface="IBM Plex Sans Medm" panose="020B0503050203000203" pitchFamily="34" charset="0"/>
                <a:ea typeface="IBM Plex Sans" charset="0"/>
                <a:cs typeface="IBM Plex Sans" charset="0"/>
              </a:rPr>
              <a:t>6%</a:t>
            </a:r>
            <a:endParaRPr kumimoji="0" lang="en-US" sz="1600" b="0" i="0" u="none" strike="noStrike" kern="1200" cap="none" spc="0" normalizeH="0" baseline="0" noProof="0" dirty="0">
              <a:ln>
                <a:noFill/>
              </a:ln>
              <a:solidFill>
                <a:srgbClr val="FFFFFF"/>
              </a:solidFill>
              <a:effectLst/>
              <a:uLnTx/>
              <a:uFillTx/>
              <a:latin typeface="IBM Plex Sans Medm" panose="020B0503050203000203" pitchFamily="34" charset="0"/>
              <a:ea typeface="IBM Plex Sans" charset="0"/>
              <a:cs typeface="IBM Plex Sans" charset="0"/>
            </a:endParaRPr>
          </a:p>
        </p:txBody>
      </p:sp>
      <p:sp>
        <p:nvSpPr>
          <p:cNvPr id="67" name="Rectangle 66">
            <a:extLst>
              <a:ext uri="{FF2B5EF4-FFF2-40B4-BE49-F238E27FC236}">
                <a16:creationId xmlns:a16="http://schemas.microsoft.com/office/drawing/2014/main" id="{3B469E2A-8A51-3257-0500-9442DA72B460}"/>
              </a:ext>
            </a:extLst>
          </p:cNvPr>
          <p:cNvSpPr/>
          <p:nvPr/>
        </p:nvSpPr>
        <p:spPr bwMode="auto">
          <a:xfrm>
            <a:off x="7571246" y="4627327"/>
            <a:ext cx="6399100" cy="407169"/>
          </a:xfrm>
          <a:prstGeom prst="rect">
            <a:avLst/>
          </a:prstGeom>
          <a:solidFill>
            <a:srgbClr val="002D9C"/>
          </a:solidFill>
          <a:ln w="19050" cap="flat" cmpd="sng" algn="ctr">
            <a:solidFill>
              <a:srgbClr val="002D9C"/>
            </a:solidFill>
            <a:prstDash val="solid"/>
            <a:headEnd type="none" w="med" len="med"/>
            <a:tailEnd type="none" w="med" len="med"/>
          </a:ln>
          <a:effectLst/>
        </p:spPr>
        <p:txBody>
          <a:bodyPr vert="horz" wrap="square" lIns="91440" tIns="91440" rIns="91440" bIns="9144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 typeface="System Font Regular"/>
              <a:buNone/>
              <a:tabLst/>
              <a:defRPr/>
            </a:pPr>
            <a:r>
              <a:rPr kumimoji="0" lang="en-US" sz="1800" b="0" i="0" u="none" strike="noStrike" kern="0" cap="none" spc="0" normalizeH="0" baseline="0" noProof="0">
                <a:ln>
                  <a:noFill/>
                </a:ln>
                <a:solidFill>
                  <a:srgbClr val="FFFFFF"/>
                </a:solidFill>
                <a:effectLst/>
                <a:uLnTx/>
                <a:uFillTx/>
                <a:latin typeface="IBM Plex Sans Medm" panose="020B0503050203000203" pitchFamily="34" charset="0"/>
                <a:ea typeface="+mn-ea"/>
                <a:cs typeface="+mn-cs"/>
              </a:rPr>
              <a:t>~89</a:t>
            </a:r>
            <a:r>
              <a:rPr kumimoji="0" lang="en-US" sz="1800" b="0" i="0" u="none" strike="noStrike" kern="0" cap="none" spc="0" normalizeH="0" baseline="0" noProof="0" dirty="0">
                <a:ln>
                  <a:noFill/>
                </a:ln>
                <a:solidFill>
                  <a:srgbClr val="FFFFFF"/>
                </a:solidFill>
                <a:effectLst/>
                <a:uLnTx/>
                <a:uFillTx/>
                <a:latin typeface="IBM Plex Sans Medm" panose="020B0503050203000203" pitchFamily="34" charset="0"/>
                <a:ea typeface="+mn-ea"/>
                <a:cs typeface="+mn-cs"/>
              </a:rPr>
              <a:t>% from Core Products</a:t>
            </a:r>
          </a:p>
        </p:txBody>
      </p:sp>
      <p:sp>
        <p:nvSpPr>
          <p:cNvPr id="68" name="TextBox 67">
            <a:extLst>
              <a:ext uri="{FF2B5EF4-FFF2-40B4-BE49-F238E27FC236}">
                <a16:creationId xmlns:a16="http://schemas.microsoft.com/office/drawing/2014/main" id="{B3E423B1-9AAD-774E-3484-2F16F91C0524}"/>
              </a:ext>
            </a:extLst>
          </p:cNvPr>
          <p:cNvSpPr txBox="1"/>
          <p:nvPr/>
        </p:nvSpPr>
        <p:spPr>
          <a:xfrm>
            <a:off x="693955" y="6505715"/>
            <a:ext cx="3584745" cy="1292662"/>
          </a:xfrm>
          <a:prstGeom prst="rect">
            <a:avLst/>
          </a:prstGeom>
          <a:noFill/>
        </p:spPr>
        <p:txBody>
          <a:bodyPr wrap="square" lIns="91440" tIns="91440" rIns="91440" bIns="91440" numCol="1" rtlCol="0">
            <a:spAutoFit/>
          </a:bodyPr>
          <a:lstStyle/>
          <a:p>
            <a:pPr marL="285750" marR="0" lvl="0" indent="-285750" algn="l" defTabSz="182937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IBM Plex Sans Light"/>
                <a:ea typeface="IBM Plex Sans" charset="0"/>
                <a:cs typeface="IBM Plex Sans" charset="0"/>
              </a:rPr>
              <a:t>DB2, Informix , Netezza</a:t>
            </a:r>
          </a:p>
          <a:p>
            <a:pPr marL="285750" marR="0" lvl="0" indent="-285750" algn="l" defTabSz="182937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IBM Plex Sans Light"/>
                <a:ea typeface="IBM Plex Sans" charset="0"/>
                <a:cs typeface="IBM Plex Sans" charset="0"/>
              </a:rPr>
              <a:t>Replication, DataStage</a:t>
            </a:r>
          </a:p>
          <a:p>
            <a:pPr marL="285750" marR="0" lvl="0" indent="-285750" algn="l" defTabSz="182937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IBM Plex Sans Light"/>
                <a:ea typeface="IBM Plex Sans" charset="0"/>
                <a:cs typeface="IBM Plex Sans" charset="0"/>
              </a:rPr>
              <a:t>Cognos, Planning Analytics</a:t>
            </a:r>
          </a:p>
          <a:p>
            <a:pPr marL="285750" marR="0" lvl="0" indent="-285750" algn="l" defTabSz="182937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IBM Plex Sans Light"/>
                <a:ea typeface="IBM Plex Sans" charset="0"/>
                <a:cs typeface="IBM Plex Sans" charset="0"/>
              </a:rPr>
              <a:t>….</a:t>
            </a:r>
          </a:p>
        </p:txBody>
      </p:sp>
      <p:sp>
        <p:nvSpPr>
          <p:cNvPr id="69" name="TextBox 68">
            <a:extLst>
              <a:ext uri="{FF2B5EF4-FFF2-40B4-BE49-F238E27FC236}">
                <a16:creationId xmlns:a16="http://schemas.microsoft.com/office/drawing/2014/main" id="{83E74B70-EB4D-A441-A677-3C0DB3D11C42}"/>
              </a:ext>
            </a:extLst>
          </p:cNvPr>
          <p:cNvSpPr txBox="1"/>
          <p:nvPr/>
        </p:nvSpPr>
        <p:spPr>
          <a:xfrm>
            <a:off x="9119349" y="6505715"/>
            <a:ext cx="3584745" cy="1569660"/>
          </a:xfrm>
          <a:prstGeom prst="rect">
            <a:avLst/>
          </a:prstGeom>
          <a:noFill/>
        </p:spPr>
        <p:txBody>
          <a:bodyPr wrap="square" lIns="91440" tIns="91440" rIns="91440" bIns="91440" numCol="1" rtlCol="0">
            <a:spAutoFit/>
          </a:bodyPr>
          <a:lstStyle/>
          <a:p>
            <a:pPr marL="285750" marR="0" lvl="0" indent="-285750" algn="l" defTabSz="182937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err="1">
                <a:ln>
                  <a:noFill/>
                </a:ln>
                <a:solidFill>
                  <a:srgbClr val="000000"/>
                </a:solidFill>
                <a:effectLst/>
                <a:uLnTx/>
                <a:uFillTx/>
                <a:latin typeface="IBM Plex Sans Light"/>
                <a:ea typeface="IBM Plex Sans" charset="0"/>
                <a:cs typeface="IBM Plex Sans" charset="0"/>
              </a:rPr>
              <a:t>Datapower</a:t>
            </a:r>
            <a:r>
              <a:rPr kumimoji="0" lang="en-US" sz="1800" b="0" i="0" u="none" strike="noStrike" kern="1200" cap="none" spc="0" normalizeH="0" baseline="0" noProof="0" dirty="0">
                <a:ln>
                  <a:noFill/>
                </a:ln>
                <a:solidFill>
                  <a:srgbClr val="000000"/>
                </a:solidFill>
                <a:effectLst/>
                <a:uLnTx/>
                <a:uFillTx/>
                <a:latin typeface="IBM Plex Sans Light"/>
                <a:ea typeface="IBM Plex Sans" charset="0"/>
                <a:cs typeface="IBM Plex Sans" charset="0"/>
              </a:rPr>
              <a:t>, </a:t>
            </a:r>
            <a:r>
              <a:rPr kumimoji="0" lang="en-US" sz="1800" b="0" i="0" u="none" strike="noStrike" kern="1200" cap="none" spc="0" normalizeH="0" baseline="0" noProof="0" dirty="0" err="1">
                <a:ln>
                  <a:noFill/>
                </a:ln>
                <a:solidFill>
                  <a:srgbClr val="000000"/>
                </a:solidFill>
                <a:effectLst/>
                <a:uLnTx/>
                <a:uFillTx/>
                <a:latin typeface="IBM Plex Sans Light"/>
                <a:ea typeface="IBM Plex Sans" charset="0"/>
                <a:cs typeface="IBM Plex Sans" charset="0"/>
              </a:rPr>
              <a:t>AppConnect</a:t>
            </a:r>
            <a:r>
              <a:rPr kumimoji="0" lang="en-US" sz="1800" b="0" i="0" u="none" strike="noStrike" kern="1200" cap="none" spc="0" normalizeH="0" baseline="0" noProof="0" dirty="0">
                <a:ln>
                  <a:noFill/>
                </a:ln>
                <a:solidFill>
                  <a:srgbClr val="000000"/>
                </a:solidFill>
                <a:effectLst/>
                <a:uLnTx/>
                <a:uFillTx/>
                <a:latin typeface="IBM Plex Sans Light"/>
                <a:ea typeface="IBM Plex Sans" charset="0"/>
                <a:cs typeface="IBM Plex Sans" charset="0"/>
              </a:rPr>
              <a:t>, MQ</a:t>
            </a:r>
          </a:p>
          <a:p>
            <a:pPr marL="285750" marR="0" lvl="0" indent="-285750" algn="l" defTabSz="182937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IBM Plex Sans Light"/>
                <a:ea typeface="IBM Plex Sans" charset="0"/>
                <a:cs typeface="IBM Plex Sans" charset="0"/>
              </a:rPr>
              <a:t>Sterling, FTM</a:t>
            </a:r>
          </a:p>
          <a:p>
            <a:pPr marL="285750" marR="0" lvl="0" indent="-285750" algn="l" defTabSz="182937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IBM Plex Sans Light"/>
                <a:ea typeface="IBM Plex Sans" charset="0"/>
                <a:cs typeface="IBM Plex Sans" charset="0"/>
              </a:rPr>
              <a:t>Aspera, CP4I</a:t>
            </a:r>
          </a:p>
          <a:p>
            <a:pPr marL="285750" marR="0" lvl="0" indent="-285750" algn="l" defTabSz="182937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IBM Plex Sans Light"/>
                <a:ea typeface="IBM Plex Sans" charset="0"/>
                <a:cs typeface="IBM Plex Sans" charset="0"/>
              </a:rPr>
              <a:t>….</a:t>
            </a:r>
          </a:p>
          <a:p>
            <a:pPr marL="285750" marR="0" lvl="0" indent="-285750" algn="l" defTabSz="1829379"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IBM Plex Sans Light"/>
              <a:ea typeface="IBM Plex Sans" charset="0"/>
              <a:cs typeface="IBM Plex Sans" charset="0"/>
            </a:endParaRPr>
          </a:p>
        </p:txBody>
      </p:sp>
      <p:sp>
        <p:nvSpPr>
          <p:cNvPr id="70" name="TextBox 69">
            <a:extLst>
              <a:ext uri="{FF2B5EF4-FFF2-40B4-BE49-F238E27FC236}">
                <a16:creationId xmlns:a16="http://schemas.microsoft.com/office/drawing/2014/main" id="{1814FB5A-0D80-90BC-C8B3-6D2BF751939B}"/>
              </a:ext>
            </a:extLst>
          </p:cNvPr>
          <p:cNvSpPr txBox="1"/>
          <p:nvPr/>
        </p:nvSpPr>
        <p:spPr>
          <a:xfrm>
            <a:off x="14204180" y="6505715"/>
            <a:ext cx="3065902" cy="1569660"/>
          </a:xfrm>
          <a:prstGeom prst="rect">
            <a:avLst/>
          </a:prstGeom>
          <a:noFill/>
        </p:spPr>
        <p:txBody>
          <a:bodyPr wrap="square" lIns="91440" tIns="91440" rIns="91440" bIns="91440" numCol="1" rtlCol="0">
            <a:spAutoFit/>
          </a:bodyPr>
          <a:lstStyle/>
          <a:p>
            <a:pPr marL="285750" marR="0" lvl="0" indent="-285750" algn="l" defTabSz="182937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IBM Plex Sans Light"/>
                <a:ea typeface="IBM Plex Sans" charset="0"/>
                <a:cs typeface="IBM Plex Sans" charset="0"/>
              </a:rPr>
              <a:t>BAW, ODM</a:t>
            </a:r>
          </a:p>
          <a:p>
            <a:pPr marL="285750" marR="0" lvl="0" indent="-285750" algn="l" defTabSz="182937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IBM Plex Sans Light"/>
                <a:ea typeface="IBM Plex Sans" charset="0"/>
                <a:cs typeface="IBM Plex Sans" charset="0"/>
              </a:rPr>
              <a:t>Filenet, CMOD, CM8</a:t>
            </a:r>
          </a:p>
          <a:p>
            <a:pPr marL="285750" marR="0" lvl="0" indent="-285750" algn="l" defTabSz="182937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IBM Plex Sans Light"/>
                <a:ea typeface="IBM Plex Sans" charset="0"/>
                <a:cs typeface="IBM Plex Sans" charset="0"/>
              </a:rPr>
              <a:t>CP4Auto</a:t>
            </a:r>
          </a:p>
          <a:p>
            <a:pPr marL="285750" marR="0" lvl="0" indent="-285750" algn="l" defTabSz="182937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IBM Plex Sans Light"/>
                <a:ea typeface="IBM Plex Sans" charset="0"/>
                <a:cs typeface="IBM Plex Sans" charset="0"/>
              </a:rPr>
              <a:t>….</a:t>
            </a:r>
          </a:p>
          <a:p>
            <a:pPr marL="285750" marR="0" lvl="0" indent="-285750" algn="l" defTabSz="1829379"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IBM Plex Sans Light"/>
              <a:ea typeface="IBM Plex Sans" charset="0"/>
              <a:cs typeface="IBM Plex Sans" charset="0"/>
            </a:endParaRPr>
          </a:p>
        </p:txBody>
      </p:sp>
      <p:sp>
        <p:nvSpPr>
          <p:cNvPr id="71" name="TextBox 70">
            <a:extLst>
              <a:ext uri="{FF2B5EF4-FFF2-40B4-BE49-F238E27FC236}">
                <a16:creationId xmlns:a16="http://schemas.microsoft.com/office/drawing/2014/main" id="{86496E54-BE0A-FD32-D0A1-95A0DD13C569}"/>
              </a:ext>
            </a:extLst>
          </p:cNvPr>
          <p:cNvSpPr txBox="1"/>
          <p:nvPr/>
        </p:nvSpPr>
        <p:spPr>
          <a:xfrm>
            <a:off x="17291347" y="6505715"/>
            <a:ext cx="2708693" cy="1292662"/>
          </a:xfrm>
          <a:prstGeom prst="rect">
            <a:avLst/>
          </a:prstGeom>
          <a:noFill/>
        </p:spPr>
        <p:txBody>
          <a:bodyPr wrap="square" lIns="91440" tIns="91440" rIns="91440" bIns="91440" numCol="1" rtlCol="0">
            <a:spAutoFit/>
          </a:bodyPr>
          <a:lstStyle/>
          <a:p>
            <a:pPr marL="285750" marR="0" lvl="0" indent="-285750" algn="l" defTabSz="182937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IBM Plex Sans Light"/>
                <a:ea typeface="IBM Plex Sans" charset="0"/>
                <a:cs typeface="IBM Plex Sans" charset="0"/>
              </a:rPr>
              <a:t>WAS/WASND</a:t>
            </a:r>
          </a:p>
          <a:p>
            <a:pPr marL="285750" marR="0" lvl="0" indent="-285750" algn="l" defTabSz="182937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IBM Plex Sans Light"/>
                <a:ea typeface="IBM Plex Sans" charset="0"/>
                <a:cs typeface="IBM Plex Sans" charset="0"/>
              </a:rPr>
              <a:t>JSphere suite</a:t>
            </a:r>
          </a:p>
          <a:p>
            <a:pPr marL="285750" marR="0" lvl="0" indent="-285750" algn="l" defTabSz="182937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IBM Plex Sans Light"/>
                <a:ea typeface="IBM Plex Sans" charset="0"/>
                <a:cs typeface="IBM Plex Sans" charset="0"/>
              </a:rPr>
              <a:t>CP4App</a:t>
            </a:r>
          </a:p>
          <a:p>
            <a:pPr marL="285750" marR="0" lvl="0" indent="-285750" algn="l" defTabSz="182937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IBM Plex Sans Light"/>
                <a:ea typeface="IBM Plex Sans" charset="0"/>
                <a:cs typeface="IBM Plex Sans" charset="0"/>
              </a:rPr>
              <a:t>….</a:t>
            </a:r>
          </a:p>
        </p:txBody>
      </p:sp>
      <p:sp>
        <p:nvSpPr>
          <p:cNvPr id="81" name="Rectangle 80">
            <a:extLst>
              <a:ext uri="{FF2B5EF4-FFF2-40B4-BE49-F238E27FC236}">
                <a16:creationId xmlns:a16="http://schemas.microsoft.com/office/drawing/2014/main" id="{BDBBADF7-9B16-7BB8-365A-937FDE4DFB09}"/>
              </a:ext>
            </a:extLst>
          </p:cNvPr>
          <p:cNvSpPr/>
          <p:nvPr/>
        </p:nvSpPr>
        <p:spPr bwMode="auto">
          <a:xfrm>
            <a:off x="576072" y="8164599"/>
            <a:ext cx="11401718" cy="4480131"/>
          </a:xfrm>
          <a:prstGeom prst="rect">
            <a:avLst/>
          </a:prstGeom>
          <a:solidFill>
            <a:srgbClr val="FFFFFF">
              <a:lumMod val="95000"/>
            </a:srgbClr>
          </a:solidFill>
          <a:ln w="19050" cap="flat" cmpd="sng" algn="ctr">
            <a:noFill/>
            <a:prstDash val="solid"/>
            <a:headEnd type="none" w="med" len="med"/>
            <a:tailEnd type="none" w="med" len="med"/>
          </a:ln>
          <a:effectLst/>
        </p:spPr>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System Font Regular"/>
              <a:buNone/>
              <a:tabLst/>
              <a:defRPr/>
            </a:pPr>
            <a:endParaRPr kumimoji="0" lang="en-US" sz="1400" b="0" i="0" u="none" strike="noStrike" kern="0" cap="none" spc="0" normalizeH="0" baseline="0" noProof="0" dirty="0">
              <a:ln>
                <a:noFill/>
              </a:ln>
              <a:solidFill>
                <a:srgbClr val="FFFFFF"/>
              </a:solidFill>
              <a:effectLst/>
              <a:uLnTx/>
              <a:uFillTx/>
              <a:latin typeface="IBM Plex Sans Light"/>
              <a:ea typeface="+mn-ea"/>
              <a:cs typeface="+mn-cs"/>
            </a:endParaRPr>
          </a:p>
        </p:txBody>
      </p:sp>
      <p:sp>
        <p:nvSpPr>
          <p:cNvPr id="82" name="Rectangle 187">
            <a:extLst>
              <a:ext uri="{FF2B5EF4-FFF2-40B4-BE49-F238E27FC236}">
                <a16:creationId xmlns:a16="http://schemas.microsoft.com/office/drawing/2014/main" id="{A6CF6EF3-42B1-ADC0-2A65-35B1114ED021}"/>
              </a:ext>
            </a:extLst>
          </p:cNvPr>
          <p:cNvSpPr/>
          <p:nvPr/>
        </p:nvSpPr>
        <p:spPr>
          <a:xfrm>
            <a:off x="761106" y="8424914"/>
            <a:ext cx="10969627" cy="577332"/>
          </a:xfrm>
          <a:prstGeom prst="rect">
            <a:avLst/>
          </a:prstGeom>
          <a:noFill/>
          <a:ln cap="flat">
            <a:noFill/>
            <a:prstDash val="solid"/>
          </a:ln>
        </p:spPr>
        <p:txBody>
          <a:bodyPr vert="horz" wrap="square" lIns="91440" tIns="91440" rIns="91440" bIns="91440"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2400" b="0" i="0" u="none" strike="noStrike" kern="0" cap="none" spc="0" normalizeH="0" baseline="0" noProof="0" dirty="0">
                <a:ln>
                  <a:noFill/>
                </a:ln>
                <a:solidFill>
                  <a:srgbClr val="000000"/>
                </a:solidFill>
                <a:effectLst/>
                <a:uLnTx/>
                <a:uFillTx/>
                <a:latin typeface="IBM Plex Sans Medm" pitchFamily="34"/>
                <a:ea typeface="+mn-ea"/>
                <a:cs typeface="+mn-cs"/>
              </a:rPr>
              <a:t>Current Situation</a:t>
            </a:r>
            <a:endParaRPr kumimoji="0" lang="en-US" sz="2400" b="0" i="0" u="none" strike="noStrike" kern="0" cap="none" spc="0" normalizeH="0" baseline="0" noProof="0" dirty="0">
              <a:ln>
                <a:noFill/>
              </a:ln>
              <a:solidFill>
                <a:srgbClr val="000000"/>
              </a:solidFill>
              <a:effectLst/>
              <a:uLnTx/>
              <a:uFillTx/>
              <a:latin typeface="IBM Plex Sans Light"/>
              <a:ea typeface="+mn-ea"/>
              <a:cs typeface="+mn-cs"/>
            </a:endParaRPr>
          </a:p>
        </p:txBody>
      </p:sp>
      <p:sp>
        <p:nvSpPr>
          <p:cNvPr id="83" name="Rectangle 82">
            <a:extLst>
              <a:ext uri="{FF2B5EF4-FFF2-40B4-BE49-F238E27FC236}">
                <a16:creationId xmlns:a16="http://schemas.microsoft.com/office/drawing/2014/main" id="{B60F0A52-8EEC-7436-5738-2BA99C5DBF53}"/>
              </a:ext>
            </a:extLst>
          </p:cNvPr>
          <p:cNvSpPr/>
          <p:nvPr/>
        </p:nvSpPr>
        <p:spPr bwMode="auto">
          <a:xfrm>
            <a:off x="12352025" y="8164598"/>
            <a:ext cx="11459078" cy="4480131"/>
          </a:xfrm>
          <a:prstGeom prst="rect">
            <a:avLst/>
          </a:prstGeom>
          <a:solidFill>
            <a:srgbClr val="FFFFFF">
              <a:lumMod val="95000"/>
            </a:srgbClr>
          </a:solidFill>
          <a:ln w="19050" cap="flat" cmpd="sng" algn="ctr">
            <a:noFill/>
            <a:prstDash val="solid"/>
            <a:headEnd type="none" w="med" len="med"/>
            <a:tailEnd type="none" w="med" len="med"/>
          </a:ln>
          <a:effectLst/>
        </p:spPr>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System Font Regular"/>
              <a:buNone/>
              <a:tabLst/>
              <a:defRPr/>
            </a:pPr>
            <a:endParaRPr kumimoji="0" lang="en-US" sz="1400" b="0" i="0" u="none" strike="noStrike" kern="0" cap="none" spc="0" normalizeH="0" baseline="0" noProof="0" dirty="0">
              <a:ln>
                <a:noFill/>
              </a:ln>
              <a:solidFill>
                <a:srgbClr val="FFFFFF"/>
              </a:solidFill>
              <a:effectLst/>
              <a:uLnTx/>
              <a:uFillTx/>
              <a:latin typeface="IBM Plex Sans Light"/>
              <a:ea typeface="+mn-ea"/>
              <a:cs typeface="+mn-cs"/>
            </a:endParaRPr>
          </a:p>
        </p:txBody>
      </p:sp>
      <p:sp>
        <p:nvSpPr>
          <p:cNvPr id="84" name="Rectangle 187">
            <a:extLst>
              <a:ext uri="{FF2B5EF4-FFF2-40B4-BE49-F238E27FC236}">
                <a16:creationId xmlns:a16="http://schemas.microsoft.com/office/drawing/2014/main" id="{EE0615A3-D146-E36A-26BA-6495DA7577A2}"/>
              </a:ext>
            </a:extLst>
          </p:cNvPr>
          <p:cNvSpPr/>
          <p:nvPr/>
        </p:nvSpPr>
        <p:spPr>
          <a:xfrm>
            <a:off x="12596750" y="8378162"/>
            <a:ext cx="10969627" cy="577332"/>
          </a:xfrm>
          <a:prstGeom prst="rect">
            <a:avLst/>
          </a:prstGeom>
          <a:noFill/>
          <a:ln cap="flat">
            <a:noFill/>
            <a:prstDash val="solid"/>
          </a:ln>
        </p:spPr>
        <p:txBody>
          <a:bodyPr vert="horz" wrap="square" lIns="91440" tIns="91440" rIns="91440" bIns="91440"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2400" b="0" i="0" u="none" strike="noStrike" kern="0" cap="none" spc="0" normalizeH="0" baseline="0" noProof="0" dirty="0">
                <a:ln>
                  <a:noFill/>
                </a:ln>
                <a:solidFill>
                  <a:srgbClr val="000000"/>
                </a:solidFill>
                <a:effectLst/>
                <a:uLnTx/>
                <a:uFillTx/>
                <a:latin typeface="IBM Plex Sans Medm" pitchFamily="34"/>
                <a:ea typeface="+mn-ea"/>
                <a:cs typeface="+mn-cs"/>
              </a:rPr>
              <a:t>Desired Outcome</a:t>
            </a:r>
            <a:endParaRPr kumimoji="0" lang="en-US" sz="2400" b="0" i="0" u="none" strike="noStrike" kern="0" cap="none" spc="0" normalizeH="0" baseline="0" noProof="0" dirty="0">
              <a:ln>
                <a:noFill/>
              </a:ln>
              <a:solidFill>
                <a:srgbClr val="000000"/>
              </a:solidFill>
              <a:effectLst/>
              <a:uLnTx/>
              <a:uFillTx/>
              <a:latin typeface="IBM Plex Sans Light"/>
              <a:ea typeface="+mn-ea"/>
              <a:cs typeface="+mn-cs"/>
            </a:endParaRPr>
          </a:p>
        </p:txBody>
      </p:sp>
      <p:sp>
        <p:nvSpPr>
          <p:cNvPr id="85" name="Right Triangle 84">
            <a:extLst>
              <a:ext uri="{FF2B5EF4-FFF2-40B4-BE49-F238E27FC236}">
                <a16:creationId xmlns:a16="http://schemas.microsoft.com/office/drawing/2014/main" id="{E1BDD39E-522A-38D0-FCA8-452B1BE00DE7}"/>
              </a:ext>
            </a:extLst>
          </p:cNvPr>
          <p:cNvSpPr/>
          <p:nvPr/>
        </p:nvSpPr>
        <p:spPr bwMode="auto">
          <a:xfrm rot="13500000">
            <a:off x="11326054" y="9606477"/>
            <a:ext cx="1133061" cy="1133061"/>
          </a:xfrm>
          <a:prstGeom prst="rtTriangle">
            <a:avLst/>
          </a:prstGeom>
          <a:solidFill>
            <a:srgbClr val="002D9C"/>
          </a:solidFill>
          <a:ln w="19050" cap="flat" cmpd="sng" algn="ctr">
            <a:solidFill>
              <a:srgbClr val="002D9C"/>
            </a:solidFill>
            <a:prstDash val="solid"/>
            <a:headEnd type="none" w="med" len="med"/>
            <a:tailEnd type="none" w="med" len="med"/>
          </a:ln>
          <a:effectLst/>
        </p:spPr>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System Font Regular"/>
              <a:buNone/>
              <a:tabLst/>
              <a:defRPr/>
            </a:pPr>
            <a:endParaRPr kumimoji="0" lang="en-US" sz="1400" b="0" i="0" u="none" strike="noStrike" kern="0" cap="none" spc="0" normalizeH="0" baseline="0" noProof="0" dirty="0">
              <a:ln>
                <a:noFill/>
              </a:ln>
              <a:solidFill>
                <a:srgbClr val="FFFFFF"/>
              </a:solidFill>
              <a:effectLst/>
              <a:uLnTx/>
              <a:uFillTx/>
              <a:latin typeface="IBM Plex Sans Light"/>
              <a:ea typeface="+mn-ea"/>
              <a:cs typeface="+mn-cs"/>
            </a:endParaRPr>
          </a:p>
        </p:txBody>
      </p:sp>
      <p:sp>
        <p:nvSpPr>
          <p:cNvPr id="86" name="TextBox 85">
            <a:extLst>
              <a:ext uri="{FF2B5EF4-FFF2-40B4-BE49-F238E27FC236}">
                <a16:creationId xmlns:a16="http://schemas.microsoft.com/office/drawing/2014/main" id="{9F3EADD2-7E99-6A64-C4ED-288E1E719C03}"/>
              </a:ext>
            </a:extLst>
          </p:cNvPr>
          <p:cNvSpPr txBox="1"/>
          <p:nvPr/>
        </p:nvSpPr>
        <p:spPr>
          <a:xfrm>
            <a:off x="1178079" y="9376431"/>
            <a:ext cx="8942467" cy="1415772"/>
          </a:xfrm>
          <a:prstGeom prst="rect">
            <a:avLst/>
          </a:prstGeom>
          <a:noFill/>
        </p:spPr>
        <p:txBody>
          <a:bodyPr wrap="square" lIns="91440" tIns="91440" rIns="91440" bIns="91440" rtlCol="0">
            <a:spAutoFit/>
          </a:bodyPr>
          <a:lstStyle/>
          <a:p>
            <a:pPr marL="0" marR="0" lvl="0" indent="0" algn="l" defTabSz="1829379" rtl="0" eaLnBrk="1" fontAlgn="auto" latinLnBrk="0" hangingPunct="1">
              <a:lnSpc>
                <a:spcPct val="100000"/>
              </a:lnSpc>
              <a:spcBef>
                <a:spcPts val="1100"/>
              </a:spcBef>
              <a:spcAft>
                <a:spcPts val="0"/>
              </a:spcAft>
              <a:buClrTx/>
              <a:buSzTx/>
              <a:buFontTx/>
              <a:buNone/>
              <a:tabLst/>
              <a:defRPr/>
            </a:pPr>
            <a:r>
              <a:rPr kumimoji="0" lang="en-US" sz="4000" b="0" i="1" u="none" strike="noStrike" kern="1200" cap="none" spc="0" normalizeH="0" baseline="0" noProof="0" dirty="0">
                <a:ln>
                  <a:noFill/>
                </a:ln>
                <a:solidFill>
                  <a:srgbClr val="000000"/>
                </a:solidFill>
                <a:effectLst/>
                <a:uLnTx/>
                <a:uFillTx/>
                <a:latin typeface="IBM Plex Sans Light"/>
                <a:ea typeface="IBM Plex Sans" charset="0"/>
                <a:cs typeface="IBM Plex Sans" charset="0"/>
              </a:rPr>
              <a:t>No dedicated focus to protect, support and grow the S&amp;S Core</a:t>
            </a:r>
          </a:p>
        </p:txBody>
      </p:sp>
      <p:sp>
        <p:nvSpPr>
          <p:cNvPr id="87" name="TextBox 86">
            <a:extLst>
              <a:ext uri="{FF2B5EF4-FFF2-40B4-BE49-F238E27FC236}">
                <a16:creationId xmlns:a16="http://schemas.microsoft.com/office/drawing/2014/main" id="{B4B4D8A6-287D-AC86-8443-3CD5843BE529}"/>
              </a:ext>
            </a:extLst>
          </p:cNvPr>
          <p:cNvSpPr txBox="1"/>
          <p:nvPr/>
        </p:nvSpPr>
        <p:spPr>
          <a:xfrm>
            <a:off x="1217436" y="11101089"/>
            <a:ext cx="10056965" cy="1169551"/>
          </a:xfrm>
          <a:prstGeom prst="rect">
            <a:avLst/>
          </a:prstGeom>
          <a:noFill/>
        </p:spPr>
        <p:txBody>
          <a:bodyPr wrap="square" lIns="91440" tIns="91440" rIns="91440" bIns="9144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srgbClr val="000000"/>
                </a:solidFill>
                <a:effectLst/>
                <a:uLnTx/>
                <a:uFillTx/>
                <a:latin typeface="IBM Plex Sans Light"/>
                <a:ea typeface="+mn-ea"/>
                <a:cs typeface="+mn-cs"/>
              </a:rPr>
              <a:t>The current operating model and IPL structure limit focus on modernizing and strengthening core products</a:t>
            </a:r>
          </a:p>
        </p:txBody>
      </p:sp>
      <p:sp>
        <p:nvSpPr>
          <p:cNvPr id="88" name="TextBox 87">
            <a:extLst>
              <a:ext uri="{FF2B5EF4-FFF2-40B4-BE49-F238E27FC236}">
                <a16:creationId xmlns:a16="http://schemas.microsoft.com/office/drawing/2014/main" id="{E1CAD043-DFCB-4DD1-BF39-F7CC30F99ECE}"/>
              </a:ext>
            </a:extLst>
          </p:cNvPr>
          <p:cNvSpPr txBox="1"/>
          <p:nvPr/>
        </p:nvSpPr>
        <p:spPr>
          <a:xfrm>
            <a:off x="13068015" y="9110982"/>
            <a:ext cx="9921577" cy="2031325"/>
          </a:xfrm>
          <a:prstGeom prst="rect">
            <a:avLst/>
          </a:prstGeom>
          <a:noFill/>
        </p:spPr>
        <p:txBody>
          <a:bodyPr wrap="square" lIns="91440" tIns="91440" rIns="91440" bIns="9144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1" u="none" strike="noStrike" kern="0" cap="none" spc="0" normalizeH="0" baseline="0" noProof="0" dirty="0">
                <a:ln>
                  <a:noFill/>
                </a:ln>
                <a:solidFill>
                  <a:srgbClr val="000000"/>
                </a:solidFill>
                <a:effectLst/>
                <a:uLnTx/>
                <a:uFillTx/>
                <a:latin typeface="IBM Plex Sans Light"/>
                <a:ea typeface="+mn-ea"/>
                <a:cs typeface="+mn-cs"/>
              </a:rPr>
              <a:t>Protect and Grow S&amp;S Revenue by modernizing Core Products, driving Transactional Growth and TEL revenue</a:t>
            </a:r>
            <a:endParaRPr kumimoji="0" lang="en-US" sz="4000" b="0" i="0" u="none" strike="noStrike" kern="0" cap="none" spc="0" normalizeH="0" baseline="0" noProof="0" dirty="0">
              <a:ln>
                <a:noFill/>
              </a:ln>
              <a:solidFill>
                <a:srgbClr val="000000"/>
              </a:solidFill>
              <a:effectLst/>
              <a:uLnTx/>
              <a:uFillTx/>
              <a:latin typeface="IBM Plex Sans Light"/>
              <a:ea typeface="+mn-ea"/>
              <a:cs typeface="+mn-cs"/>
            </a:endParaRPr>
          </a:p>
        </p:txBody>
      </p:sp>
      <p:sp>
        <p:nvSpPr>
          <p:cNvPr id="89" name="TextBox 88">
            <a:extLst>
              <a:ext uri="{FF2B5EF4-FFF2-40B4-BE49-F238E27FC236}">
                <a16:creationId xmlns:a16="http://schemas.microsoft.com/office/drawing/2014/main" id="{FCFC7121-38B3-AB54-D390-5F0ED66A3A8B}"/>
              </a:ext>
            </a:extLst>
          </p:cNvPr>
          <p:cNvSpPr txBox="1"/>
          <p:nvPr/>
        </p:nvSpPr>
        <p:spPr>
          <a:xfrm>
            <a:off x="13024401" y="11303218"/>
            <a:ext cx="10541976" cy="1169551"/>
          </a:xfrm>
          <a:prstGeom prst="rect">
            <a:avLst/>
          </a:prstGeom>
          <a:noFill/>
        </p:spPr>
        <p:txBody>
          <a:bodyPr wrap="square" lIns="91440" tIns="91440" rIns="91440" bIns="9144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srgbClr val="000000"/>
                </a:solidFill>
                <a:effectLst/>
                <a:uLnTx/>
                <a:uFillTx/>
                <a:latin typeface="IBM Plex Sans Light"/>
                <a:ea typeface="+mn-ea"/>
                <a:cs typeface="+mn-cs"/>
              </a:rPr>
              <a:t>Enable stronger client retention and revenue expansion through focus on core product and avoid erosion</a:t>
            </a:r>
          </a:p>
        </p:txBody>
      </p:sp>
      <p:sp>
        <p:nvSpPr>
          <p:cNvPr id="5" name="Footer Placeholder 2">
            <a:extLst>
              <a:ext uri="{FF2B5EF4-FFF2-40B4-BE49-F238E27FC236}">
                <a16:creationId xmlns:a16="http://schemas.microsoft.com/office/drawing/2014/main" id="{CF872EE1-E8E6-B7F6-C022-49553B1A6C1E}"/>
              </a:ext>
            </a:extLst>
          </p:cNvPr>
          <p:cNvSpPr>
            <a:spLocks noGrp="1"/>
          </p:cNvSpPr>
          <p:nvPr>
            <p:ph type="ftr" sz="quarter" idx="18"/>
          </p:nvPr>
        </p:nvSpPr>
        <p:spPr>
          <a:xfrm>
            <a:off x="576000" y="12816000"/>
            <a:ext cx="4956176" cy="381000"/>
          </a:xfrm>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IBM Plex Sans"/>
                <a:ea typeface="+mn-ea"/>
                <a:cs typeface="+mn-cs"/>
              </a:rPr>
              <a:t>US FSM / © 2026 IBM Corporation</a:t>
            </a:r>
          </a:p>
        </p:txBody>
      </p:sp>
    </p:spTree>
    <p:extLst>
      <p:ext uri="{BB962C8B-B14F-4D97-AF65-F5344CB8AC3E}">
        <p14:creationId xmlns:p14="http://schemas.microsoft.com/office/powerpoint/2010/main" val="2000942390"/>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1CA33-04B5-9509-63B6-538136F38EE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994B01D4-37F1-5E93-247E-B36C3AB49749}"/>
              </a:ext>
            </a:extLst>
          </p:cNvPr>
          <p:cNvSpPr/>
          <p:nvPr/>
        </p:nvSpPr>
        <p:spPr bwMode="auto">
          <a:xfrm>
            <a:off x="6096000" y="2989393"/>
            <a:ext cx="18289586" cy="178139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ctr" anchorCtr="0" compatLnSpc="1">
            <a:prstTxWarp prst="textNoShape">
              <a:avLst/>
            </a:prstTxWarp>
          </a:bodyPr>
          <a:lstStyle/>
          <a:p>
            <a:pPr algn="ctr" defTabSz="914378" fontAlgn="base">
              <a:spcBef>
                <a:spcPct val="0"/>
              </a:spcBef>
              <a:spcAft>
                <a:spcPct val="0"/>
              </a:spcAft>
            </a:pPr>
            <a:r>
              <a:rPr lang="en-US" sz="4400" b="1" kern="0" dirty="0">
                <a:solidFill>
                  <a:srgbClr val="0F62FE"/>
                </a:solidFill>
              </a:rPr>
              <a:t>Stable and supported client systems with risk reduction embedded in autonomous systems</a:t>
            </a:r>
          </a:p>
        </p:txBody>
      </p:sp>
      <p:sp>
        <p:nvSpPr>
          <p:cNvPr id="2" name="Title 1">
            <a:extLst>
              <a:ext uri="{FF2B5EF4-FFF2-40B4-BE49-F238E27FC236}">
                <a16:creationId xmlns:a16="http://schemas.microsoft.com/office/drawing/2014/main" id="{FF36FF5C-9A68-A048-1A01-545D4573D318}"/>
              </a:ext>
            </a:extLst>
          </p:cNvPr>
          <p:cNvSpPr>
            <a:spLocks noGrp="1"/>
          </p:cNvSpPr>
          <p:nvPr>
            <p:ph type="title"/>
          </p:nvPr>
        </p:nvSpPr>
        <p:spPr>
          <a:xfrm>
            <a:off x="577584" y="755596"/>
            <a:ext cx="21505274" cy="1952416"/>
          </a:xfrm>
        </p:spPr>
        <p:txBody>
          <a:bodyPr/>
          <a:lstStyle/>
          <a:p>
            <a:r>
              <a:rPr lang="en-US" sz="7198" b="1" dirty="0">
                <a:solidFill>
                  <a:srgbClr val="0043CE"/>
                </a:solidFill>
                <a:latin typeface="IBM Plex Sans Light" panose="020B0403050203000203" pitchFamily="34" charset="0"/>
                <a:ea typeface="+mn-ea"/>
                <a:cs typeface="+mn-cs"/>
              </a:rPr>
              <a:t>Modernization With Trust </a:t>
            </a:r>
            <a:r>
              <a:rPr lang="en-US" sz="7198" dirty="0">
                <a:solidFill>
                  <a:schemeClr val="tx1"/>
                </a:solidFill>
                <a:latin typeface="IBM Plex Sans Light" panose="020B0403050203000203" pitchFamily="34" charset="0"/>
                <a:ea typeface="+mn-ea"/>
                <a:cs typeface="+mn-cs"/>
              </a:rPr>
              <a:t>Blueprint</a:t>
            </a:r>
            <a:r>
              <a:rPr lang="en-US" sz="7198" b="1" dirty="0">
                <a:solidFill>
                  <a:srgbClr val="0043CE"/>
                </a:solidFill>
                <a:latin typeface="IBM Plex Sans Light" panose="020B0403050203000203" pitchFamily="34" charset="0"/>
                <a:ea typeface="+mn-ea"/>
                <a:cs typeface="+mn-cs"/>
              </a:rPr>
              <a:t> </a:t>
            </a:r>
            <a:br>
              <a:rPr lang="en-US" sz="7200" i="1" dirty="0"/>
            </a:br>
            <a:endParaRPr lang="en-US" sz="7198" dirty="0">
              <a:solidFill>
                <a:srgbClr val="000000"/>
              </a:solidFill>
              <a:latin typeface="IBM Plex Sans Light" panose="020B0403050203000203" pitchFamily="34" charset="0"/>
              <a:ea typeface="+mn-ea"/>
              <a:cs typeface="+mn-cs"/>
            </a:endParaRPr>
          </a:p>
        </p:txBody>
      </p:sp>
      <p:sp>
        <p:nvSpPr>
          <p:cNvPr id="11" name="Rectangle 10">
            <a:extLst>
              <a:ext uri="{FF2B5EF4-FFF2-40B4-BE49-F238E27FC236}">
                <a16:creationId xmlns:a16="http://schemas.microsoft.com/office/drawing/2014/main" id="{6A94D83F-FC76-B96E-6B5D-786059C44325}"/>
              </a:ext>
            </a:extLst>
          </p:cNvPr>
          <p:cNvSpPr/>
          <p:nvPr/>
        </p:nvSpPr>
        <p:spPr bwMode="auto">
          <a:xfrm>
            <a:off x="450274" y="12116565"/>
            <a:ext cx="23486630" cy="1406770"/>
          </a:xfrm>
          <a:prstGeom prst="rect">
            <a:avLst/>
          </a:prstGeom>
          <a:noFill/>
          <a:ln w="19050">
            <a:solidFill>
              <a:srgbClr val="10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ctr" anchorCtr="0" compatLnSpc="1">
            <a:prstTxWarp prst="textNoShape">
              <a:avLst/>
            </a:prstTxWarp>
          </a:bodyPr>
          <a:lstStyle/>
          <a:p>
            <a:pPr algn="ctr" defTabSz="1828800" fontAlgn="base">
              <a:spcBef>
                <a:spcPct val="0"/>
              </a:spcBef>
              <a:spcAft>
                <a:spcPct val="0"/>
              </a:spcAft>
            </a:pPr>
            <a:r>
              <a:rPr lang="en-US" sz="4000" b="1" dirty="0">
                <a:solidFill>
                  <a:srgbClr val="000000"/>
                </a:solidFill>
                <a:latin typeface="IBM Plex Sans Light"/>
              </a:rPr>
              <a:t>One successful pilot defined with success criteria, owners, and measurable outcomes </a:t>
            </a:r>
          </a:p>
        </p:txBody>
      </p:sp>
      <p:sp>
        <p:nvSpPr>
          <p:cNvPr id="3" name="Down Arrow 2">
            <a:extLst>
              <a:ext uri="{FF2B5EF4-FFF2-40B4-BE49-F238E27FC236}">
                <a16:creationId xmlns:a16="http://schemas.microsoft.com/office/drawing/2014/main" id="{E8C988AE-DF21-E49B-92F2-E642440147B0}"/>
              </a:ext>
            </a:extLst>
          </p:cNvPr>
          <p:cNvSpPr/>
          <p:nvPr/>
        </p:nvSpPr>
        <p:spPr bwMode="auto">
          <a:xfrm>
            <a:off x="11103341" y="10890435"/>
            <a:ext cx="2180492" cy="1406770"/>
          </a:xfrm>
          <a:prstGeom prst="downArrow">
            <a:avLst/>
          </a:prstGeom>
          <a:solidFill>
            <a:srgbClr val="1062FE"/>
          </a:solidFill>
          <a:ln w="19050">
            <a:solidFill>
              <a:srgbClr val="10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bodyPr>
          <a:lstStyle/>
          <a:p>
            <a:pPr defTabSz="1828800" fontAlgn="base">
              <a:spcBef>
                <a:spcPct val="0"/>
              </a:spcBef>
              <a:spcAft>
                <a:spcPct val="0"/>
              </a:spcAft>
            </a:pPr>
            <a:endParaRPr lang="en-US" sz="2800" dirty="0">
              <a:solidFill>
                <a:srgbClr val="FFFFFF"/>
              </a:solidFill>
              <a:latin typeface="IBM Plex Sans Light"/>
            </a:endParaRPr>
          </a:p>
        </p:txBody>
      </p:sp>
      <p:sp>
        <p:nvSpPr>
          <p:cNvPr id="4" name="Rectangle 3">
            <a:extLst>
              <a:ext uri="{FF2B5EF4-FFF2-40B4-BE49-F238E27FC236}">
                <a16:creationId xmlns:a16="http://schemas.microsoft.com/office/drawing/2014/main" id="{227107E5-F1D3-ABCB-2677-CF45E8E7CD06}"/>
              </a:ext>
            </a:extLst>
          </p:cNvPr>
          <p:cNvSpPr/>
          <p:nvPr/>
        </p:nvSpPr>
        <p:spPr bwMode="auto">
          <a:xfrm>
            <a:off x="577585" y="2989393"/>
            <a:ext cx="4946916" cy="1781390"/>
          </a:xfrm>
          <a:prstGeom prst="rect">
            <a:avLst/>
          </a:prstGeom>
          <a:solidFill>
            <a:schemeClr val="accent1"/>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ctr" anchorCtr="0" compatLnSpc="1">
            <a:prstTxWarp prst="textNoShape">
              <a:avLst/>
            </a:prstTxWarp>
          </a:bodyPr>
          <a:lstStyle/>
          <a:p>
            <a:pPr algn="ctr" defTabSz="914378" fontAlgn="base">
              <a:spcBef>
                <a:spcPct val="0"/>
              </a:spcBef>
              <a:spcAft>
                <a:spcPct val="0"/>
              </a:spcAft>
            </a:pPr>
            <a:r>
              <a:rPr lang="en-US" sz="4400" b="1" kern="0" dirty="0">
                <a:solidFill>
                  <a:schemeClr val="bg2"/>
                </a:solidFill>
              </a:rPr>
              <a:t>Desired outcome:</a:t>
            </a:r>
          </a:p>
        </p:txBody>
      </p:sp>
      <p:sp>
        <p:nvSpPr>
          <p:cNvPr id="6" name="Pentagon 5">
            <a:extLst>
              <a:ext uri="{FF2B5EF4-FFF2-40B4-BE49-F238E27FC236}">
                <a16:creationId xmlns:a16="http://schemas.microsoft.com/office/drawing/2014/main" id="{ADD4639B-6025-D075-B55E-AD140028F0A3}"/>
              </a:ext>
            </a:extLst>
          </p:cNvPr>
          <p:cNvSpPr/>
          <p:nvPr/>
        </p:nvSpPr>
        <p:spPr bwMode="auto">
          <a:xfrm>
            <a:off x="559209" y="5273070"/>
            <a:ext cx="6915017" cy="1351722"/>
          </a:xfrm>
          <a:prstGeom prst="homePlat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3200" b="1" i="0" u="none" strike="noStrike" cap="none" normalizeH="0" baseline="0" dirty="0">
                <a:ln>
                  <a:noFill/>
                </a:ln>
                <a:solidFill>
                  <a:schemeClr val="tx1"/>
                </a:solidFill>
                <a:effectLst/>
                <a:latin typeface="+mn-lt"/>
              </a:rPr>
              <a:t>Current client landscape</a:t>
            </a:r>
          </a:p>
        </p:txBody>
      </p:sp>
      <p:sp>
        <p:nvSpPr>
          <p:cNvPr id="8" name="Chevron 7">
            <a:extLst>
              <a:ext uri="{FF2B5EF4-FFF2-40B4-BE49-F238E27FC236}">
                <a16:creationId xmlns:a16="http://schemas.microsoft.com/office/drawing/2014/main" id="{54372018-7829-2097-0D49-A8F67AFE59CF}"/>
              </a:ext>
            </a:extLst>
          </p:cNvPr>
          <p:cNvSpPr/>
          <p:nvPr/>
        </p:nvSpPr>
        <p:spPr bwMode="auto">
          <a:xfrm>
            <a:off x="8781228" y="5273070"/>
            <a:ext cx="6915017" cy="1406751"/>
          </a:xfrm>
          <a:prstGeom prst="chevron">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3200" b="1" i="0" u="none" strike="noStrike" cap="none" normalizeH="0" baseline="0" dirty="0">
                <a:ln>
                  <a:noFill/>
                </a:ln>
                <a:solidFill>
                  <a:schemeClr val="tx1"/>
                </a:solidFill>
                <a:effectLst/>
                <a:latin typeface="+mn-lt"/>
              </a:rPr>
              <a:t>Modernization approach</a:t>
            </a:r>
          </a:p>
        </p:txBody>
      </p:sp>
      <p:sp>
        <p:nvSpPr>
          <p:cNvPr id="10" name="Chevron 9">
            <a:extLst>
              <a:ext uri="{FF2B5EF4-FFF2-40B4-BE49-F238E27FC236}">
                <a16:creationId xmlns:a16="http://schemas.microsoft.com/office/drawing/2014/main" id="{1B6013A8-F893-93B7-E667-4FA5DA37C716}"/>
              </a:ext>
            </a:extLst>
          </p:cNvPr>
          <p:cNvSpPr/>
          <p:nvPr/>
        </p:nvSpPr>
        <p:spPr bwMode="auto">
          <a:xfrm>
            <a:off x="17003247" y="5273070"/>
            <a:ext cx="6933657" cy="1406751"/>
          </a:xfrm>
          <a:prstGeom prst="chevron">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3200" b="1" i="0" u="none" strike="noStrike" cap="none" normalizeH="0" baseline="0" dirty="0">
                <a:ln>
                  <a:noFill/>
                </a:ln>
                <a:solidFill>
                  <a:schemeClr val="tx1"/>
                </a:solidFill>
                <a:effectLst/>
                <a:latin typeface="+mn-lt"/>
              </a:rPr>
              <a:t>Product capability unlock</a:t>
            </a:r>
          </a:p>
        </p:txBody>
      </p:sp>
      <p:sp>
        <p:nvSpPr>
          <p:cNvPr id="12" name="TextBox 11">
            <a:extLst>
              <a:ext uri="{FF2B5EF4-FFF2-40B4-BE49-F238E27FC236}">
                <a16:creationId xmlns:a16="http://schemas.microsoft.com/office/drawing/2014/main" id="{2EA91FBF-718E-AE03-4818-4BF583B89BEC}"/>
              </a:ext>
            </a:extLst>
          </p:cNvPr>
          <p:cNvSpPr txBox="1"/>
          <p:nvPr/>
        </p:nvSpPr>
        <p:spPr>
          <a:xfrm>
            <a:off x="17040262" y="6988431"/>
            <a:ext cx="6896642" cy="45966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Post upgrade – stability</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Introduce enhanced capabilities &amp; new patterns</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“Autonomous operations” </a:t>
            </a:r>
          </a:p>
        </p:txBody>
      </p:sp>
      <p:sp>
        <p:nvSpPr>
          <p:cNvPr id="15" name="TextBox 14">
            <a:extLst>
              <a:ext uri="{FF2B5EF4-FFF2-40B4-BE49-F238E27FC236}">
                <a16:creationId xmlns:a16="http://schemas.microsoft.com/office/drawing/2014/main" id="{C1B465A8-0C61-E140-31DC-0C4A0F4A50AC}"/>
              </a:ext>
            </a:extLst>
          </p:cNvPr>
          <p:cNvSpPr txBox="1"/>
          <p:nvPr/>
        </p:nvSpPr>
        <p:spPr>
          <a:xfrm>
            <a:off x="8799736" y="6988431"/>
            <a:ext cx="6896642" cy="45966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Pick one slice (domain) that matters – one environment </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Align on what ”clean” means (supported versions, compatibility, controls agreed, rollback defined)</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Execute one upgrade end-to-end </a:t>
            </a:r>
          </a:p>
        </p:txBody>
      </p:sp>
      <p:sp>
        <p:nvSpPr>
          <p:cNvPr id="16" name="TextBox 15">
            <a:extLst>
              <a:ext uri="{FF2B5EF4-FFF2-40B4-BE49-F238E27FC236}">
                <a16:creationId xmlns:a16="http://schemas.microsoft.com/office/drawing/2014/main" id="{749A9A63-BAAE-F75B-147B-37FAE00853DC}"/>
              </a:ext>
            </a:extLst>
          </p:cNvPr>
          <p:cNvSpPr txBox="1"/>
          <p:nvPr/>
        </p:nvSpPr>
        <p:spPr>
          <a:xfrm>
            <a:off x="559209" y="6988431"/>
            <a:ext cx="6896642" cy="45966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What runs their business?</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Product Versions, integrations with other systems, dependencies,</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Business challenges</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Regulatory &amp; Audit </a:t>
            </a:r>
            <a:r>
              <a:rPr lang="en-US" sz="3200" kern="0" dirty="0" err="1">
                <a:solidFill>
                  <a:srgbClr val="000000"/>
                </a:solidFill>
                <a:ea typeface="+mj-ea"/>
                <a:cs typeface="+mj-cs"/>
                <a:sym typeface="IBM Plex Sans Light"/>
              </a:rPr>
              <a:t>reqs</a:t>
            </a:r>
            <a:endParaRPr lang="en-US" sz="3200" kern="0" dirty="0">
              <a:solidFill>
                <a:srgbClr val="000000"/>
              </a:solidFill>
              <a:ea typeface="+mj-ea"/>
              <a:cs typeface="+mj-cs"/>
              <a:sym typeface="IBM Plex Sans Light"/>
            </a:endParaRPr>
          </a:p>
        </p:txBody>
      </p:sp>
    </p:spTree>
    <p:extLst>
      <p:ext uri="{BB962C8B-B14F-4D97-AF65-F5344CB8AC3E}">
        <p14:creationId xmlns:p14="http://schemas.microsoft.com/office/powerpoint/2010/main" val="1498204889"/>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B409E-F948-FA58-8878-AA711078651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583C826-6FD3-2DD5-5E8E-BC2B993CE6B2}"/>
              </a:ext>
            </a:extLst>
          </p:cNvPr>
          <p:cNvSpPr/>
          <p:nvPr/>
        </p:nvSpPr>
        <p:spPr bwMode="auto">
          <a:xfrm>
            <a:off x="6096000" y="2989393"/>
            <a:ext cx="18289586" cy="178139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ctr" anchorCtr="0" compatLnSpc="1">
            <a:prstTxWarp prst="textNoShape">
              <a:avLst/>
            </a:prstTxWarp>
          </a:bodyPr>
          <a:lstStyle/>
          <a:p>
            <a:pPr algn="ctr" defTabSz="914378" fontAlgn="base">
              <a:spcBef>
                <a:spcPct val="0"/>
              </a:spcBef>
              <a:spcAft>
                <a:spcPct val="0"/>
              </a:spcAft>
            </a:pPr>
            <a:r>
              <a:rPr lang="en-US" sz="4400" b="1" kern="0" dirty="0">
                <a:solidFill>
                  <a:srgbClr val="0F62FE"/>
                </a:solidFill>
              </a:rPr>
              <a:t>Stable and supported client systems with risk reduction embedded in autonomous systems</a:t>
            </a:r>
          </a:p>
        </p:txBody>
      </p:sp>
      <p:sp>
        <p:nvSpPr>
          <p:cNvPr id="2" name="Title 1">
            <a:extLst>
              <a:ext uri="{FF2B5EF4-FFF2-40B4-BE49-F238E27FC236}">
                <a16:creationId xmlns:a16="http://schemas.microsoft.com/office/drawing/2014/main" id="{1AF38C2B-F383-5CD7-BA94-244A50CDBF63}"/>
              </a:ext>
            </a:extLst>
          </p:cNvPr>
          <p:cNvSpPr>
            <a:spLocks noGrp="1"/>
          </p:cNvSpPr>
          <p:nvPr>
            <p:ph type="title"/>
          </p:nvPr>
        </p:nvSpPr>
        <p:spPr>
          <a:xfrm>
            <a:off x="577584" y="755596"/>
            <a:ext cx="21505274" cy="1952416"/>
          </a:xfrm>
        </p:spPr>
        <p:txBody>
          <a:bodyPr/>
          <a:lstStyle/>
          <a:p>
            <a:r>
              <a:rPr lang="en-US" sz="7198" dirty="0">
                <a:solidFill>
                  <a:srgbClr val="000000"/>
                </a:solidFill>
                <a:latin typeface="IBM Plex Sans Light" panose="020B0403050203000203" pitchFamily="34" charset="0"/>
                <a:ea typeface="+mn-ea"/>
                <a:cs typeface="+mn-cs"/>
              </a:rPr>
              <a:t>Modernization With </a:t>
            </a:r>
            <a:r>
              <a:rPr lang="en-US" sz="7198" b="1" dirty="0">
                <a:solidFill>
                  <a:srgbClr val="0043CE"/>
                </a:solidFill>
                <a:latin typeface="IBM Plex Sans Light" panose="020B0403050203000203" pitchFamily="34" charset="0"/>
                <a:ea typeface="+mn-ea"/>
                <a:cs typeface="+mn-cs"/>
              </a:rPr>
              <a:t>Trust</a:t>
            </a:r>
            <a:r>
              <a:rPr lang="en-US" sz="7198" dirty="0">
                <a:solidFill>
                  <a:srgbClr val="000000"/>
                </a:solidFill>
                <a:latin typeface="IBM Plex Sans Light" panose="020B0403050203000203" pitchFamily="34" charset="0"/>
                <a:ea typeface="+mn-ea"/>
                <a:cs typeface="+mn-cs"/>
              </a:rPr>
              <a:t> Blueprint</a:t>
            </a:r>
            <a:br>
              <a:rPr lang="en-US" sz="7200" i="1" dirty="0"/>
            </a:br>
            <a:endParaRPr lang="en-US" sz="7198" dirty="0">
              <a:solidFill>
                <a:srgbClr val="000000"/>
              </a:solidFill>
              <a:latin typeface="IBM Plex Sans Light" panose="020B0403050203000203" pitchFamily="34" charset="0"/>
              <a:ea typeface="+mn-ea"/>
              <a:cs typeface="+mn-cs"/>
            </a:endParaRPr>
          </a:p>
        </p:txBody>
      </p:sp>
      <p:sp>
        <p:nvSpPr>
          <p:cNvPr id="11" name="Rectangle 10">
            <a:extLst>
              <a:ext uri="{FF2B5EF4-FFF2-40B4-BE49-F238E27FC236}">
                <a16:creationId xmlns:a16="http://schemas.microsoft.com/office/drawing/2014/main" id="{FF94F5E9-DA8D-6465-C761-FAEDF0758B8F}"/>
              </a:ext>
            </a:extLst>
          </p:cNvPr>
          <p:cNvSpPr/>
          <p:nvPr/>
        </p:nvSpPr>
        <p:spPr bwMode="auto">
          <a:xfrm>
            <a:off x="450274" y="12116565"/>
            <a:ext cx="23486630" cy="1406770"/>
          </a:xfrm>
          <a:prstGeom prst="rect">
            <a:avLst/>
          </a:prstGeom>
          <a:noFill/>
          <a:ln w="19050">
            <a:solidFill>
              <a:srgbClr val="10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ctr" anchorCtr="0" compatLnSpc="1">
            <a:prstTxWarp prst="textNoShape">
              <a:avLst/>
            </a:prstTxWarp>
          </a:bodyPr>
          <a:lstStyle/>
          <a:p>
            <a:pPr algn="ctr" defTabSz="1828800" fontAlgn="base">
              <a:spcBef>
                <a:spcPct val="0"/>
              </a:spcBef>
              <a:spcAft>
                <a:spcPct val="0"/>
              </a:spcAft>
            </a:pPr>
            <a:r>
              <a:rPr lang="en-US" sz="4000" b="1" dirty="0">
                <a:solidFill>
                  <a:srgbClr val="000000"/>
                </a:solidFill>
                <a:latin typeface="IBM Plex Sans Light"/>
              </a:rPr>
              <a:t>One successful pilot defined with success criteria, owners, and measurable outcomes </a:t>
            </a:r>
          </a:p>
        </p:txBody>
      </p:sp>
      <p:sp>
        <p:nvSpPr>
          <p:cNvPr id="3" name="Down Arrow 2">
            <a:extLst>
              <a:ext uri="{FF2B5EF4-FFF2-40B4-BE49-F238E27FC236}">
                <a16:creationId xmlns:a16="http://schemas.microsoft.com/office/drawing/2014/main" id="{15BF8357-79E1-97B5-FAD7-F0893E64E8AD}"/>
              </a:ext>
            </a:extLst>
          </p:cNvPr>
          <p:cNvSpPr/>
          <p:nvPr/>
        </p:nvSpPr>
        <p:spPr bwMode="auto">
          <a:xfrm>
            <a:off x="11103341" y="10890435"/>
            <a:ext cx="2180492" cy="1406770"/>
          </a:xfrm>
          <a:prstGeom prst="downArrow">
            <a:avLst/>
          </a:prstGeom>
          <a:solidFill>
            <a:srgbClr val="1062FE"/>
          </a:solidFill>
          <a:ln w="19050">
            <a:solidFill>
              <a:srgbClr val="10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bodyPr>
          <a:lstStyle/>
          <a:p>
            <a:pPr defTabSz="1828800" fontAlgn="base">
              <a:spcBef>
                <a:spcPct val="0"/>
              </a:spcBef>
              <a:spcAft>
                <a:spcPct val="0"/>
              </a:spcAft>
            </a:pPr>
            <a:endParaRPr lang="en-US" sz="2800" dirty="0">
              <a:solidFill>
                <a:srgbClr val="FFFFFF"/>
              </a:solidFill>
              <a:latin typeface="IBM Plex Sans Light"/>
            </a:endParaRPr>
          </a:p>
        </p:txBody>
      </p:sp>
      <p:sp>
        <p:nvSpPr>
          <p:cNvPr id="4" name="Rectangle 3">
            <a:extLst>
              <a:ext uri="{FF2B5EF4-FFF2-40B4-BE49-F238E27FC236}">
                <a16:creationId xmlns:a16="http://schemas.microsoft.com/office/drawing/2014/main" id="{691F1865-B554-D7CD-0204-C211899BAC56}"/>
              </a:ext>
            </a:extLst>
          </p:cNvPr>
          <p:cNvSpPr/>
          <p:nvPr/>
        </p:nvSpPr>
        <p:spPr bwMode="auto">
          <a:xfrm>
            <a:off x="577585" y="2989393"/>
            <a:ext cx="4946916" cy="1781390"/>
          </a:xfrm>
          <a:prstGeom prst="rect">
            <a:avLst/>
          </a:prstGeom>
          <a:solidFill>
            <a:schemeClr val="accent1"/>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ctr" anchorCtr="0" compatLnSpc="1">
            <a:prstTxWarp prst="textNoShape">
              <a:avLst/>
            </a:prstTxWarp>
          </a:bodyPr>
          <a:lstStyle/>
          <a:p>
            <a:pPr algn="ctr" defTabSz="914378" fontAlgn="base">
              <a:spcBef>
                <a:spcPct val="0"/>
              </a:spcBef>
              <a:spcAft>
                <a:spcPct val="0"/>
              </a:spcAft>
            </a:pPr>
            <a:r>
              <a:rPr lang="en-US" sz="4400" b="1" kern="0" dirty="0">
                <a:solidFill>
                  <a:schemeClr val="bg2"/>
                </a:solidFill>
              </a:rPr>
              <a:t>Desired outcome:</a:t>
            </a:r>
          </a:p>
        </p:txBody>
      </p:sp>
      <p:sp>
        <p:nvSpPr>
          <p:cNvPr id="6" name="Pentagon 5">
            <a:extLst>
              <a:ext uri="{FF2B5EF4-FFF2-40B4-BE49-F238E27FC236}">
                <a16:creationId xmlns:a16="http://schemas.microsoft.com/office/drawing/2014/main" id="{562243F0-9C3F-233F-0700-4A71AB252F99}"/>
              </a:ext>
            </a:extLst>
          </p:cNvPr>
          <p:cNvSpPr/>
          <p:nvPr/>
        </p:nvSpPr>
        <p:spPr bwMode="auto">
          <a:xfrm>
            <a:off x="559209" y="5273070"/>
            <a:ext cx="6915017" cy="1351722"/>
          </a:xfrm>
          <a:prstGeom prst="homePlat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3200" b="1" i="0" u="none" strike="noStrike" cap="none" normalizeH="0" baseline="0" dirty="0">
                <a:ln>
                  <a:noFill/>
                </a:ln>
                <a:solidFill>
                  <a:schemeClr val="tx1"/>
                </a:solidFill>
                <a:effectLst/>
                <a:latin typeface="+mn-lt"/>
              </a:rPr>
              <a:t>Current client landscape</a:t>
            </a:r>
          </a:p>
        </p:txBody>
      </p:sp>
      <p:sp>
        <p:nvSpPr>
          <p:cNvPr id="8" name="Chevron 7">
            <a:extLst>
              <a:ext uri="{FF2B5EF4-FFF2-40B4-BE49-F238E27FC236}">
                <a16:creationId xmlns:a16="http://schemas.microsoft.com/office/drawing/2014/main" id="{3A30C679-96D1-370B-7777-3F1BE0F0B755}"/>
              </a:ext>
            </a:extLst>
          </p:cNvPr>
          <p:cNvSpPr/>
          <p:nvPr/>
        </p:nvSpPr>
        <p:spPr bwMode="auto">
          <a:xfrm>
            <a:off x="8781228" y="5273070"/>
            <a:ext cx="6915017" cy="1406751"/>
          </a:xfrm>
          <a:prstGeom prst="chevron">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3200" b="1" i="0" u="none" strike="noStrike" cap="none" normalizeH="0" baseline="0" dirty="0">
                <a:ln>
                  <a:noFill/>
                </a:ln>
                <a:solidFill>
                  <a:schemeClr val="tx1"/>
                </a:solidFill>
                <a:effectLst/>
                <a:latin typeface="+mn-lt"/>
              </a:rPr>
              <a:t>Modernization approach</a:t>
            </a:r>
          </a:p>
        </p:txBody>
      </p:sp>
      <p:sp>
        <p:nvSpPr>
          <p:cNvPr id="10" name="Chevron 9">
            <a:extLst>
              <a:ext uri="{FF2B5EF4-FFF2-40B4-BE49-F238E27FC236}">
                <a16:creationId xmlns:a16="http://schemas.microsoft.com/office/drawing/2014/main" id="{38C24772-7120-B724-EF5E-287839DDE84D}"/>
              </a:ext>
            </a:extLst>
          </p:cNvPr>
          <p:cNvSpPr/>
          <p:nvPr/>
        </p:nvSpPr>
        <p:spPr bwMode="auto">
          <a:xfrm>
            <a:off x="17003247" y="5273070"/>
            <a:ext cx="6933657" cy="1406751"/>
          </a:xfrm>
          <a:prstGeom prst="chevron">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3200" b="1" i="0" u="none" strike="noStrike" cap="none" normalizeH="0" baseline="0" dirty="0">
                <a:ln>
                  <a:noFill/>
                </a:ln>
                <a:solidFill>
                  <a:schemeClr val="tx1"/>
                </a:solidFill>
                <a:effectLst/>
                <a:latin typeface="+mn-lt"/>
              </a:rPr>
              <a:t>Product capability unlock</a:t>
            </a:r>
          </a:p>
        </p:txBody>
      </p:sp>
      <p:sp>
        <p:nvSpPr>
          <p:cNvPr id="12" name="TextBox 11">
            <a:extLst>
              <a:ext uri="{FF2B5EF4-FFF2-40B4-BE49-F238E27FC236}">
                <a16:creationId xmlns:a16="http://schemas.microsoft.com/office/drawing/2014/main" id="{DBA6614A-1FA5-DF68-B4AE-422C8065EB33}"/>
              </a:ext>
            </a:extLst>
          </p:cNvPr>
          <p:cNvSpPr txBox="1"/>
          <p:nvPr/>
        </p:nvSpPr>
        <p:spPr>
          <a:xfrm>
            <a:off x="17040262" y="6988431"/>
            <a:ext cx="6896642" cy="45966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Post upgrade – stability</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Introduce enhanced capabilities &amp; new patterns</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“Autonomous operations” </a:t>
            </a:r>
          </a:p>
        </p:txBody>
      </p:sp>
      <p:sp>
        <p:nvSpPr>
          <p:cNvPr id="15" name="TextBox 14">
            <a:extLst>
              <a:ext uri="{FF2B5EF4-FFF2-40B4-BE49-F238E27FC236}">
                <a16:creationId xmlns:a16="http://schemas.microsoft.com/office/drawing/2014/main" id="{4C764146-BA5B-EFBD-3A93-F37FEADC7389}"/>
              </a:ext>
            </a:extLst>
          </p:cNvPr>
          <p:cNvSpPr txBox="1"/>
          <p:nvPr/>
        </p:nvSpPr>
        <p:spPr>
          <a:xfrm>
            <a:off x="8799736" y="6988431"/>
            <a:ext cx="6896642" cy="45966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Pick one slice (domain) that matters – one environment </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Align on what ”clean” means (supported versions, compatibility, controls agreed, rollback defined)</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Execute one upgrade end-to-end </a:t>
            </a:r>
          </a:p>
        </p:txBody>
      </p:sp>
      <p:sp>
        <p:nvSpPr>
          <p:cNvPr id="16" name="TextBox 15">
            <a:extLst>
              <a:ext uri="{FF2B5EF4-FFF2-40B4-BE49-F238E27FC236}">
                <a16:creationId xmlns:a16="http://schemas.microsoft.com/office/drawing/2014/main" id="{947CABB4-9EA3-AEB7-8835-7E7AF43FA298}"/>
              </a:ext>
            </a:extLst>
          </p:cNvPr>
          <p:cNvSpPr txBox="1"/>
          <p:nvPr/>
        </p:nvSpPr>
        <p:spPr>
          <a:xfrm>
            <a:off x="559209" y="6988431"/>
            <a:ext cx="6896642" cy="45966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What runs their business?</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Product Versions, integrations with other systems, dependencies,</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Business challenges</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Regulatory &amp; Audit </a:t>
            </a:r>
            <a:r>
              <a:rPr lang="en-US" sz="3200" kern="0" dirty="0" err="1">
                <a:solidFill>
                  <a:srgbClr val="000000"/>
                </a:solidFill>
                <a:ea typeface="+mj-ea"/>
                <a:cs typeface="+mj-cs"/>
                <a:sym typeface="IBM Plex Sans Light"/>
              </a:rPr>
              <a:t>reqs</a:t>
            </a:r>
            <a:endParaRPr lang="en-US" sz="3200" kern="0" dirty="0">
              <a:solidFill>
                <a:srgbClr val="000000"/>
              </a:solidFill>
              <a:ea typeface="+mj-ea"/>
              <a:cs typeface="+mj-cs"/>
              <a:sym typeface="IBM Plex Sans Light"/>
            </a:endParaRPr>
          </a:p>
        </p:txBody>
      </p:sp>
      <p:sp>
        <p:nvSpPr>
          <p:cNvPr id="17" name="Rectangle 16">
            <a:extLst>
              <a:ext uri="{FF2B5EF4-FFF2-40B4-BE49-F238E27FC236}">
                <a16:creationId xmlns:a16="http://schemas.microsoft.com/office/drawing/2014/main" id="{490CE30C-09DC-84AB-B235-01D708E0D939}"/>
              </a:ext>
            </a:extLst>
          </p:cNvPr>
          <p:cNvSpPr/>
          <p:nvPr/>
        </p:nvSpPr>
        <p:spPr bwMode="auto">
          <a:xfrm>
            <a:off x="0" y="4949687"/>
            <a:ext cx="7772400" cy="6635416"/>
          </a:xfrm>
          <a:prstGeom prst="rect">
            <a:avLst/>
          </a:prstGeom>
          <a:solidFill>
            <a:schemeClr val="bg2">
              <a:alpha val="8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5" name="Rectangle 4">
            <a:extLst>
              <a:ext uri="{FF2B5EF4-FFF2-40B4-BE49-F238E27FC236}">
                <a16:creationId xmlns:a16="http://schemas.microsoft.com/office/drawing/2014/main" id="{921E00C0-619B-B26B-2271-CB7FE5D0C9B0}"/>
              </a:ext>
            </a:extLst>
          </p:cNvPr>
          <p:cNvSpPr/>
          <p:nvPr/>
        </p:nvSpPr>
        <p:spPr bwMode="auto">
          <a:xfrm>
            <a:off x="16614775" y="4958404"/>
            <a:ext cx="7772400" cy="6635416"/>
          </a:xfrm>
          <a:prstGeom prst="rect">
            <a:avLst/>
          </a:prstGeom>
          <a:solidFill>
            <a:schemeClr val="bg2">
              <a:alpha val="8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Tree>
    <p:extLst>
      <p:ext uri="{BB962C8B-B14F-4D97-AF65-F5344CB8AC3E}">
        <p14:creationId xmlns:p14="http://schemas.microsoft.com/office/powerpoint/2010/main" val="227834381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6A502-B096-1006-B2FD-B7D26D7CD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B50A19-9BA8-7E68-2A63-E6F3FFA6BE08}"/>
              </a:ext>
            </a:extLst>
          </p:cNvPr>
          <p:cNvSpPr>
            <a:spLocks noGrp="1"/>
          </p:cNvSpPr>
          <p:nvPr>
            <p:ph type="title"/>
          </p:nvPr>
        </p:nvSpPr>
        <p:spPr>
          <a:xfrm>
            <a:off x="577584" y="755596"/>
            <a:ext cx="21505274" cy="1952416"/>
          </a:xfrm>
        </p:spPr>
        <p:txBody>
          <a:bodyPr/>
          <a:lstStyle/>
          <a:p>
            <a:r>
              <a:rPr lang="en-US" sz="7198" b="1" dirty="0">
                <a:solidFill>
                  <a:srgbClr val="0043CE"/>
                </a:solidFill>
                <a:latin typeface="IBM Plex Sans Light" panose="020B0403050203000203" pitchFamily="34" charset="0"/>
                <a:ea typeface="+mn-ea"/>
                <a:cs typeface="+mn-cs"/>
              </a:rPr>
              <a:t>Modernization</a:t>
            </a:r>
            <a:r>
              <a:rPr lang="en-US" sz="7198" dirty="0">
                <a:solidFill>
                  <a:srgbClr val="000000"/>
                </a:solidFill>
                <a:latin typeface="IBM Plex Sans Light" panose="020B0403050203000203" pitchFamily="34" charset="0"/>
                <a:ea typeface="+mn-ea"/>
                <a:cs typeface="+mn-cs"/>
              </a:rPr>
              <a:t> approach – zoom in  </a:t>
            </a:r>
            <a:br>
              <a:rPr lang="en-US" sz="7200" i="1" dirty="0"/>
            </a:br>
            <a:endParaRPr lang="en-US" sz="7198" dirty="0">
              <a:solidFill>
                <a:srgbClr val="000000"/>
              </a:solidFill>
              <a:latin typeface="IBM Plex Sans Light" panose="020B0403050203000203" pitchFamily="34" charset="0"/>
              <a:ea typeface="+mn-ea"/>
              <a:cs typeface="+mn-cs"/>
            </a:endParaRPr>
          </a:p>
        </p:txBody>
      </p:sp>
      <p:pic>
        <p:nvPicPr>
          <p:cNvPr id="7" name="Graphic 6" descr="Zoom in with solid fill">
            <a:extLst>
              <a:ext uri="{FF2B5EF4-FFF2-40B4-BE49-F238E27FC236}">
                <a16:creationId xmlns:a16="http://schemas.microsoft.com/office/drawing/2014/main" id="{3F85F471-3A4D-2CD1-BC86-124864914C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781845" y="966169"/>
            <a:ext cx="914400" cy="914400"/>
          </a:xfrm>
          <a:prstGeom prst="rect">
            <a:avLst/>
          </a:prstGeom>
        </p:spPr>
      </p:pic>
      <p:pic>
        <p:nvPicPr>
          <p:cNvPr id="22" name="Graphic 21" descr="Harvey Balls 5% with solid fill">
            <a:extLst>
              <a:ext uri="{FF2B5EF4-FFF2-40B4-BE49-F238E27FC236}">
                <a16:creationId xmlns:a16="http://schemas.microsoft.com/office/drawing/2014/main" id="{78B79345-55F9-D70C-DBFC-9B42040DAE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2730" y="2714241"/>
            <a:ext cx="1379804" cy="1379804"/>
          </a:xfrm>
          <a:prstGeom prst="rect">
            <a:avLst/>
          </a:prstGeom>
        </p:spPr>
      </p:pic>
      <p:pic>
        <p:nvPicPr>
          <p:cNvPr id="24" name="Graphic 23" descr="Cause And Effect outline">
            <a:extLst>
              <a:ext uri="{FF2B5EF4-FFF2-40B4-BE49-F238E27FC236}">
                <a16:creationId xmlns:a16="http://schemas.microsoft.com/office/drawing/2014/main" id="{AD9DA0E4-8612-7B09-2D8F-EA54298B044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2730" y="6205842"/>
            <a:ext cx="1379804" cy="1379804"/>
          </a:xfrm>
          <a:prstGeom prst="rect">
            <a:avLst/>
          </a:prstGeom>
        </p:spPr>
      </p:pic>
      <p:pic>
        <p:nvPicPr>
          <p:cNvPr id="26" name="Graphic 25" descr="Beaker with solid fill">
            <a:extLst>
              <a:ext uri="{FF2B5EF4-FFF2-40B4-BE49-F238E27FC236}">
                <a16:creationId xmlns:a16="http://schemas.microsoft.com/office/drawing/2014/main" id="{27AA3E6E-FAB7-3EF8-2250-97BE340E173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2730" y="8030265"/>
            <a:ext cx="1379804" cy="1379804"/>
          </a:xfrm>
          <a:prstGeom prst="rect">
            <a:avLst/>
          </a:prstGeom>
        </p:spPr>
      </p:pic>
      <p:pic>
        <p:nvPicPr>
          <p:cNvPr id="28" name="Graphic 27" descr="Repeat with solid fill">
            <a:extLst>
              <a:ext uri="{FF2B5EF4-FFF2-40B4-BE49-F238E27FC236}">
                <a16:creationId xmlns:a16="http://schemas.microsoft.com/office/drawing/2014/main" id="{87FF15DE-F152-F644-90EA-FB9370048B0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2730" y="9854688"/>
            <a:ext cx="1379804" cy="1379804"/>
          </a:xfrm>
          <a:prstGeom prst="rect">
            <a:avLst/>
          </a:prstGeom>
        </p:spPr>
      </p:pic>
      <p:pic>
        <p:nvPicPr>
          <p:cNvPr id="30" name="Graphic 29" descr="Bar graph with upward trend outline">
            <a:extLst>
              <a:ext uri="{FF2B5EF4-FFF2-40B4-BE49-F238E27FC236}">
                <a16:creationId xmlns:a16="http://schemas.microsoft.com/office/drawing/2014/main" id="{88DDB66B-AEFF-DF6A-B370-B1460FAE27C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02730" y="11679112"/>
            <a:ext cx="1379804" cy="1379804"/>
          </a:xfrm>
          <a:prstGeom prst="rect">
            <a:avLst/>
          </a:prstGeom>
        </p:spPr>
      </p:pic>
      <p:sp>
        <p:nvSpPr>
          <p:cNvPr id="31" name="TextBox 30">
            <a:extLst>
              <a:ext uri="{FF2B5EF4-FFF2-40B4-BE49-F238E27FC236}">
                <a16:creationId xmlns:a16="http://schemas.microsoft.com/office/drawing/2014/main" id="{857350A8-5A99-F356-5ACF-61224A647651}"/>
              </a:ext>
            </a:extLst>
          </p:cNvPr>
          <p:cNvSpPr txBox="1"/>
          <p:nvPr/>
        </p:nvSpPr>
        <p:spPr>
          <a:xfrm>
            <a:off x="2425148" y="2554338"/>
            <a:ext cx="21384270" cy="80007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37" name="TextBox 36">
            <a:extLst>
              <a:ext uri="{FF2B5EF4-FFF2-40B4-BE49-F238E27FC236}">
                <a16:creationId xmlns:a16="http://schemas.microsoft.com/office/drawing/2014/main" id="{FB165B1D-EFDF-81A6-E42D-FE87B136712F}"/>
              </a:ext>
            </a:extLst>
          </p:cNvPr>
          <p:cNvSpPr txBox="1"/>
          <p:nvPr/>
        </p:nvSpPr>
        <p:spPr>
          <a:xfrm>
            <a:off x="2116414" y="2879654"/>
            <a:ext cx="6871528" cy="10489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chor="ctr">
            <a:noAutofit/>
          </a:bodyPr>
          <a:lstStyle/>
          <a:p>
            <a:pPr algn="l" defTabSz="2438400">
              <a:spcBef>
                <a:spcPts val="2900"/>
              </a:spcBef>
              <a:buSzPct val="100000"/>
            </a:pPr>
            <a:r>
              <a:rPr lang="en-US" b="1" kern="0" dirty="0">
                <a:solidFill>
                  <a:srgbClr val="000000"/>
                </a:solidFill>
                <a:ea typeface="+mj-ea"/>
                <a:cs typeface="+mj-cs"/>
                <a:sym typeface="IBM Plex Sans Light"/>
              </a:rPr>
              <a:t>Pick </a:t>
            </a:r>
            <a:r>
              <a:rPr lang="en-US" b="1" kern="0" dirty="0">
                <a:solidFill>
                  <a:schemeClr val="accent1"/>
                </a:solidFill>
                <a:ea typeface="+mj-ea"/>
                <a:cs typeface="+mj-cs"/>
                <a:sym typeface="IBM Plex Sans Light"/>
              </a:rPr>
              <a:t>one slice </a:t>
            </a:r>
            <a:r>
              <a:rPr lang="en-US" b="1" kern="0" dirty="0">
                <a:solidFill>
                  <a:srgbClr val="000000"/>
                </a:solidFill>
                <a:ea typeface="+mj-ea"/>
                <a:cs typeface="+mj-cs"/>
                <a:sym typeface="IBM Plex Sans Light"/>
              </a:rPr>
              <a:t>that matters</a:t>
            </a:r>
          </a:p>
        </p:txBody>
      </p:sp>
      <p:sp>
        <p:nvSpPr>
          <p:cNvPr id="38" name="TextBox 37">
            <a:extLst>
              <a:ext uri="{FF2B5EF4-FFF2-40B4-BE49-F238E27FC236}">
                <a16:creationId xmlns:a16="http://schemas.microsoft.com/office/drawing/2014/main" id="{C4ED82FC-F3A1-A9E8-E7CC-911DA6696ADD}"/>
              </a:ext>
            </a:extLst>
          </p:cNvPr>
          <p:cNvSpPr txBox="1"/>
          <p:nvPr/>
        </p:nvSpPr>
        <p:spPr>
          <a:xfrm>
            <a:off x="2116414" y="6465602"/>
            <a:ext cx="6871528" cy="10489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chor="ctr">
            <a:noAutofit/>
          </a:bodyPr>
          <a:lstStyle/>
          <a:p>
            <a:pPr algn="l" defTabSz="2438400">
              <a:spcBef>
                <a:spcPts val="2900"/>
              </a:spcBef>
              <a:buSzPct val="100000"/>
            </a:pPr>
            <a:r>
              <a:rPr lang="en-US" b="1" kern="0" dirty="0">
                <a:solidFill>
                  <a:srgbClr val="000000"/>
                </a:solidFill>
                <a:ea typeface="+mj-ea"/>
                <a:cs typeface="+mj-cs"/>
                <a:sym typeface="IBM Plex Sans Light"/>
              </a:rPr>
              <a:t>Execute one upgrade </a:t>
            </a:r>
            <a:r>
              <a:rPr lang="en-US" b="1" kern="0" dirty="0">
                <a:solidFill>
                  <a:schemeClr val="accent1"/>
                </a:solidFill>
                <a:ea typeface="+mj-ea"/>
                <a:cs typeface="+mj-cs"/>
                <a:sym typeface="IBM Plex Sans Light"/>
              </a:rPr>
              <a:t>end to end</a:t>
            </a:r>
          </a:p>
        </p:txBody>
      </p:sp>
      <p:sp>
        <p:nvSpPr>
          <p:cNvPr id="39" name="TextBox 38">
            <a:extLst>
              <a:ext uri="{FF2B5EF4-FFF2-40B4-BE49-F238E27FC236}">
                <a16:creationId xmlns:a16="http://schemas.microsoft.com/office/drawing/2014/main" id="{C67B91A9-0E83-5151-8163-B0F5E11EACDF}"/>
              </a:ext>
            </a:extLst>
          </p:cNvPr>
          <p:cNvSpPr txBox="1"/>
          <p:nvPr/>
        </p:nvSpPr>
        <p:spPr>
          <a:xfrm>
            <a:off x="2116414" y="8258576"/>
            <a:ext cx="6871528" cy="10489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chor="ctr">
            <a:noAutofit/>
          </a:bodyPr>
          <a:lstStyle/>
          <a:p>
            <a:pPr algn="l" defTabSz="2438400">
              <a:spcBef>
                <a:spcPts val="2900"/>
              </a:spcBef>
              <a:buSzPct val="100000"/>
            </a:pPr>
            <a:r>
              <a:rPr lang="en-US" b="1" kern="0" dirty="0">
                <a:solidFill>
                  <a:srgbClr val="000000"/>
                </a:solidFill>
                <a:ea typeface="+mj-ea"/>
                <a:cs typeface="+mj-cs"/>
                <a:sym typeface="IBM Plex Sans Light"/>
              </a:rPr>
              <a:t>Prove it with </a:t>
            </a:r>
            <a:r>
              <a:rPr lang="en-US" b="1" kern="0" dirty="0">
                <a:solidFill>
                  <a:schemeClr val="accent1"/>
                </a:solidFill>
                <a:ea typeface="+mj-ea"/>
                <a:cs typeface="+mj-cs"/>
                <a:sym typeface="IBM Plex Sans Light"/>
              </a:rPr>
              <a:t>evidence</a:t>
            </a:r>
          </a:p>
        </p:txBody>
      </p:sp>
      <p:sp>
        <p:nvSpPr>
          <p:cNvPr id="40" name="TextBox 39">
            <a:extLst>
              <a:ext uri="{FF2B5EF4-FFF2-40B4-BE49-F238E27FC236}">
                <a16:creationId xmlns:a16="http://schemas.microsoft.com/office/drawing/2014/main" id="{3F9C22F5-C1EB-E05C-CCA4-81E28DA0B0DE}"/>
              </a:ext>
            </a:extLst>
          </p:cNvPr>
          <p:cNvSpPr txBox="1"/>
          <p:nvPr/>
        </p:nvSpPr>
        <p:spPr>
          <a:xfrm>
            <a:off x="2116414" y="10051550"/>
            <a:ext cx="6871528" cy="10489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chor="ctr">
            <a:noAutofit/>
          </a:bodyPr>
          <a:lstStyle/>
          <a:p>
            <a:pPr algn="l" defTabSz="2438400">
              <a:spcBef>
                <a:spcPts val="2900"/>
              </a:spcBef>
              <a:buSzPct val="100000"/>
            </a:pPr>
            <a:r>
              <a:rPr lang="en-US" b="1" kern="0" dirty="0">
                <a:solidFill>
                  <a:srgbClr val="000000"/>
                </a:solidFill>
                <a:ea typeface="+mj-ea"/>
                <a:cs typeface="+mj-cs"/>
                <a:sym typeface="IBM Plex Sans Light"/>
              </a:rPr>
              <a:t>Create a </a:t>
            </a:r>
            <a:r>
              <a:rPr lang="en-US" b="1" kern="0" dirty="0">
                <a:solidFill>
                  <a:schemeClr val="accent1"/>
                </a:solidFill>
                <a:ea typeface="+mj-ea"/>
                <a:cs typeface="+mj-cs"/>
                <a:sym typeface="IBM Plex Sans Light"/>
              </a:rPr>
              <a:t>repeatable</a:t>
            </a:r>
            <a:r>
              <a:rPr lang="en-US" b="1" kern="0" dirty="0">
                <a:solidFill>
                  <a:srgbClr val="000000"/>
                </a:solidFill>
                <a:ea typeface="+mj-ea"/>
                <a:cs typeface="+mj-cs"/>
                <a:sym typeface="IBM Plex Sans Light"/>
              </a:rPr>
              <a:t> pattern</a:t>
            </a:r>
          </a:p>
        </p:txBody>
      </p:sp>
      <p:sp>
        <p:nvSpPr>
          <p:cNvPr id="41" name="TextBox 40">
            <a:extLst>
              <a:ext uri="{FF2B5EF4-FFF2-40B4-BE49-F238E27FC236}">
                <a16:creationId xmlns:a16="http://schemas.microsoft.com/office/drawing/2014/main" id="{171C5F18-4BFB-0DA4-569D-D1F7A23CC974}"/>
              </a:ext>
            </a:extLst>
          </p:cNvPr>
          <p:cNvSpPr txBox="1"/>
          <p:nvPr/>
        </p:nvSpPr>
        <p:spPr>
          <a:xfrm>
            <a:off x="2116414" y="11844525"/>
            <a:ext cx="6871528" cy="10489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chor="ctr">
            <a:noAutofit/>
          </a:bodyPr>
          <a:lstStyle/>
          <a:p>
            <a:pPr algn="l" defTabSz="2438400">
              <a:spcBef>
                <a:spcPts val="2900"/>
              </a:spcBef>
              <a:buSzPct val="100000"/>
            </a:pPr>
            <a:r>
              <a:rPr lang="en-US" b="1" kern="0" dirty="0">
                <a:solidFill>
                  <a:srgbClr val="000000"/>
                </a:solidFill>
                <a:ea typeface="+mj-ea"/>
                <a:cs typeface="+mj-cs"/>
                <a:sym typeface="IBM Plex Sans Light"/>
              </a:rPr>
              <a:t>Scale in </a:t>
            </a:r>
            <a:r>
              <a:rPr lang="en-US" b="1" kern="0" dirty="0">
                <a:solidFill>
                  <a:schemeClr val="accent1"/>
                </a:solidFill>
                <a:ea typeface="+mj-ea"/>
                <a:cs typeface="+mj-cs"/>
                <a:sym typeface="IBM Plex Sans Light"/>
              </a:rPr>
              <a:t>waves</a:t>
            </a:r>
          </a:p>
        </p:txBody>
      </p:sp>
      <p:sp>
        <p:nvSpPr>
          <p:cNvPr id="42" name="TextBox 41">
            <a:extLst>
              <a:ext uri="{FF2B5EF4-FFF2-40B4-BE49-F238E27FC236}">
                <a16:creationId xmlns:a16="http://schemas.microsoft.com/office/drawing/2014/main" id="{05F20BEF-6EDE-BF63-2DA8-B8929780EA89}"/>
              </a:ext>
            </a:extLst>
          </p:cNvPr>
          <p:cNvSpPr txBox="1"/>
          <p:nvPr/>
        </p:nvSpPr>
        <p:spPr>
          <a:xfrm>
            <a:off x="10455965" y="2637045"/>
            <a:ext cx="13348598" cy="1534197"/>
          </a:xfrm>
          <a:prstGeom prst="rect">
            <a:avLst/>
          </a:prstGeom>
          <a:solidFill>
            <a:srgbClr val="E5F6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571500" indent="-571500" defTabSz="2438400">
              <a:spcBef>
                <a:spcPts val="1100"/>
              </a:spcBef>
              <a:buSzPct val="100000"/>
              <a:buFont typeface="Arial" panose="020B0604020202020204" pitchFamily="34" charset="0"/>
              <a:buChar char="•"/>
            </a:pPr>
            <a:r>
              <a:rPr lang="en-US" sz="2800" dirty="0"/>
              <a:t>Pick one end-to-end business flow and its full dependency chain. Apps, integration, data, identity, and operations. Modernize that whole slice together so the upgrade does not break; example customer onboarding, claims intake, fraud,</a:t>
            </a:r>
          </a:p>
          <a:p>
            <a:pPr marL="571500" indent="-571500" defTabSz="2438400">
              <a:spcBef>
                <a:spcPts val="1100"/>
              </a:spcBef>
              <a:buSzPct val="100000"/>
              <a:buFont typeface="Arial" panose="020B0604020202020204" pitchFamily="34" charset="0"/>
              <a:buChar char="•"/>
            </a:pPr>
            <a:endParaRPr lang="en-US" sz="2800" kern="0" dirty="0">
              <a:solidFill>
                <a:srgbClr val="000000"/>
              </a:solidFill>
              <a:ea typeface="+mj-ea"/>
              <a:cs typeface="+mj-cs"/>
              <a:sym typeface="IBM Plex Sans Light"/>
            </a:endParaRPr>
          </a:p>
        </p:txBody>
      </p:sp>
      <p:sp>
        <p:nvSpPr>
          <p:cNvPr id="43" name="TextBox 42">
            <a:extLst>
              <a:ext uri="{FF2B5EF4-FFF2-40B4-BE49-F238E27FC236}">
                <a16:creationId xmlns:a16="http://schemas.microsoft.com/office/drawing/2014/main" id="{7773495F-1626-C249-1BCB-16848893897C}"/>
              </a:ext>
            </a:extLst>
          </p:cNvPr>
          <p:cNvSpPr txBox="1"/>
          <p:nvPr/>
        </p:nvSpPr>
        <p:spPr>
          <a:xfrm>
            <a:off x="10455965" y="4430019"/>
            <a:ext cx="13348598" cy="1534197"/>
          </a:xfrm>
          <a:prstGeom prst="rect">
            <a:avLst/>
          </a:prstGeom>
          <a:solidFill>
            <a:srgbClr val="E5F6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571500" indent="-571500" defTabSz="2438400">
              <a:spcBef>
                <a:spcPts val="1100"/>
              </a:spcBef>
              <a:buSzPct val="100000"/>
              <a:buFont typeface="Arial" panose="020B0604020202020204" pitchFamily="34" charset="0"/>
              <a:buChar char="•"/>
            </a:pPr>
            <a:r>
              <a:rPr lang="en-US" sz="2800" dirty="0"/>
              <a:t>Align with the client sponsor on upgrade acceptance criteria: supported versions, compatibility, controls, rollback, and audit evidence</a:t>
            </a:r>
            <a:endParaRPr lang="en-US" sz="2800" kern="0" dirty="0">
              <a:solidFill>
                <a:srgbClr val="000000"/>
              </a:solidFill>
              <a:sym typeface="IBM Plex Sans Light"/>
            </a:endParaRPr>
          </a:p>
        </p:txBody>
      </p:sp>
      <p:sp>
        <p:nvSpPr>
          <p:cNvPr id="44" name="TextBox 43">
            <a:extLst>
              <a:ext uri="{FF2B5EF4-FFF2-40B4-BE49-F238E27FC236}">
                <a16:creationId xmlns:a16="http://schemas.microsoft.com/office/drawing/2014/main" id="{D39DCAB6-72E5-F243-58AF-68D3270EFD32}"/>
              </a:ext>
            </a:extLst>
          </p:cNvPr>
          <p:cNvSpPr txBox="1"/>
          <p:nvPr/>
        </p:nvSpPr>
        <p:spPr>
          <a:xfrm>
            <a:off x="10455965" y="6222993"/>
            <a:ext cx="13348598" cy="1534197"/>
          </a:xfrm>
          <a:prstGeom prst="rect">
            <a:avLst/>
          </a:prstGeom>
          <a:solidFill>
            <a:srgbClr val="E5F6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571500" indent="-571500" defTabSz="2438400">
              <a:spcBef>
                <a:spcPts val="1100"/>
              </a:spcBef>
              <a:buSzPct val="100000"/>
              <a:buFont typeface="Arial" panose="020B0604020202020204" pitchFamily="34" charset="0"/>
              <a:buChar char="•"/>
            </a:pPr>
            <a:r>
              <a:rPr lang="en-US" sz="2800" dirty="0"/>
              <a:t>One IBM owner coordinates IBM product, support, and delivery with the client’s platform, application, and risk owners through one shared plan, one weekly cadence, and one escalation path</a:t>
            </a:r>
            <a:endParaRPr lang="en-US" sz="2800" kern="0" dirty="0">
              <a:solidFill>
                <a:srgbClr val="000000"/>
              </a:solidFill>
              <a:sym typeface="IBM Plex Sans Light"/>
            </a:endParaRPr>
          </a:p>
          <a:p>
            <a:pPr marL="571500" indent="-571500" defTabSz="2438400">
              <a:spcBef>
                <a:spcPts val="1100"/>
              </a:spcBef>
              <a:buSzPct val="100000"/>
              <a:buFont typeface="Arial" panose="020B0604020202020204" pitchFamily="34" charset="0"/>
              <a:buChar char="•"/>
            </a:pPr>
            <a:endParaRPr lang="en-US" sz="2800" kern="0" dirty="0">
              <a:solidFill>
                <a:srgbClr val="000000"/>
              </a:solidFill>
              <a:ea typeface="+mj-ea"/>
              <a:cs typeface="+mj-cs"/>
              <a:sym typeface="IBM Plex Sans Light"/>
            </a:endParaRPr>
          </a:p>
        </p:txBody>
      </p:sp>
      <p:sp>
        <p:nvSpPr>
          <p:cNvPr id="45" name="TextBox 44">
            <a:extLst>
              <a:ext uri="{FF2B5EF4-FFF2-40B4-BE49-F238E27FC236}">
                <a16:creationId xmlns:a16="http://schemas.microsoft.com/office/drawing/2014/main" id="{4ADC0D6A-6065-910B-E060-CA4DCC110A26}"/>
              </a:ext>
            </a:extLst>
          </p:cNvPr>
          <p:cNvSpPr txBox="1"/>
          <p:nvPr/>
        </p:nvSpPr>
        <p:spPr>
          <a:xfrm>
            <a:off x="10455965" y="8015967"/>
            <a:ext cx="13348598" cy="1534197"/>
          </a:xfrm>
          <a:prstGeom prst="rect">
            <a:avLst/>
          </a:prstGeom>
          <a:solidFill>
            <a:srgbClr val="E5F6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571500" indent="-571500" defTabSz="2438400">
              <a:spcBef>
                <a:spcPts val="1100"/>
              </a:spcBef>
              <a:buSzPct val="100000"/>
              <a:buFont typeface="Arial" panose="020B0604020202020204" pitchFamily="34" charset="0"/>
              <a:buChar char="•"/>
            </a:pPr>
            <a:r>
              <a:rPr lang="en-US" sz="2800" kern="0" dirty="0">
                <a:solidFill>
                  <a:srgbClr val="000000"/>
                </a:solidFill>
                <a:sym typeface="IBM Plex Sans Light"/>
              </a:rPr>
              <a:t>Operational stability results, clean execution of the change window, audit-ready artifacts, and a short set of lessons to make the next run faster</a:t>
            </a:r>
          </a:p>
        </p:txBody>
      </p:sp>
      <p:sp>
        <p:nvSpPr>
          <p:cNvPr id="46" name="TextBox 45">
            <a:extLst>
              <a:ext uri="{FF2B5EF4-FFF2-40B4-BE49-F238E27FC236}">
                <a16:creationId xmlns:a16="http://schemas.microsoft.com/office/drawing/2014/main" id="{6F470345-E0EF-F280-5351-5826F26D5D82}"/>
              </a:ext>
            </a:extLst>
          </p:cNvPr>
          <p:cNvSpPr txBox="1"/>
          <p:nvPr/>
        </p:nvSpPr>
        <p:spPr>
          <a:xfrm>
            <a:off x="10455965" y="9808941"/>
            <a:ext cx="13348598" cy="1534197"/>
          </a:xfrm>
          <a:prstGeom prst="rect">
            <a:avLst/>
          </a:prstGeom>
          <a:solidFill>
            <a:srgbClr val="E5F6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571500" indent="-571500" defTabSz="2438400">
              <a:spcBef>
                <a:spcPts val="1100"/>
              </a:spcBef>
              <a:buSzPct val="100000"/>
              <a:buFont typeface="Arial" panose="020B0604020202020204" pitchFamily="34" charset="0"/>
              <a:buChar char="•"/>
            </a:pPr>
            <a:r>
              <a:rPr lang="en-US" sz="2800" dirty="0"/>
              <a:t>Capture the steps, prerequisites, and ownership in a simple runbook so the next upgrade is repeatable and quicker, not a reinvention</a:t>
            </a:r>
            <a:endParaRPr lang="en-US" sz="2800" kern="0" dirty="0">
              <a:solidFill>
                <a:srgbClr val="000000"/>
              </a:solidFill>
              <a:ea typeface="+mj-ea"/>
              <a:cs typeface="+mj-cs"/>
              <a:sym typeface="IBM Plex Sans Light"/>
            </a:endParaRPr>
          </a:p>
        </p:txBody>
      </p:sp>
      <p:sp>
        <p:nvSpPr>
          <p:cNvPr id="47" name="TextBox 46">
            <a:extLst>
              <a:ext uri="{FF2B5EF4-FFF2-40B4-BE49-F238E27FC236}">
                <a16:creationId xmlns:a16="http://schemas.microsoft.com/office/drawing/2014/main" id="{61F4A868-1B83-3C17-C0E6-8EF63925D1B6}"/>
              </a:ext>
            </a:extLst>
          </p:cNvPr>
          <p:cNvSpPr txBox="1"/>
          <p:nvPr/>
        </p:nvSpPr>
        <p:spPr>
          <a:xfrm>
            <a:off x="10455965" y="11601916"/>
            <a:ext cx="13348598" cy="1534197"/>
          </a:xfrm>
          <a:prstGeom prst="rect">
            <a:avLst/>
          </a:prstGeom>
          <a:solidFill>
            <a:srgbClr val="E5F6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571500" indent="-571500" defTabSz="2438400">
              <a:spcBef>
                <a:spcPts val="1100"/>
              </a:spcBef>
              <a:buSzPct val="100000"/>
              <a:buFont typeface="Arial" panose="020B0604020202020204" pitchFamily="34" charset="0"/>
              <a:buChar char="•"/>
            </a:pPr>
            <a:r>
              <a:rPr lang="en-US" sz="2800" dirty="0"/>
              <a:t>Repeat the proven pattern on the next 2–3 targets, then broaden the scope once the operating model is steady</a:t>
            </a:r>
            <a:endParaRPr lang="en-US" sz="2800" kern="0" dirty="0">
              <a:solidFill>
                <a:srgbClr val="000000"/>
              </a:solidFill>
              <a:ea typeface="+mj-ea"/>
              <a:cs typeface="+mj-cs"/>
              <a:sym typeface="IBM Plex Sans Light"/>
            </a:endParaRPr>
          </a:p>
        </p:txBody>
      </p:sp>
      <p:sp>
        <p:nvSpPr>
          <p:cNvPr id="48" name="TextBox 47">
            <a:extLst>
              <a:ext uri="{FF2B5EF4-FFF2-40B4-BE49-F238E27FC236}">
                <a16:creationId xmlns:a16="http://schemas.microsoft.com/office/drawing/2014/main" id="{0B310CEA-5F40-E52D-8922-9DE85565A278}"/>
              </a:ext>
            </a:extLst>
          </p:cNvPr>
          <p:cNvSpPr txBox="1"/>
          <p:nvPr/>
        </p:nvSpPr>
        <p:spPr>
          <a:xfrm>
            <a:off x="2116414" y="4672628"/>
            <a:ext cx="6871528" cy="10489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chor="ctr">
            <a:noAutofit/>
          </a:bodyPr>
          <a:lstStyle/>
          <a:p>
            <a:pPr algn="l" defTabSz="2438400">
              <a:spcBef>
                <a:spcPts val="2900"/>
              </a:spcBef>
              <a:buSzPct val="100000"/>
            </a:pPr>
            <a:r>
              <a:rPr lang="en-US" b="1" kern="0" dirty="0">
                <a:solidFill>
                  <a:srgbClr val="000000"/>
                </a:solidFill>
                <a:ea typeface="+mj-ea"/>
                <a:cs typeface="+mj-cs"/>
                <a:sym typeface="IBM Plex Sans Light"/>
              </a:rPr>
              <a:t>Align on what </a:t>
            </a:r>
            <a:r>
              <a:rPr lang="en-US" b="1" kern="0" dirty="0">
                <a:solidFill>
                  <a:schemeClr val="accent1"/>
                </a:solidFill>
                <a:ea typeface="+mj-ea"/>
                <a:cs typeface="+mj-cs"/>
                <a:sym typeface="IBM Plex Sans Light"/>
              </a:rPr>
              <a:t>clean</a:t>
            </a:r>
            <a:r>
              <a:rPr lang="en-US" b="1" kern="0" dirty="0">
                <a:solidFill>
                  <a:srgbClr val="000000"/>
                </a:solidFill>
                <a:ea typeface="+mj-ea"/>
                <a:cs typeface="+mj-cs"/>
                <a:sym typeface="IBM Plex Sans Light"/>
              </a:rPr>
              <a:t> means</a:t>
            </a:r>
          </a:p>
        </p:txBody>
      </p:sp>
      <p:pic>
        <p:nvPicPr>
          <p:cNvPr id="50" name="Graphic 49" descr="Handshake outline">
            <a:extLst>
              <a:ext uri="{FF2B5EF4-FFF2-40B4-BE49-F238E27FC236}">
                <a16:creationId xmlns:a16="http://schemas.microsoft.com/office/drawing/2014/main" id="{95B0B4CC-18A0-76A8-4E9B-CA50D981EA4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02730" y="4538664"/>
            <a:ext cx="1222559" cy="1222559"/>
          </a:xfrm>
          <a:prstGeom prst="rect">
            <a:avLst/>
          </a:prstGeom>
        </p:spPr>
      </p:pic>
    </p:spTree>
    <p:extLst>
      <p:ext uri="{BB962C8B-B14F-4D97-AF65-F5344CB8AC3E}">
        <p14:creationId xmlns:p14="http://schemas.microsoft.com/office/powerpoint/2010/main" val="176224176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244F5-FE21-1465-315B-D82E22E9B80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03A8B5C-B540-FFBC-B4AF-7B54704B2A6A}"/>
              </a:ext>
            </a:extLst>
          </p:cNvPr>
          <p:cNvSpPr/>
          <p:nvPr/>
        </p:nvSpPr>
        <p:spPr bwMode="auto">
          <a:xfrm>
            <a:off x="5833429" y="2653451"/>
            <a:ext cx="17976162" cy="178139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ctr" anchorCtr="0" compatLnSpc="1">
            <a:prstTxWarp prst="textNoShape">
              <a:avLst/>
            </a:prstTxWarp>
          </a:bodyPr>
          <a:lstStyle/>
          <a:p>
            <a:pPr marL="0" marR="0" lvl="0" indent="0" algn="ctr" defTabSz="914378" rtl="0" eaLnBrk="1" fontAlgn="base" latinLnBrk="0" hangingPunct="1">
              <a:lnSpc>
                <a:spcPct val="100000"/>
              </a:lnSpc>
              <a:spcBef>
                <a:spcPct val="0"/>
              </a:spcBef>
              <a:spcAft>
                <a:spcPct val="0"/>
              </a:spcAft>
              <a:buClrTx/>
              <a:buSzTx/>
              <a:buFontTx/>
              <a:buNone/>
              <a:tabLst/>
              <a:defRPr/>
            </a:pPr>
            <a:r>
              <a:rPr kumimoji="0" lang="en-US" sz="4400" b="1" i="0" u="none" strike="noStrike" kern="0" cap="none" spc="0" normalizeH="0" baseline="0" noProof="0" dirty="0">
                <a:ln>
                  <a:noFill/>
                </a:ln>
                <a:solidFill>
                  <a:srgbClr val="0F62FE"/>
                </a:solidFill>
                <a:effectLst/>
                <a:uLnTx/>
                <a:uFillTx/>
                <a:latin typeface="IBM Plex Sans Light"/>
                <a:ea typeface="+mn-ea"/>
                <a:cs typeface="+mn-cs"/>
              </a:rPr>
              <a:t>Stable, supported workflow platform that is audit-ready by default and easier to operate</a:t>
            </a:r>
          </a:p>
        </p:txBody>
      </p:sp>
      <p:sp>
        <p:nvSpPr>
          <p:cNvPr id="2" name="Title 1">
            <a:extLst>
              <a:ext uri="{FF2B5EF4-FFF2-40B4-BE49-F238E27FC236}">
                <a16:creationId xmlns:a16="http://schemas.microsoft.com/office/drawing/2014/main" id="{3CD1E3A8-0419-8528-AD30-64F0EC52B537}"/>
              </a:ext>
            </a:extLst>
          </p:cNvPr>
          <p:cNvSpPr>
            <a:spLocks noGrp="1"/>
          </p:cNvSpPr>
          <p:nvPr>
            <p:ph type="title"/>
          </p:nvPr>
        </p:nvSpPr>
        <p:spPr>
          <a:xfrm>
            <a:off x="577583" y="755596"/>
            <a:ext cx="17051197" cy="1375301"/>
          </a:xfrm>
        </p:spPr>
        <p:txBody>
          <a:bodyPr/>
          <a:lstStyle/>
          <a:p>
            <a:r>
              <a:rPr lang="en-US" sz="7198" dirty="0">
                <a:solidFill>
                  <a:srgbClr val="000000"/>
                </a:solidFill>
                <a:latin typeface="IBM Plex Sans Light" panose="020B0403050203000203" pitchFamily="34" charset="0"/>
                <a:ea typeface="+mn-ea"/>
                <a:cs typeface="+mn-cs"/>
              </a:rPr>
              <a:t>Example: </a:t>
            </a:r>
            <a:r>
              <a:rPr lang="en-US" sz="7198" b="1" dirty="0">
                <a:solidFill>
                  <a:srgbClr val="0043CE"/>
                </a:solidFill>
                <a:latin typeface="IBM Plex Sans Light" panose="020B0403050203000203" pitchFamily="34" charset="0"/>
                <a:ea typeface="+mn-ea"/>
                <a:cs typeface="+mn-cs"/>
              </a:rPr>
              <a:t>BAW Modernization</a:t>
            </a:r>
            <a:r>
              <a:rPr lang="en-US" sz="7198" dirty="0">
                <a:solidFill>
                  <a:srgbClr val="000000"/>
                </a:solidFill>
                <a:latin typeface="IBM Plex Sans Light" panose="020B0403050203000203" pitchFamily="34" charset="0"/>
                <a:ea typeface="+mn-ea"/>
                <a:cs typeface="+mn-cs"/>
              </a:rPr>
              <a:t> With Trust </a:t>
            </a:r>
            <a:br>
              <a:rPr lang="en-US" sz="7198" dirty="0">
                <a:solidFill>
                  <a:srgbClr val="000000"/>
                </a:solidFill>
                <a:latin typeface="IBM Plex Sans Light" panose="020B0403050203000203" pitchFamily="34" charset="0"/>
                <a:ea typeface="+mn-ea"/>
                <a:cs typeface="+mn-cs"/>
              </a:rPr>
            </a:br>
            <a:br>
              <a:rPr lang="en-US" sz="7200" i="1" dirty="0"/>
            </a:br>
            <a:endParaRPr lang="en-US" sz="7198" dirty="0">
              <a:solidFill>
                <a:srgbClr val="000000"/>
              </a:solidFill>
              <a:latin typeface="IBM Plex Sans Light" panose="020B0403050203000203" pitchFamily="34" charset="0"/>
              <a:ea typeface="+mn-ea"/>
              <a:cs typeface="+mn-cs"/>
            </a:endParaRPr>
          </a:p>
        </p:txBody>
      </p:sp>
      <p:sp>
        <p:nvSpPr>
          <p:cNvPr id="11" name="Rectangle 10">
            <a:extLst>
              <a:ext uri="{FF2B5EF4-FFF2-40B4-BE49-F238E27FC236}">
                <a16:creationId xmlns:a16="http://schemas.microsoft.com/office/drawing/2014/main" id="{A2C0639C-3D0E-6451-1657-643BF680789E}"/>
              </a:ext>
            </a:extLst>
          </p:cNvPr>
          <p:cNvSpPr/>
          <p:nvPr/>
        </p:nvSpPr>
        <p:spPr bwMode="auto">
          <a:xfrm>
            <a:off x="655167" y="11667565"/>
            <a:ext cx="23359320" cy="1034954"/>
          </a:xfrm>
          <a:prstGeom prst="rect">
            <a:avLst/>
          </a:prstGeom>
          <a:noFill/>
          <a:ln w="19050">
            <a:solidFill>
              <a:srgbClr val="10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ctr" anchorCtr="0" compatLnSpc="1">
            <a:prstTxWarp prst="textNoShape">
              <a:avLst/>
            </a:prstTxWarp>
          </a:bodyPr>
          <a:lstStyle/>
          <a:p>
            <a:pPr marL="0" marR="0" lvl="0" indent="0" algn="ctr" defTabSz="1828800" rtl="0" eaLnBrk="1" fontAlgn="base" latinLnBrk="0" hangingPunct="1">
              <a:lnSpc>
                <a:spcPct val="100000"/>
              </a:lnSpc>
              <a:spcBef>
                <a:spcPct val="0"/>
              </a:spcBef>
              <a:spcAft>
                <a:spcPct val="0"/>
              </a:spcAft>
              <a:buClrTx/>
              <a:buSzTx/>
              <a:buFontTx/>
              <a:buNone/>
              <a:tabLst/>
              <a:defRPr/>
            </a:pPr>
            <a:r>
              <a:rPr kumimoji="0" lang="en-US" sz="4000" b="1" i="0" u="none" strike="noStrike" kern="1200" cap="none" spc="0" normalizeH="0" baseline="0" noProof="0" dirty="0">
                <a:ln>
                  <a:noFill/>
                </a:ln>
                <a:solidFill>
                  <a:srgbClr val="000000"/>
                </a:solidFill>
                <a:effectLst/>
                <a:uLnTx/>
                <a:uFillTx/>
                <a:latin typeface="IBM Plex Sans Light"/>
                <a:ea typeface="+mn-ea"/>
                <a:cs typeface="+mn-cs"/>
              </a:rPr>
              <a:t>One successful pilot defined with success criteria, owners, and measurable outcomes </a:t>
            </a:r>
          </a:p>
        </p:txBody>
      </p:sp>
      <p:sp>
        <p:nvSpPr>
          <p:cNvPr id="3" name="Down Arrow 2">
            <a:extLst>
              <a:ext uri="{FF2B5EF4-FFF2-40B4-BE49-F238E27FC236}">
                <a16:creationId xmlns:a16="http://schemas.microsoft.com/office/drawing/2014/main" id="{8E1F01E4-224B-F3B0-23A3-7B2CF5FF0B1F}"/>
              </a:ext>
            </a:extLst>
          </p:cNvPr>
          <p:cNvSpPr/>
          <p:nvPr/>
        </p:nvSpPr>
        <p:spPr bwMode="auto">
          <a:xfrm>
            <a:off x="11139302" y="10587941"/>
            <a:ext cx="2180492" cy="1406770"/>
          </a:xfrm>
          <a:prstGeom prst="downArrow">
            <a:avLst/>
          </a:prstGeom>
          <a:solidFill>
            <a:srgbClr val="1062FE"/>
          </a:solidFill>
          <a:ln w="19050">
            <a:solidFill>
              <a:srgbClr val="10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bodyPr>
          <a:lstStyle/>
          <a:p>
            <a:pPr marL="0" marR="0" lvl="0" indent="0" algn="l" defTabSz="18288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FFFFFF"/>
              </a:solidFill>
              <a:effectLst/>
              <a:uLnTx/>
              <a:uFillTx/>
              <a:latin typeface="IBM Plex Sans Light"/>
              <a:ea typeface="+mn-ea"/>
              <a:cs typeface="+mn-cs"/>
            </a:endParaRPr>
          </a:p>
        </p:txBody>
      </p:sp>
      <p:sp>
        <p:nvSpPr>
          <p:cNvPr id="4" name="Rectangle 3">
            <a:extLst>
              <a:ext uri="{FF2B5EF4-FFF2-40B4-BE49-F238E27FC236}">
                <a16:creationId xmlns:a16="http://schemas.microsoft.com/office/drawing/2014/main" id="{53656872-0E16-966A-F03E-2BC7FC4EC663}"/>
              </a:ext>
            </a:extLst>
          </p:cNvPr>
          <p:cNvSpPr/>
          <p:nvPr/>
        </p:nvSpPr>
        <p:spPr bwMode="auto">
          <a:xfrm>
            <a:off x="577584" y="2656588"/>
            <a:ext cx="4946916" cy="1781390"/>
          </a:xfrm>
          <a:prstGeom prst="rect">
            <a:avLst/>
          </a:prstGeom>
          <a:solidFill>
            <a:schemeClr val="accent1"/>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ctr" anchorCtr="0" compatLnSpc="1">
            <a:prstTxWarp prst="textNoShape">
              <a:avLst/>
            </a:prstTxWarp>
          </a:bodyPr>
          <a:lstStyle/>
          <a:p>
            <a:pPr marL="0" marR="0" lvl="0" indent="0" algn="ctr" defTabSz="914378" rtl="0" eaLnBrk="1" fontAlgn="base" latinLnBrk="0" hangingPunct="1">
              <a:lnSpc>
                <a:spcPct val="100000"/>
              </a:lnSpc>
              <a:spcBef>
                <a:spcPct val="0"/>
              </a:spcBef>
              <a:spcAft>
                <a:spcPct val="0"/>
              </a:spcAft>
              <a:buClrTx/>
              <a:buSzTx/>
              <a:buFontTx/>
              <a:buNone/>
              <a:tabLst/>
              <a:defRPr/>
            </a:pPr>
            <a:r>
              <a:rPr kumimoji="0" lang="en-US" sz="4400" b="1" i="0" u="none" strike="noStrike" kern="0" cap="none" spc="0" normalizeH="0" baseline="0" noProof="0" dirty="0">
                <a:ln>
                  <a:noFill/>
                </a:ln>
                <a:solidFill>
                  <a:srgbClr val="FFFFFF"/>
                </a:solidFill>
                <a:effectLst/>
                <a:uLnTx/>
                <a:uFillTx/>
                <a:latin typeface="IBM Plex Sans Light"/>
                <a:ea typeface="+mn-ea"/>
                <a:cs typeface="+mn-cs"/>
              </a:rPr>
              <a:t>Desired outcome:</a:t>
            </a:r>
          </a:p>
        </p:txBody>
      </p:sp>
      <p:sp>
        <p:nvSpPr>
          <p:cNvPr id="6" name="Pentagon 5">
            <a:extLst>
              <a:ext uri="{FF2B5EF4-FFF2-40B4-BE49-F238E27FC236}">
                <a16:creationId xmlns:a16="http://schemas.microsoft.com/office/drawing/2014/main" id="{B809D6BC-FD89-879D-4DA1-71C01D8CF13C}"/>
              </a:ext>
            </a:extLst>
          </p:cNvPr>
          <p:cNvSpPr/>
          <p:nvPr/>
        </p:nvSpPr>
        <p:spPr bwMode="auto">
          <a:xfrm>
            <a:off x="540834" y="5037343"/>
            <a:ext cx="6915017" cy="1351722"/>
          </a:xfrm>
          <a:prstGeom prst="homePlat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 typeface="IBM Plex Sans Light"/>
              <a:buNone/>
              <a:tabLst/>
              <a:defRPr/>
            </a:pPr>
            <a:r>
              <a:rPr kumimoji="0" lang="en-US" sz="3200" b="1" i="0" u="none" strike="noStrike" kern="1200" cap="none" spc="0" normalizeH="0" baseline="0" noProof="0" dirty="0">
                <a:ln>
                  <a:noFill/>
                </a:ln>
                <a:solidFill>
                  <a:srgbClr val="000000"/>
                </a:solidFill>
                <a:effectLst/>
                <a:uLnTx/>
                <a:uFillTx/>
                <a:latin typeface="IBM Plex Sans Light"/>
                <a:ea typeface="+mn-ea"/>
                <a:cs typeface="+mn-cs"/>
              </a:rPr>
              <a:t>Current client landscape </a:t>
            </a:r>
          </a:p>
          <a:p>
            <a:pPr marL="0" marR="0" lvl="0" indent="0" algn="ctr" defTabSz="914400" rtl="0" eaLnBrk="1" fontAlgn="base" latinLnBrk="0" hangingPunct="1">
              <a:lnSpc>
                <a:spcPct val="100000"/>
              </a:lnSpc>
              <a:spcBef>
                <a:spcPct val="0"/>
              </a:spcBef>
              <a:spcAft>
                <a:spcPct val="0"/>
              </a:spcAft>
              <a:buClrTx/>
              <a:buSzTx/>
              <a:buFont typeface="IBM Plex Sans Light"/>
              <a:buNone/>
              <a:tabLst/>
              <a:defRPr/>
            </a:pPr>
            <a:r>
              <a:rPr kumimoji="0" lang="en-US" sz="3200" b="1" i="0" u="none" strike="noStrike" kern="1200" cap="none" spc="0" normalizeH="0" baseline="0" noProof="0" dirty="0">
                <a:ln>
                  <a:noFill/>
                </a:ln>
                <a:solidFill>
                  <a:srgbClr val="000000"/>
                </a:solidFill>
                <a:effectLst/>
                <a:uLnTx/>
                <a:uFillTx/>
                <a:latin typeface="IBM Plex Sans Light"/>
                <a:ea typeface="+mn-ea"/>
                <a:cs typeface="+mn-cs"/>
              </a:rPr>
              <a:t>(where does BAW sit today?</a:t>
            </a:r>
          </a:p>
        </p:txBody>
      </p:sp>
      <p:sp>
        <p:nvSpPr>
          <p:cNvPr id="8" name="Chevron 7">
            <a:extLst>
              <a:ext uri="{FF2B5EF4-FFF2-40B4-BE49-F238E27FC236}">
                <a16:creationId xmlns:a16="http://schemas.microsoft.com/office/drawing/2014/main" id="{EF8CE6BE-0155-CFF7-60B5-B44E1301163C}"/>
              </a:ext>
            </a:extLst>
          </p:cNvPr>
          <p:cNvSpPr/>
          <p:nvPr/>
        </p:nvSpPr>
        <p:spPr bwMode="auto">
          <a:xfrm>
            <a:off x="8772040" y="5058925"/>
            <a:ext cx="6915017" cy="1406751"/>
          </a:xfrm>
          <a:prstGeom prst="chevron">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 typeface="IBM Plex Sans Light"/>
              <a:buNone/>
              <a:tabLst/>
              <a:defRPr/>
            </a:pPr>
            <a:r>
              <a:rPr kumimoji="0" lang="en-US" sz="3200" b="1" i="0" u="none" strike="noStrike" kern="1200" cap="none" spc="0" normalizeH="0" baseline="0" noProof="0" dirty="0">
                <a:ln>
                  <a:noFill/>
                </a:ln>
                <a:solidFill>
                  <a:srgbClr val="000000"/>
                </a:solidFill>
                <a:effectLst/>
                <a:uLnTx/>
                <a:uFillTx/>
                <a:latin typeface="IBM Plex Sans Light"/>
                <a:ea typeface="+mn-ea"/>
                <a:cs typeface="+mn-cs"/>
              </a:rPr>
              <a:t>Modernization approach</a:t>
            </a:r>
          </a:p>
        </p:txBody>
      </p:sp>
      <p:sp>
        <p:nvSpPr>
          <p:cNvPr id="10" name="Chevron 9">
            <a:extLst>
              <a:ext uri="{FF2B5EF4-FFF2-40B4-BE49-F238E27FC236}">
                <a16:creationId xmlns:a16="http://schemas.microsoft.com/office/drawing/2014/main" id="{A2541088-1FF3-AE00-1E83-1D4CD51EDDD9}"/>
              </a:ext>
            </a:extLst>
          </p:cNvPr>
          <p:cNvSpPr/>
          <p:nvPr/>
        </p:nvSpPr>
        <p:spPr bwMode="auto">
          <a:xfrm>
            <a:off x="17001292" y="5058925"/>
            <a:ext cx="6933657" cy="1406751"/>
          </a:xfrm>
          <a:prstGeom prst="chevron">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 typeface="IBM Plex Sans Light"/>
              <a:buNone/>
              <a:tabLst/>
              <a:defRPr/>
            </a:pPr>
            <a:r>
              <a:rPr kumimoji="0" lang="en-US" sz="3200" b="1" i="0" u="none" strike="noStrike" kern="1200" cap="none" spc="0" normalizeH="0" baseline="0" noProof="0" dirty="0">
                <a:ln>
                  <a:noFill/>
                </a:ln>
                <a:solidFill>
                  <a:srgbClr val="000000"/>
                </a:solidFill>
                <a:effectLst/>
                <a:uLnTx/>
                <a:uFillTx/>
                <a:latin typeface="IBM Plex Sans Light"/>
                <a:ea typeface="+mn-ea"/>
                <a:cs typeface="+mn-cs"/>
              </a:rPr>
              <a:t>Product capability unlock (Orchestration + Agentic AI)</a:t>
            </a:r>
          </a:p>
        </p:txBody>
      </p:sp>
      <p:sp>
        <p:nvSpPr>
          <p:cNvPr id="12" name="TextBox 11">
            <a:extLst>
              <a:ext uri="{FF2B5EF4-FFF2-40B4-BE49-F238E27FC236}">
                <a16:creationId xmlns:a16="http://schemas.microsoft.com/office/drawing/2014/main" id="{7406BD8F-A354-2049-696E-A379C2014D3F}"/>
              </a:ext>
            </a:extLst>
          </p:cNvPr>
          <p:cNvSpPr txBox="1"/>
          <p:nvPr/>
        </p:nvSpPr>
        <p:spPr>
          <a:xfrm>
            <a:off x="17019799" y="6670379"/>
            <a:ext cx="6896642" cy="45966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571500" marR="0" lvl="0" indent="-571500" algn="l" defTabSz="914356" rtl="0" eaLnBrk="1" fontAlgn="base" latinLnBrk="0" hangingPunct="1">
              <a:lnSpc>
                <a:spcPct val="100000"/>
              </a:lnSpc>
              <a:spcBef>
                <a:spcPts val="800"/>
              </a:spcBef>
              <a:spcAft>
                <a:spcPct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00000"/>
                </a:solidFill>
                <a:effectLst/>
                <a:uLnTx/>
                <a:uFillTx/>
                <a:latin typeface="IBM Plex Sans Light"/>
                <a:ea typeface="+mn-ea"/>
                <a:cs typeface="+mn-cs"/>
              </a:rPr>
              <a:t>Post-upgrade stability &amp; support</a:t>
            </a:r>
          </a:p>
          <a:p>
            <a:pPr marL="571500" marR="0" lvl="0" indent="-571500" algn="l" defTabSz="914356" rtl="0" eaLnBrk="1" fontAlgn="base" latinLnBrk="0" hangingPunct="1">
              <a:lnSpc>
                <a:spcPct val="100000"/>
              </a:lnSpc>
              <a:spcBef>
                <a:spcPts val="800"/>
              </a:spcBef>
              <a:spcAft>
                <a:spcPct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srgbClr val="000000"/>
              </a:solidFill>
              <a:effectLst/>
              <a:uLnTx/>
              <a:uFillTx/>
              <a:latin typeface="IBM Plex Sans Light"/>
              <a:ea typeface="+mn-ea"/>
              <a:cs typeface="+mn-cs"/>
            </a:endParaRPr>
          </a:p>
          <a:p>
            <a:pPr marL="571500" marR="0" lvl="0" indent="-571500" algn="l" defTabSz="914356" rtl="0" eaLnBrk="1" fontAlgn="base" latinLnBrk="0" hangingPunct="1">
              <a:lnSpc>
                <a:spcPct val="100000"/>
              </a:lnSpc>
              <a:spcBef>
                <a:spcPts val="800"/>
              </a:spcBef>
              <a:spcAft>
                <a:spcPct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00000"/>
                </a:solidFill>
                <a:effectLst/>
                <a:uLnTx/>
                <a:uFillTx/>
                <a:latin typeface="IBM Plex Sans Light"/>
                <a:ea typeface="+mn-ea"/>
                <a:cs typeface="+mn-cs"/>
                <a:sym typeface="IBM Plex Sans Light"/>
              </a:rPr>
              <a:t>Container or Cloud deployment path</a:t>
            </a:r>
          </a:p>
          <a:p>
            <a:pPr marL="571500" marR="0" lvl="0" indent="-571500" algn="l" defTabSz="914356" rtl="0" eaLnBrk="1" fontAlgn="base" latinLnBrk="0" hangingPunct="1">
              <a:lnSpc>
                <a:spcPct val="100000"/>
              </a:lnSpc>
              <a:spcBef>
                <a:spcPts val="800"/>
              </a:spcBef>
              <a:spcAft>
                <a:spcPct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srgbClr val="000000"/>
              </a:solidFill>
              <a:effectLst/>
              <a:uLnTx/>
              <a:uFillTx/>
              <a:latin typeface="IBM Plex Sans Light"/>
              <a:ea typeface="+mn-ea"/>
              <a:cs typeface="+mn-cs"/>
              <a:sym typeface="IBM Plex Sans Light"/>
            </a:endParaRPr>
          </a:p>
          <a:p>
            <a:pPr marL="571500" marR="0" lvl="0" indent="-571500" algn="l" defTabSz="914356" rtl="0" eaLnBrk="1" fontAlgn="base" latinLnBrk="0" hangingPunct="1">
              <a:lnSpc>
                <a:spcPct val="100000"/>
              </a:lnSpc>
              <a:spcBef>
                <a:spcPts val="800"/>
              </a:spcBef>
              <a:spcAft>
                <a:spcPct val="0"/>
              </a:spcAft>
              <a:buClrTx/>
              <a:buSzTx/>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Embedded controls w/audit traceability</a:t>
            </a:r>
          </a:p>
          <a:p>
            <a:pPr marL="571500" marR="0" lvl="0" indent="-571500" algn="l" defTabSz="914356" rtl="0" eaLnBrk="1" fontAlgn="base" latinLnBrk="0" hangingPunct="1">
              <a:lnSpc>
                <a:spcPct val="100000"/>
              </a:lnSpc>
              <a:spcBef>
                <a:spcPts val="800"/>
              </a:spcBef>
              <a:spcAft>
                <a:spcPct val="0"/>
              </a:spcAft>
              <a:buClrTx/>
              <a:buSzTx/>
              <a:buFont typeface="Arial" panose="020B0604020202020204" pitchFamily="34" charset="0"/>
              <a:buChar char="•"/>
              <a:tabLst/>
              <a:defRPr/>
            </a:pPr>
            <a:endPar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endParaRPr>
          </a:p>
          <a:p>
            <a:pPr marL="571500" marR="0" lvl="0" indent="-571500" algn="l" defTabSz="914356" rtl="0" eaLnBrk="1" fontAlgn="base" latinLnBrk="0" hangingPunct="1">
              <a:lnSpc>
                <a:spcPct val="100000"/>
              </a:lnSpc>
              <a:spcBef>
                <a:spcPts val="800"/>
              </a:spcBef>
              <a:spcAft>
                <a:spcPct val="0"/>
              </a:spcAft>
              <a:buClrTx/>
              <a:buSzTx/>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Governable AI for triage, summarization, and exception handling</a:t>
            </a:r>
          </a:p>
        </p:txBody>
      </p:sp>
      <p:sp>
        <p:nvSpPr>
          <p:cNvPr id="15" name="TextBox 14">
            <a:extLst>
              <a:ext uri="{FF2B5EF4-FFF2-40B4-BE49-F238E27FC236}">
                <a16:creationId xmlns:a16="http://schemas.microsoft.com/office/drawing/2014/main" id="{CF64E39C-BD43-0BFA-7856-8F9F8B02F661}"/>
              </a:ext>
            </a:extLst>
          </p:cNvPr>
          <p:cNvSpPr txBox="1"/>
          <p:nvPr/>
        </p:nvSpPr>
        <p:spPr>
          <a:xfrm>
            <a:off x="8799734" y="6670379"/>
            <a:ext cx="7070186" cy="45966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571500" marR="0" lvl="0" indent="-571500" algn="l" defTabSz="2438400" rtl="0" eaLnBrk="1" fontAlgn="auto" latinLnBrk="0" hangingPunct="1">
              <a:lnSpc>
                <a:spcPct val="100000"/>
              </a:lnSpc>
              <a:spcBef>
                <a:spcPts val="2900"/>
              </a:spcBef>
              <a:spcAft>
                <a:spcPts val="0"/>
              </a:spcAft>
              <a:buClrTx/>
              <a:buSzPct val="100000"/>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Pick </a:t>
            </a:r>
            <a:r>
              <a:rPr kumimoji="0" lang="en-US" sz="2800" b="1" i="0" u="none" strike="noStrike" kern="0" cap="none" spc="0" normalizeH="0" baseline="0" noProof="0" dirty="0">
                <a:ln>
                  <a:noFill/>
                </a:ln>
                <a:solidFill>
                  <a:srgbClr val="0F62FE"/>
                </a:solidFill>
                <a:effectLst/>
                <a:uLnTx/>
                <a:uFillTx/>
                <a:latin typeface="IBM Plex Sans Light"/>
                <a:ea typeface="+mn-ea"/>
                <a:cs typeface="+mn-cs"/>
                <a:sym typeface="IBM Plex Sans Light"/>
              </a:rPr>
              <a:t>one</a:t>
            </a: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 business flow &amp; it’s dependency chain</a:t>
            </a:r>
          </a:p>
          <a:p>
            <a:pPr marL="571500" marR="0" lvl="0" indent="-571500" algn="l" defTabSz="2438400" rtl="0" eaLnBrk="1" fontAlgn="auto" latinLnBrk="0" hangingPunct="1">
              <a:lnSpc>
                <a:spcPct val="100000"/>
              </a:lnSpc>
              <a:spcBef>
                <a:spcPts val="2900"/>
              </a:spcBef>
              <a:spcAft>
                <a:spcPts val="0"/>
              </a:spcAft>
              <a:buClrTx/>
              <a:buSzPct val="100000"/>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Align on </a:t>
            </a:r>
            <a:r>
              <a:rPr kumimoji="0" lang="en-US" sz="2800" b="1" i="0" u="none" strike="noStrike" kern="0" cap="none" spc="0" normalizeH="0" baseline="0" noProof="0" dirty="0">
                <a:ln>
                  <a:noFill/>
                </a:ln>
                <a:solidFill>
                  <a:srgbClr val="0F62FE"/>
                </a:solidFill>
                <a:effectLst/>
                <a:uLnTx/>
                <a:uFillTx/>
                <a:latin typeface="IBM Plex Sans Light"/>
                <a:ea typeface="+mn-ea"/>
                <a:cs typeface="+mn-cs"/>
                <a:sym typeface="IBM Plex Sans Light"/>
              </a:rPr>
              <a:t>clean</a:t>
            </a: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 supported versions, compatibility, reversible, auditable</a:t>
            </a:r>
          </a:p>
          <a:p>
            <a:pPr marL="571500" marR="0" lvl="0" indent="-571500" algn="l" defTabSz="2438400" rtl="0" eaLnBrk="1" fontAlgn="auto" latinLnBrk="0" hangingPunct="1">
              <a:lnSpc>
                <a:spcPct val="100000"/>
              </a:lnSpc>
              <a:spcBef>
                <a:spcPts val="2900"/>
              </a:spcBef>
              <a:spcAft>
                <a:spcPts val="0"/>
              </a:spcAft>
              <a:buClrTx/>
              <a:buSzPct val="100000"/>
              <a:buFont typeface="Arial" panose="020B0604020202020204" pitchFamily="34" charset="0"/>
              <a:buChar char="•"/>
              <a:tabLst/>
              <a:defRPr/>
            </a:pPr>
            <a:r>
              <a:rPr kumimoji="0" lang="en-US" sz="2800" b="1" i="0" u="none" strike="noStrike" kern="0" cap="none" spc="0" normalizeH="0" baseline="0" noProof="0" dirty="0">
                <a:ln>
                  <a:noFill/>
                </a:ln>
                <a:solidFill>
                  <a:srgbClr val="0F62FE"/>
                </a:solidFill>
                <a:effectLst/>
                <a:uLnTx/>
                <a:uFillTx/>
                <a:latin typeface="IBM Plex Sans Light"/>
                <a:ea typeface="+mn-ea"/>
                <a:cs typeface="+mn-cs"/>
                <a:sym typeface="IBM Plex Sans Light"/>
              </a:rPr>
              <a:t>ONE</a:t>
            </a: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 IBM owner manages upgrade execution end-to-end </a:t>
            </a:r>
          </a:p>
        </p:txBody>
      </p:sp>
      <p:sp>
        <p:nvSpPr>
          <p:cNvPr id="16" name="TextBox 15">
            <a:extLst>
              <a:ext uri="{FF2B5EF4-FFF2-40B4-BE49-F238E27FC236}">
                <a16:creationId xmlns:a16="http://schemas.microsoft.com/office/drawing/2014/main" id="{FC057E66-8C6E-D519-DA29-B47670CC029A}"/>
              </a:ext>
            </a:extLst>
          </p:cNvPr>
          <p:cNvSpPr txBox="1"/>
          <p:nvPr/>
        </p:nvSpPr>
        <p:spPr>
          <a:xfrm>
            <a:off x="577583" y="6646950"/>
            <a:ext cx="7521535" cy="45966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571500" marR="0" lvl="0" indent="-571500" algn="l" defTabSz="2438400" rtl="0" eaLnBrk="1" fontAlgn="auto" latinLnBrk="0" hangingPunct="1">
              <a:lnSpc>
                <a:spcPct val="100000"/>
              </a:lnSpc>
              <a:spcBef>
                <a:spcPts val="2900"/>
              </a:spcBef>
              <a:spcAft>
                <a:spcPts val="0"/>
              </a:spcAft>
              <a:buClrTx/>
              <a:buSzPct val="100000"/>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Orchestrates business critical workflows</a:t>
            </a:r>
          </a:p>
          <a:p>
            <a:pPr marL="571500" marR="0" lvl="0" indent="-571500" algn="l" defTabSz="2438400" rtl="0" eaLnBrk="1" fontAlgn="auto" latinLnBrk="0" hangingPunct="1">
              <a:lnSpc>
                <a:spcPct val="100000"/>
              </a:lnSpc>
              <a:spcBef>
                <a:spcPts val="2900"/>
              </a:spcBef>
              <a:spcAft>
                <a:spcPts val="0"/>
              </a:spcAft>
              <a:buClrTx/>
              <a:buSzPct val="100000"/>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Client pain is in 3 places:</a:t>
            </a:r>
          </a:p>
          <a:p>
            <a:pPr marL="1486188" marR="0" lvl="1" indent="-571500" algn="l" defTabSz="2438400" rtl="0" eaLnBrk="1" fontAlgn="auto" latinLnBrk="0" hangingPunct="1">
              <a:lnSpc>
                <a:spcPts val="2060"/>
              </a:lnSpc>
              <a:spcBef>
                <a:spcPts val="2900"/>
              </a:spcBef>
              <a:spcAft>
                <a:spcPts val="0"/>
              </a:spcAft>
              <a:buClrTx/>
              <a:buSzPct val="100000"/>
              <a:buFont typeface="Courier New" panose="02070309020205020404" pitchFamily="49" charset="0"/>
              <a:buChar char="o"/>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Version drift &amp; customizations that make upgrades tough</a:t>
            </a:r>
          </a:p>
          <a:p>
            <a:pPr marL="1486188" marR="0" lvl="1" indent="-571500" algn="l" defTabSz="2438400" rtl="0" eaLnBrk="1" fontAlgn="auto" latinLnBrk="0" hangingPunct="1">
              <a:lnSpc>
                <a:spcPts val="2060"/>
              </a:lnSpc>
              <a:spcBef>
                <a:spcPts val="2900"/>
              </a:spcBef>
              <a:spcAft>
                <a:spcPts val="0"/>
              </a:spcAft>
              <a:buClrTx/>
              <a:buSzPct val="100000"/>
              <a:buFont typeface="Courier New" panose="02070309020205020404" pitchFamily="49" charset="0"/>
              <a:buChar char="o"/>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Integration sprawl and brittle interfaces</a:t>
            </a:r>
          </a:p>
          <a:p>
            <a:pPr marL="1486188" marR="0" lvl="1" indent="-571500" algn="l" defTabSz="2438400" rtl="0" eaLnBrk="1" fontAlgn="auto" latinLnBrk="0" hangingPunct="1">
              <a:lnSpc>
                <a:spcPts val="2060"/>
              </a:lnSpc>
              <a:spcBef>
                <a:spcPts val="2900"/>
              </a:spcBef>
              <a:spcAft>
                <a:spcPts val="0"/>
              </a:spcAft>
              <a:buClrTx/>
              <a:buSzPct val="100000"/>
              <a:buFont typeface="Courier New" panose="02070309020205020404" pitchFamily="49" charset="0"/>
              <a:buChar char="o"/>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Operations depends on a few experts</a:t>
            </a:r>
          </a:p>
        </p:txBody>
      </p:sp>
      <p:sp>
        <p:nvSpPr>
          <p:cNvPr id="14" name="Explosion 1 13">
            <a:extLst>
              <a:ext uri="{FF2B5EF4-FFF2-40B4-BE49-F238E27FC236}">
                <a16:creationId xmlns:a16="http://schemas.microsoft.com/office/drawing/2014/main" id="{D68C2B87-FDE3-6A5A-1B51-9DA4E2C27A3C}"/>
              </a:ext>
            </a:extLst>
          </p:cNvPr>
          <p:cNvSpPr/>
          <p:nvPr/>
        </p:nvSpPr>
        <p:spPr bwMode="auto">
          <a:xfrm>
            <a:off x="19202401" y="8556"/>
            <a:ext cx="4734504" cy="2546142"/>
          </a:xfrm>
          <a:prstGeom prst="irregularSeal1">
            <a:avLst/>
          </a:prstGeom>
          <a:solidFill>
            <a:srgbClr val="DA1E28"/>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 typeface="IBM Plex Sans Light"/>
              <a:buNone/>
              <a:tabLst/>
              <a:defRPr/>
            </a:pPr>
            <a:r>
              <a:rPr kumimoji="0" lang="en-US" sz="2000" b="1" i="0" u="none" strike="noStrike" kern="1200" cap="none" spc="0" normalizeH="0" baseline="0" noProof="0" dirty="0">
                <a:ln>
                  <a:noFill/>
                </a:ln>
                <a:solidFill>
                  <a:srgbClr val="FFFFFF"/>
                </a:solidFill>
                <a:effectLst/>
                <a:uLnTx/>
                <a:uFillTx/>
                <a:latin typeface="IBM Plex Sans Light"/>
                <a:ea typeface="+mn-ea"/>
                <a:cs typeface="+mn-cs"/>
              </a:rPr>
              <a:t>Clients resist BAW upgrades as they are disruptive and risky</a:t>
            </a:r>
          </a:p>
        </p:txBody>
      </p:sp>
      <p:sp>
        <p:nvSpPr>
          <p:cNvPr id="17" name="TextBox 16">
            <a:extLst>
              <a:ext uri="{FF2B5EF4-FFF2-40B4-BE49-F238E27FC236}">
                <a16:creationId xmlns:a16="http://schemas.microsoft.com/office/drawing/2014/main" id="{DF437858-A7BE-FD92-5D79-A63456C6563B}"/>
              </a:ext>
            </a:extLst>
          </p:cNvPr>
          <p:cNvSpPr txBox="1"/>
          <p:nvPr/>
        </p:nvSpPr>
        <p:spPr>
          <a:xfrm>
            <a:off x="655167" y="12960404"/>
            <a:ext cx="23486630" cy="523220"/>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marL="0" marR="0" lvl="0" indent="0" algn="ctr" defTabSz="1829379" rtl="0" eaLnBrk="1" fontAlgn="auto" latinLnBrk="0" hangingPunct="1">
              <a:lnSpc>
                <a:spcPct val="100000"/>
              </a:lnSpc>
              <a:spcBef>
                <a:spcPts val="0"/>
              </a:spcBef>
              <a:spcAft>
                <a:spcPts val="0"/>
              </a:spcAft>
              <a:buClrTx/>
              <a:buSzTx/>
              <a:buFontTx/>
              <a:buNone/>
              <a:tabLst/>
              <a:defRPr/>
            </a:pPr>
            <a:r>
              <a:rPr kumimoji="0" lang="en-US" sz="2800" b="1" i="1" u="none" strike="noStrike" kern="1200" cap="none" spc="0" normalizeH="0" baseline="0" noProof="0" dirty="0">
                <a:ln>
                  <a:noFill/>
                </a:ln>
                <a:solidFill>
                  <a:srgbClr val="0F62FE"/>
                </a:solidFill>
                <a:effectLst/>
                <a:uLnTx/>
                <a:uFillTx/>
                <a:latin typeface="IBM Plex Sans Light"/>
                <a:ea typeface="+mn-ea"/>
                <a:cs typeface="+mn-cs"/>
              </a:rPr>
              <a:t>A tightly defined upgrade gets existing flows back on track while preparing BAW for faster, governable modernization</a:t>
            </a:r>
            <a:endParaRPr kumimoji="0" lang="en-US" sz="2800" b="1" i="0" u="none" strike="noStrike" kern="1200" cap="none" spc="0" normalizeH="0" baseline="0" noProof="0" dirty="0">
              <a:ln>
                <a:noFill/>
              </a:ln>
              <a:solidFill>
                <a:srgbClr val="0F62FE"/>
              </a:solidFill>
              <a:effectLst/>
              <a:uLnTx/>
              <a:uFillTx/>
              <a:latin typeface="IBM Plex Sans Light"/>
              <a:ea typeface="+mn-ea"/>
              <a:cs typeface="+mn-cs"/>
            </a:endParaRPr>
          </a:p>
        </p:txBody>
      </p:sp>
    </p:spTree>
    <p:extLst>
      <p:ext uri="{BB962C8B-B14F-4D97-AF65-F5344CB8AC3E}">
        <p14:creationId xmlns:p14="http://schemas.microsoft.com/office/powerpoint/2010/main" val="18306844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EC69C-6CFD-2236-7E2B-0621247A58D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38DD352-395B-6D65-D902-47D918D0D5CC}"/>
              </a:ext>
            </a:extLst>
          </p:cNvPr>
          <p:cNvSpPr/>
          <p:nvPr/>
        </p:nvSpPr>
        <p:spPr bwMode="auto">
          <a:xfrm>
            <a:off x="299650" y="2938357"/>
            <a:ext cx="7686109" cy="8459772"/>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w="190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headEnd type="none" w="med" len="med"/>
            <a:tailEnd type="none" w="med" len="med"/>
          </a:ln>
          <a:effectLst>
            <a:outerShdw blurRad="50800" dist="38100" algn="l" rotWithShape="0">
              <a:schemeClr val="accent1">
                <a:lumMod val="60000"/>
                <a:lumOff val="40000"/>
                <a:alpha val="40000"/>
              </a:schemeClr>
            </a:outerShdw>
          </a:effectLst>
          <a:scene3d>
            <a:camera prst="orthographicFront"/>
            <a:lightRig rig="threePt" dir="t"/>
          </a:scene3d>
          <a:sp3d extrusionH="76200" contourW="12700">
            <a:bevelT w="152400" h="50800" prst="softRound"/>
            <a:extrusionClr>
              <a:schemeClr val="accent1">
                <a:lumMod val="60000"/>
                <a:lumOff val="40000"/>
              </a:schemeClr>
            </a:extrusionClr>
            <a:contourClr>
              <a:schemeClr val="accent1">
                <a:lumMod val="60000"/>
                <a:lumOff val="40000"/>
              </a:schemeClr>
            </a:contourClr>
          </a:sp3d>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t" anchorCtr="0" compatLnSpc="1">
            <a:prstTxWarp prst="textNoShape">
              <a:avLst/>
            </a:prstTxWarp>
          </a:bodyPr>
          <a:lstStyle/>
          <a:p>
            <a:pPr marL="0" marR="0" lvl="0" indent="0" algn="l" defTabSz="914356" rtl="0" eaLnBrk="1" fontAlgn="base" latinLnBrk="0" hangingPunct="1">
              <a:lnSpc>
                <a:spcPct val="100000"/>
              </a:lnSpc>
              <a:spcBef>
                <a:spcPts val="800"/>
              </a:spcBef>
              <a:spcAft>
                <a:spcPct val="0"/>
              </a:spcAft>
              <a:buClrTx/>
              <a:buSzTx/>
              <a:buFontTx/>
              <a:buNone/>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0" marR="0" lvl="0" indent="0" algn="l" defTabSz="1829379" rtl="0" eaLnBrk="1" fontAlgn="auto" latinLnBrk="0" hangingPunct="1">
              <a:lnSpc>
                <a:spcPct val="100000"/>
              </a:lnSpc>
              <a:spcBef>
                <a:spcPts val="0"/>
              </a:spcBef>
              <a:spcAft>
                <a:spcPts val="0"/>
              </a:spcAft>
              <a:buClrTx/>
              <a:buSzTx/>
              <a:buFontTx/>
              <a:buNone/>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457200" marR="0" lvl="0" indent="-457200" algn="l" defTabSz="1829379" rtl="0" eaLnBrk="1" fontAlgn="auto" latinLnBrk="0" hangingPunct="1">
              <a:lnSpc>
                <a:spcPct val="100000"/>
              </a:lnSpc>
              <a:spcBef>
                <a:spcPts val="0"/>
              </a:spcBef>
              <a:spcAft>
                <a:spcPts val="0"/>
              </a:spcAft>
              <a:buClrTx/>
              <a:buSzTx/>
              <a:buFontTx/>
              <a:buChar char="-"/>
              <a:tabLst/>
              <a:defRPr/>
            </a:pPr>
            <a:endParaRPr kumimoji="0" lang="en-US" sz="3200" b="1" i="0" u="none" strike="noStrike" kern="0" cap="none" spc="0" normalizeH="0" baseline="0" noProof="0" dirty="0">
              <a:ln>
                <a:noFill/>
              </a:ln>
              <a:solidFill>
                <a:srgbClr val="0F62FE"/>
              </a:solidFill>
              <a:effectLst/>
              <a:uLnTx/>
              <a:uFillTx/>
              <a:latin typeface="IBM Plex Sans Light"/>
              <a:ea typeface="+mn-ea"/>
              <a:cs typeface="+mn-cs"/>
            </a:endParaRPr>
          </a:p>
        </p:txBody>
      </p:sp>
      <p:sp>
        <p:nvSpPr>
          <p:cNvPr id="4" name="Rectangle 3">
            <a:extLst>
              <a:ext uri="{FF2B5EF4-FFF2-40B4-BE49-F238E27FC236}">
                <a16:creationId xmlns:a16="http://schemas.microsoft.com/office/drawing/2014/main" id="{9668A15A-F1AF-D50C-C421-297E76ADAD0F}"/>
              </a:ext>
            </a:extLst>
          </p:cNvPr>
          <p:cNvSpPr/>
          <p:nvPr/>
        </p:nvSpPr>
        <p:spPr bwMode="auto">
          <a:xfrm>
            <a:off x="3175" y="11398130"/>
            <a:ext cx="24384000" cy="1850369"/>
          </a:xfrm>
          <a:prstGeom prst="rect">
            <a:avLst/>
          </a:prstGeom>
          <a:gradFill flip="none" rotWithShape="1">
            <a:gsLst>
              <a:gs pos="0">
                <a:srgbClr val="0043CE">
                  <a:shade val="30000"/>
                  <a:satMod val="115000"/>
                </a:srgbClr>
              </a:gs>
              <a:gs pos="50000">
                <a:srgbClr val="0043CE">
                  <a:shade val="67500"/>
                  <a:satMod val="115000"/>
                </a:srgbClr>
              </a:gs>
              <a:gs pos="100000">
                <a:srgbClr val="0043CE">
                  <a:shade val="100000"/>
                  <a:satMod val="115000"/>
                </a:srgbClr>
              </a:gs>
            </a:gsLst>
            <a:lin ang="5400000" scaled="1"/>
            <a:tileRect/>
          </a:gradFill>
          <a:ln w="19050">
            <a:solidFill>
              <a:srgbClr val="E5F6FF">
                <a:alpha val="50000"/>
              </a:srgb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t" anchorCtr="0" compatLnSpc="1">
            <a:prstTxWarp prst="textNoShape">
              <a:avLst/>
            </a:prstTxWarp>
          </a:bodyPr>
          <a:lstStyle/>
          <a:p>
            <a:pPr marL="0" marR="0" lvl="0" indent="0" algn="l" defTabSz="914378" rtl="0" eaLnBrk="1" fontAlgn="base" latinLnBrk="0" hangingPunct="1">
              <a:lnSpc>
                <a:spcPct val="100000"/>
              </a:lnSpc>
              <a:spcBef>
                <a:spcPct val="0"/>
              </a:spcBef>
              <a:spcAft>
                <a:spcPct val="0"/>
              </a:spcAft>
              <a:buClrTx/>
              <a:buSzTx/>
              <a:buFontTx/>
              <a:buNone/>
              <a:tabLst/>
              <a:defRPr/>
            </a:pPr>
            <a:r>
              <a:rPr kumimoji="0" lang="en-US" sz="4800" b="1" i="0" u="none" strike="noStrike" kern="0" cap="none" spc="0" normalizeH="0" baseline="0" noProof="0" dirty="0">
                <a:ln>
                  <a:noFill/>
                </a:ln>
                <a:solidFill>
                  <a:srgbClr val="FFFFFF"/>
                </a:solidFill>
                <a:effectLst/>
                <a:uLnTx/>
                <a:uFillTx/>
                <a:latin typeface="IBM Plex Sans Light"/>
                <a:ea typeface="+mn-ea"/>
                <a:cs typeface="+mn-cs"/>
              </a:rPr>
              <a:t>  Modernization with trust: </a:t>
            </a:r>
          </a:p>
        </p:txBody>
      </p:sp>
      <p:cxnSp>
        <p:nvCxnSpPr>
          <p:cNvPr id="8" name="Straight Arrow Connector 7">
            <a:extLst>
              <a:ext uri="{FF2B5EF4-FFF2-40B4-BE49-F238E27FC236}">
                <a16:creationId xmlns:a16="http://schemas.microsoft.com/office/drawing/2014/main" id="{FAA5AC2D-CD10-A1F0-98EE-8D4CCBD4EC58}"/>
              </a:ext>
            </a:extLst>
          </p:cNvPr>
          <p:cNvCxnSpPr>
            <a:cxnSpLocks/>
          </p:cNvCxnSpPr>
          <p:nvPr/>
        </p:nvCxnSpPr>
        <p:spPr bwMode="auto">
          <a:xfrm>
            <a:off x="7588719" y="11866880"/>
            <a:ext cx="15711548" cy="0"/>
          </a:xfrm>
          <a:prstGeom prst="straightConnector1">
            <a:avLst/>
          </a:prstGeom>
          <a:ln w="47625">
            <a:solidFill>
              <a:schemeClr val="bg2">
                <a:alpha val="92000"/>
              </a:schemeClr>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DAE99398-CEAC-BA58-C445-63F585169A13}"/>
              </a:ext>
            </a:extLst>
          </p:cNvPr>
          <p:cNvSpPr txBox="1"/>
          <p:nvPr/>
        </p:nvSpPr>
        <p:spPr>
          <a:xfrm>
            <a:off x="325120" y="3393440"/>
            <a:ext cx="7263599" cy="5283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444465" marR="0" lvl="0" indent="-446749" algn="l" defTabSz="2438400" rtl="0" eaLnBrk="1" fontAlgn="auto" latinLnBrk="0" hangingPunct="1">
              <a:lnSpc>
                <a:spcPct val="100000"/>
              </a:lnSpc>
              <a:spcBef>
                <a:spcPts val="2900"/>
              </a:spcBef>
              <a:spcAft>
                <a:spcPts val="0"/>
              </a:spcAft>
              <a:buClrTx/>
              <a:buSzPct val="100000"/>
              <a:buFontTx/>
              <a:buChar char="–"/>
              <a:tabLst/>
              <a:defRPr/>
            </a:pPr>
            <a:endParaRPr kumimoji="0" lang="en-US" sz="3600" b="0" i="0" u="none" strike="noStrike" kern="0" cap="none" spc="0" normalizeH="0" baseline="0" noProof="0" dirty="0">
              <a:ln>
                <a:noFill/>
              </a:ln>
              <a:solidFill>
                <a:srgbClr val="000000"/>
              </a:solidFill>
              <a:effectLst/>
              <a:uLnTx/>
              <a:uFillTx/>
              <a:latin typeface="IBM Plex Sans Light"/>
              <a:ea typeface="+mn-ea"/>
              <a:cs typeface="+mn-cs"/>
              <a:sym typeface="IBM Plex Sans Light"/>
            </a:endParaRPr>
          </a:p>
        </p:txBody>
      </p:sp>
      <p:sp>
        <p:nvSpPr>
          <p:cNvPr id="14" name="TextBox 13">
            <a:extLst>
              <a:ext uri="{FF2B5EF4-FFF2-40B4-BE49-F238E27FC236}">
                <a16:creationId xmlns:a16="http://schemas.microsoft.com/office/drawing/2014/main" id="{2BAC7F6A-041E-67CB-B33E-3C5286411047}"/>
              </a:ext>
            </a:extLst>
          </p:cNvPr>
          <p:cNvSpPr txBox="1"/>
          <p:nvPr/>
        </p:nvSpPr>
        <p:spPr>
          <a:xfrm>
            <a:off x="2763520" y="3738880"/>
            <a:ext cx="914400" cy="914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marR="0" lvl="0" indent="-446749" algn="l" defTabSz="2438400" rtl="0" eaLnBrk="1" fontAlgn="auto" latinLnBrk="0" hangingPunct="1">
              <a:lnSpc>
                <a:spcPct val="100000"/>
              </a:lnSpc>
              <a:spcBef>
                <a:spcPts val="2900"/>
              </a:spcBef>
              <a:spcAft>
                <a:spcPts val="0"/>
              </a:spcAft>
              <a:buClrTx/>
              <a:buSzPct val="100000"/>
              <a:buFontTx/>
              <a:buChar char="–"/>
              <a:tabLst/>
              <a:defRPr/>
            </a:pPr>
            <a:endParaRPr kumimoji="0" lang="en-US" sz="3600" b="0" i="0" u="none" strike="noStrike" kern="0" cap="none" spc="0" normalizeH="0" baseline="0" noProof="0" dirty="0">
              <a:ln>
                <a:noFill/>
              </a:ln>
              <a:solidFill>
                <a:srgbClr val="000000"/>
              </a:solidFill>
              <a:effectLst/>
              <a:uLnTx/>
              <a:uFillTx/>
              <a:latin typeface="IBM Plex Sans Light"/>
              <a:ea typeface="+mn-ea"/>
              <a:cs typeface="+mn-cs"/>
              <a:sym typeface="IBM Plex Sans Light"/>
            </a:endParaRPr>
          </a:p>
        </p:txBody>
      </p:sp>
      <p:sp>
        <p:nvSpPr>
          <p:cNvPr id="15" name="TextBox 14">
            <a:extLst>
              <a:ext uri="{FF2B5EF4-FFF2-40B4-BE49-F238E27FC236}">
                <a16:creationId xmlns:a16="http://schemas.microsoft.com/office/drawing/2014/main" id="{A66ACEFF-3D50-956F-86C3-BC819B242B2D}"/>
              </a:ext>
            </a:extLst>
          </p:cNvPr>
          <p:cNvSpPr txBox="1"/>
          <p:nvPr/>
        </p:nvSpPr>
        <p:spPr>
          <a:xfrm>
            <a:off x="325120" y="3210560"/>
            <a:ext cx="7660639" cy="52832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0" marR="0" lvl="0" indent="0" algn="ctr" defTabSz="914356" rtl="0" eaLnBrk="1" fontAlgn="base" latinLnBrk="0" hangingPunct="1">
              <a:lnSpc>
                <a:spcPct val="100000"/>
              </a:lnSpc>
              <a:spcBef>
                <a:spcPts val="800"/>
              </a:spcBef>
              <a:spcAft>
                <a:spcPct val="0"/>
              </a:spcAft>
              <a:buClrTx/>
              <a:buSzTx/>
              <a:buFontTx/>
              <a:buNone/>
              <a:tabLst/>
              <a:defRPr/>
            </a:pPr>
            <a:r>
              <a:rPr kumimoji="0" lang="en-US" sz="3200" b="1" i="0" u="none" strike="noStrike" kern="0" cap="none" spc="0" normalizeH="0" baseline="0" noProof="0" dirty="0">
                <a:ln>
                  <a:noFill/>
                </a:ln>
                <a:solidFill>
                  <a:srgbClr val="0043CE"/>
                </a:solidFill>
                <a:effectLst/>
                <a:uLnTx/>
                <a:uFillTx/>
                <a:latin typeface="IBM Plex Sans Light"/>
                <a:ea typeface="+mn-ea"/>
                <a:cs typeface="+mn-cs"/>
              </a:rPr>
              <a:t>Why now?</a:t>
            </a:r>
          </a:p>
          <a:p>
            <a:pPr marL="444465" marR="0" lvl="0" indent="-446749" algn="ctr" defTabSz="2438400" rtl="0" eaLnBrk="1" fontAlgn="auto" latinLnBrk="0" hangingPunct="1">
              <a:lnSpc>
                <a:spcPct val="100000"/>
              </a:lnSpc>
              <a:spcBef>
                <a:spcPts val="2900"/>
              </a:spcBef>
              <a:spcAft>
                <a:spcPts val="0"/>
              </a:spcAft>
              <a:buClrTx/>
              <a:buSzPct val="100000"/>
              <a:buFontTx/>
              <a:buChar char="–"/>
              <a:tabLst/>
              <a:defRPr/>
            </a:pPr>
            <a:endParaRPr kumimoji="0" lang="en-US" sz="3600" b="0" i="0" u="none" strike="noStrike" kern="0" cap="none" spc="0" normalizeH="0" baseline="0" noProof="0" dirty="0">
              <a:ln>
                <a:noFill/>
              </a:ln>
              <a:solidFill>
                <a:srgbClr val="0043CE"/>
              </a:solidFill>
              <a:effectLst/>
              <a:uLnTx/>
              <a:uFillTx/>
              <a:latin typeface="IBM Plex Sans Light"/>
              <a:ea typeface="+mn-ea"/>
              <a:cs typeface="+mn-cs"/>
              <a:sym typeface="IBM Plex Sans Light"/>
            </a:endParaRPr>
          </a:p>
        </p:txBody>
      </p:sp>
      <p:sp>
        <p:nvSpPr>
          <p:cNvPr id="18" name="Rectangle 17">
            <a:extLst>
              <a:ext uri="{FF2B5EF4-FFF2-40B4-BE49-F238E27FC236}">
                <a16:creationId xmlns:a16="http://schemas.microsoft.com/office/drawing/2014/main" id="{89B5F26E-CF41-796F-1212-7E9785822A9A}"/>
              </a:ext>
            </a:extLst>
          </p:cNvPr>
          <p:cNvSpPr/>
          <p:nvPr/>
        </p:nvSpPr>
        <p:spPr bwMode="auto">
          <a:xfrm>
            <a:off x="8282234" y="2938357"/>
            <a:ext cx="7686109" cy="8459772"/>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w="190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headEnd type="none" w="med" len="med"/>
            <a:tailEnd type="none" w="med" len="med"/>
          </a:ln>
          <a:effectLst>
            <a:outerShdw blurRad="50800" dist="38100" algn="l" rotWithShape="0">
              <a:schemeClr val="accent1">
                <a:lumMod val="60000"/>
                <a:lumOff val="40000"/>
                <a:alpha val="40000"/>
              </a:schemeClr>
            </a:outerShdw>
          </a:effectLst>
          <a:scene3d>
            <a:camera prst="orthographicFront"/>
            <a:lightRig rig="threePt" dir="t"/>
          </a:scene3d>
          <a:sp3d extrusionH="76200" contourW="12700">
            <a:bevelT w="152400" h="50800" prst="softRound"/>
            <a:extrusionClr>
              <a:schemeClr val="accent1">
                <a:lumMod val="60000"/>
                <a:lumOff val="40000"/>
              </a:schemeClr>
            </a:extrusionClr>
            <a:contourClr>
              <a:schemeClr val="accent1">
                <a:lumMod val="60000"/>
                <a:lumOff val="40000"/>
              </a:schemeClr>
            </a:contourClr>
          </a:sp3d>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t" anchorCtr="0" compatLnSpc="1">
            <a:prstTxWarp prst="textNoShape">
              <a:avLst/>
            </a:prstTxWarp>
          </a:bodyPr>
          <a:lstStyle/>
          <a:p>
            <a:pPr marL="0" marR="0" lvl="0" indent="0" algn="l" defTabSz="914356" rtl="0" eaLnBrk="1" fontAlgn="base" latinLnBrk="0" hangingPunct="1">
              <a:lnSpc>
                <a:spcPct val="100000"/>
              </a:lnSpc>
              <a:spcBef>
                <a:spcPts val="800"/>
              </a:spcBef>
              <a:spcAft>
                <a:spcPct val="0"/>
              </a:spcAft>
              <a:buClrTx/>
              <a:buSzTx/>
              <a:buFontTx/>
              <a:buNone/>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457200" marR="0" lvl="0" indent="-457200" algn="l" defTabSz="1829379" rtl="0" eaLnBrk="1" fontAlgn="auto" latinLnBrk="0" hangingPunct="1">
              <a:lnSpc>
                <a:spcPct val="100000"/>
              </a:lnSpc>
              <a:spcBef>
                <a:spcPts val="0"/>
              </a:spcBef>
              <a:spcAft>
                <a:spcPts val="0"/>
              </a:spcAft>
              <a:buClrTx/>
              <a:buSzTx/>
              <a:buFontTx/>
              <a:buChar char="-"/>
              <a:tabLst/>
              <a:defRPr/>
            </a:pPr>
            <a:endParaRPr kumimoji="0" lang="en-US" sz="3200" b="0" i="0" u="none" strike="noStrike" kern="1200" cap="none" spc="0" normalizeH="0" baseline="0" noProof="0" dirty="0">
              <a:ln>
                <a:noFill/>
              </a:ln>
              <a:solidFill>
                <a:srgbClr val="000000"/>
              </a:solidFill>
              <a:effectLst/>
              <a:uLnTx/>
              <a:uFillTx/>
              <a:latin typeface="IBM Plex Sans Light"/>
              <a:ea typeface="+mn-ea"/>
              <a:cs typeface="+mn-cs"/>
            </a:endParaRPr>
          </a:p>
          <a:p>
            <a:pPr marL="0" marR="0" lvl="0" indent="0" algn="l" defTabSz="1829379" rtl="0" eaLnBrk="1" fontAlgn="auto" latinLnBrk="0" hangingPunct="1">
              <a:lnSpc>
                <a:spcPct val="100000"/>
              </a:lnSpc>
              <a:spcBef>
                <a:spcPts val="0"/>
              </a:spcBef>
              <a:spcAft>
                <a:spcPts val="0"/>
              </a:spcAft>
              <a:buClrTx/>
              <a:buSzTx/>
              <a:buFontTx/>
              <a:buNone/>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457200" marR="0" lvl="0" indent="-457200" algn="l" defTabSz="1829379" rtl="0" eaLnBrk="1" fontAlgn="auto" latinLnBrk="0" hangingPunct="1">
              <a:lnSpc>
                <a:spcPct val="100000"/>
              </a:lnSpc>
              <a:spcBef>
                <a:spcPts val="0"/>
              </a:spcBef>
              <a:spcAft>
                <a:spcPts val="0"/>
              </a:spcAft>
              <a:buClrTx/>
              <a:buSzTx/>
              <a:buFontTx/>
              <a:buChar char="-"/>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457200" marR="0" lvl="0" indent="-457200" algn="l" defTabSz="1829379" rtl="0" eaLnBrk="1" fontAlgn="auto" latinLnBrk="0" hangingPunct="1">
              <a:lnSpc>
                <a:spcPct val="100000"/>
              </a:lnSpc>
              <a:spcBef>
                <a:spcPts val="0"/>
              </a:spcBef>
              <a:spcAft>
                <a:spcPts val="0"/>
              </a:spcAft>
              <a:buClrTx/>
              <a:buSzTx/>
              <a:buFontTx/>
              <a:buChar char="-"/>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457200" marR="0" lvl="0" indent="-457200" algn="l" defTabSz="1829379" rtl="0" eaLnBrk="1" fontAlgn="auto" latinLnBrk="0" hangingPunct="1">
              <a:lnSpc>
                <a:spcPct val="100000"/>
              </a:lnSpc>
              <a:spcBef>
                <a:spcPts val="0"/>
              </a:spcBef>
              <a:spcAft>
                <a:spcPts val="0"/>
              </a:spcAft>
              <a:buClrTx/>
              <a:buSzTx/>
              <a:buFontTx/>
              <a:buChar char="-"/>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457200" marR="0" lvl="0" indent="-457200" algn="l" defTabSz="1829379" rtl="0" eaLnBrk="1" fontAlgn="auto" latinLnBrk="0" hangingPunct="1">
              <a:lnSpc>
                <a:spcPct val="100000"/>
              </a:lnSpc>
              <a:spcBef>
                <a:spcPts val="0"/>
              </a:spcBef>
              <a:spcAft>
                <a:spcPts val="0"/>
              </a:spcAft>
              <a:buClrTx/>
              <a:buSzTx/>
              <a:buFontTx/>
              <a:buChar char="-"/>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rPr>
              <a:t>Business logic stays buried, change cycles get slower</a:t>
            </a:r>
          </a:p>
          <a:p>
            <a:pPr marL="457200" marR="0" lvl="0" indent="-457200" algn="l" defTabSz="1829379" rtl="0" eaLnBrk="1" fontAlgn="auto" latinLnBrk="0" hangingPunct="1">
              <a:lnSpc>
                <a:spcPct val="100000"/>
              </a:lnSpc>
              <a:spcBef>
                <a:spcPts val="0"/>
              </a:spcBef>
              <a:spcAft>
                <a:spcPts val="0"/>
              </a:spcAft>
              <a:buClrTx/>
              <a:buSzTx/>
              <a:buFontTx/>
              <a:buChar char="-"/>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457200" marR="0" lvl="0" indent="-457200" algn="l" defTabSz="1829379" rtl="0" eaLnBrk="1" fontAlgn="auto" latinLnBrk="0" hangingPunct="1">
              <a:lnSpc>
                <a:spcPct val="100000"/>
              </a:lnSpc>
              <a:spcBef>
                <a:spcPts val="0"/>
              </a:spcBef>
              <a:spcAft>
                <a:spcPts val="0"/>
              </a:spcAft>
              <a:buClrTx/>
              <a:buSzTx/>
              <a:buFontTx/>
              <a:buChar char="-"/>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rPr>
              <a:t>Decision logic drifts across applications </a:t>
            </a:r>
          </a:p>
          <a:p>
            <a:pPr marL="457200" marR="0" lvl="0" indent="-457200" algn="l" defTabSz="1829379" rtl="0" eaLnBrk="1" fontAlgn="auto" latinLnBrk="0" hangingPunct="1">
              <a:lnSpc>
                <a:spcPct val="100000"/>
              </a:lnSpc>
              <a:spcBef>
                <a:spcPts val="0"/>
              </a:spcBef>
              <a:spcAft>
                <a:spcPts val="0"/>
              </a:spcAft>
              <a:buClrTx/>
              <a:buSzTx/>
              <a:buFontTx/>
              <a:buChar char="-"/>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457200" marR="0" lvl="0" indent="-457200" algn="l" defTabSz="1829379" rtl="0" eaLnBrk="1" fontAlgn="auto" latinLnBrk="0" hangingPunct="1">
              <a:lnSpc>
                <a:spcPct val="100000"/>
              </a:lnSpc>
              <a:spcBef>
                <a:spcPts val="0"/>
              </a:spcBef>
              <a:spcAft>
                <a:spcPts val="0"/>
              </a:spcAft>
              <a:buClrTx/>
              <a:buSzTx/>
              <a:buFontTx/>
              <a:buChar char="-"/>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rPr>
              <a:t>Audit prep becomes heavier</a:t>
            </a:r>
            <a:endParaRPr kumimoji="0" lang="en-US" sz="3200" b="1" i="0" u="none" strike="noStrike" kern="0" cap="none" spc="0" normalizeH="0" baseline="0" noProof="0" dirty="0">
              <a:ln>
                <a:noFill/>
              </a:ln>
              <a:solidFill>
                <a:srgbClr val="0F62FE"/>
              </a:solidFill>
              <a:effectLst/>
              <a:uLnTx/>
              <a:uFillTx/>
              <a:latin typeface="IBM Plex Sans Light"/>
              <a:ea typeface="+mn-ea"/>
              <a:cs typeface="+mn-cs"/>
            </a:endParaRPr>
          </a:p>
        </p:txBody>
      </p:sp>
      <p:sp>
        <p:nvSpPr>
          <p:cNvPr id="19" name="Rectangle 18">
            <a:extLst>
              <a:ext uri="{FF2B5EF4-FFF2-40B4-BE49-F238E27FC236}">
                <a16:creationId xmlns:a16="http://schemas.microsoft.com/office/drawing/2014/main" id="{FB098EC4-A75B-419C-1991-C5E8033702D4}"/>
              </a:ext>
            </a:extLst>
          </p:cNvPr>
          <p:cNvSpPr/>
          <p:nvPr/>
        </p:nvSpPr>
        <p:spPr bwMode="auto">
          <a:xfrm>
            <a:off x="16264818" y="2938357"/>
            <a:ext cx="7686109" cy="8459772"/>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w="190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headEnd type="none" w="med" len="med"/>
            <a:tailEnd type="none" w="med" len="med"/>
          </a:ln>
          <a:effectLst>
            <a:outerShdw blurRad="50800" dist="38100" algn="l" rotWithShape="0">
              <a:schemeClr val="accent1">
                <a:lumMod val="60000"/>
                <a:lumOff val="40000"/>
                <a:alpha val="40000"/>
              </a:schemeClr>
            </a:outerShdw>
          </a:effectLst>
          <a:scene3d>
            <a:camera prst="orthographicFront"/>
            <a:lightRig rig="threePt" dir="t"/>
          </a:scene3d>
          <a:sp3d extrusionH="76200" contourW="12700">
            <a:bevelT w="152400" h="50800" prst="softRound"/>
            <a:extrusionClr>
              <a:schemeClr val="accent1">
                <a:lumMod val="60000"/>
                <a:lumOff val="40000"/>
              </a:schemeClr>
            </a:extrusionClr>
            <a:contourClr>
              <a:schemeClr val="accent1">
                <a:lumMod val="60000"/>
                <a:lumOff val="40000"/>
              </a:schemeClr>
            </a:contourClr>
          </a:sp3d>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t" anchorCtr="0" compatLnSpc="1">
            <a:prstTxWarp prst="textNoShape">
              <a:avLst/>
            </a:prstTxWarp>
          </a:bodyPr>
          <a:lstStyle/>
          <a:p>
            <a:pPr marL="0" marR="0" lvl="0" indent="0" algn="l" defTabSz="914356" rtl="0" eaLnBrk="1" fontAlgn="base" latinLnBrk="0" hangingPunct="1">
              <a:lnSpc>
                <a:spcPct val="100000"/>
              </a:lnSpc>
              <a:spcBef>
                <a:spcPts val="800"/>
              </a:spcBef>
              <a:spcAft>
                <a:spcPct val="0"/>
              </a:spcAft>
              <a:buClrTx/>
              <a:buSzTx/>
              <a:buFontTx/>
              <a:buNone/>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457200" marR="0" lvl="0" indent="-457200" algn="l" defTabSz="1829379" rtl="0" eaLnBrk="1" fontAlgn="auto" latinLnBrk="0" hangingPunct="1">
              <a:lnSpc>
                <a:spcPct val="100000"/>
              </a:lnSpc>
              <a:spcBef>
                <a:spcPts val="0"/>
              </a:spcBef>
              <a:spcAft>
                <a:spcPts val="0"/>
              </a:spcAft>
              <a:buClrTx/>
              <a:buSzTx/>
              <a:buFontTx/>
              <a:buChar char="-"/>
              <a:tabLst/>
              <a:defRPr/>
            </a:pPr>
            <a:endParaRPr kumimoji="0" lang="en-US" sz="3200" b="0" i="0" u="none" strike="noStrike" kern="1200" cap="none" spc="0" normalizeH="0" baseline="0" noProof="0" dirty="0">
              <a:ln>
                <a:noFill/>
              </a:ln>
              <a:solidFill>
                <a:srgbClr val="000000"/>
              </a:solidFill>
              <a:effectLst/>
              <a:uLnTx/>
              <a:uFillTx/>
              <a:latin typeface="IBM Plex Sans Light"/>
              <a:ea typeface="+mn-ea"/>
              <a:cs typeface="+mn-cs"/>
            </a:endParaRPr>
          </a:p>
          <a:p>
            <a:pPr marL="0" marR="0" lvl="0" indent="0" algn="l" defTabSz="1829379" rtl="0" eaLnBrk="1" fontAlgn="auto" latinLnBrk="0" hangingPunct="1">
              <a:lnSpc>
                <a:spcPct val="100000"/>
              </a:lnSpc>
              <a:spcBef>
                <a:spcPts val="0"/>
              </a:spcBef>
              <a:spcAft>
                <a:spcPts val="0"/>
              </a:spcAft>
              <a:buClrTx/>
              <a:buSzTx/>
              <a:buFontTx/>
              <a:buNone/>
              <a:tabLst/>
              <a:defRPr/>
            </a:pPr>
            <a:endParaRPr kumimoji="0" lang="en-US" sz="3200" b="0" i="0" u="none" strike="noStrike" kern="0" cap="none" spc="0" normalizeH="0" baseline="0" noProof="0" dirty="0">
              <a:ln>
                <a:noFill/>
              </a:ln>
              <a:solidFill>
                <a:srgbClr val="0F62FE"/>
              </a:solidFill>
              <a:effectLst/>
              <a:uLnTx/>
              <a:uFillTx/>
              <a:latin typeface="IBM Plex Sans Light"/>
              <a:ea typeface="+mn-ea"/>
              <a:cs typeface="+mn-cs"/>
            </a:endParaRPr>
          </a:p>
        </p:txBody>
      </p:sp>
      <p:sp>
        <p:nvSpPr>
          <p:cNvPr id="20" name="TextBox 19">
            <a:extLst>
              <a:ext uri="{FF2B5EF4-FFF2-40B4-BE49-F238E27FC236}">
                <a16:creationId xmlns:a16="http://schemas.microsoft.com/office/drawing/2014/main" id="{9FBD7BF5-DC5F-6467-E7AD-8B997E5B1A90}"/>
              </a:ext>
            </a:extLst>
          </p:cNvPr>
          <p:cNvSpPr txBox="1"/>
          <p:nvPr/>
        </p:nvSpPr>
        <p:spPr>
          <a:xfrm>
            <a:off x="8294968" y="3197082"/>
            <a:ext cx="7660639" cy="52832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0" marR="0" lvl="0" indent="0" algn="ctr" defTabSz="914356" rtl="0" eaLnBrk="1" fontAlgn="base" latinLnBrk="0" hangingPunct="1">
              <a:lnSpc>
                <a:spcPct val="100000"/>
              </a:lnSpc>
              <a:spcBef>
                <a:spcPts val="800"/>
              </a:spcBef>
              <a:spcAft>
                <a:spcPct val="0"/>
              </a:spcAft>
              <a:buClrTx/>
              <a:buSzTx/>
              <a:buFontTx/>
              <a:buNone/>
              <a:tabLst/>
              <a:defRPr/>
            </a:pPr>
            <a:r>
              <a:rPr kumimoji="0" lang="en-US" sz="3200" b="1" i="0" u="none" strike="noStrike" kern="0" cap="none" spc="0" normalizeH="0" baseline="0" noProof="0" dirty="0">
                <a:ln>
                  <a:noFill/>
                </a:ln>
                <a:solidFill>
                  <a:srgbClr val="0043CE"/>
                </a:solidFill>
                <a:effectLst/>
                <a:uLnTx/>
                <a:uFillTx/>
                <a:latin typeface="IBM Plex Sans Light"/>
                <a:ea typeface="+mn-ea"/>
                <a:cs typeface="+mn-cs"/>
              </a:rPr>
              <a:t>What breaks when you wait</a:t>
            </a:r>
          </a:p>
          <a:p>
            <a:pPr marL="0" marR="0" lvl="0" indent="0" algn="ctr" defTabSz="2438400" rtl="0" eaLnBrk="1" fontAlgn="auto" latinLnBrk="0" hangingPunct="1">
              <a:lnSpc>
                <a:spcPct val="100000"/>
              </a:lnSpc>
              <a:spcBef>
                <a:spcPts val="2900"/>
              </a:spcBef>
              <a:spcAft>
                <a:spcPts val="0"/>
              </a:spcAft>
              <a:buClrTx/>
              <a:buSzPct val="100000"/>
              <a:buFontTx/>
              <a:buNone/>
              <a:tabLst/>
              <a:defRPr/>
            </a:pPr>
            <a:endParaRPr kumimoji="0" lang="en-US" sz="3600" b="0" i="0" u="none" strike="noStrike" kern="0" cap="none" spc="0" normalizeH="0" baseline="0" noProof="0" dirty="0">
              <a:ln>
                <a:noFill/>
              </a:ln>
              <a:solidFill>
                <a:srgbClr val="0043CE"/>
              </a:solidFill>
              <a:effectLst/>
              <a:uLnTx/>
              <a:uFillTx/>
              <a:latin typeface="IBM Plex Sans Light"/>
              <a:ea typeface="+mn-ea"/>
              <a:cs typeface="+mn-cs"/>
              <a:sym typeface="IBM Plex Sans Light"/>
            </a:endParaRPr>
          </a:p>
        </p:txBody>
      </p:sp>
      <p:sp>
        <p:nvSpPr>
          <p:cNvPr id="21" name="TextBox 20">
            <a:extLst>
              <a:ext uri="{FF2B5EF4-FFF2-40B4-BE49-F238E27FC236}">
                <a16:creationId xmlns:a16="http://schemas.microsoft.com/office/drawing/2014/main" id="{15EEDF99-E8AB-763E-A291-DB331958E20B}"/>
              </a:ext>
            </a:extLst>
          </p:cNvPr>
          <p:cNvSpPr txBox="1"/>
          <p:nvPr/>
        </p:nvSpPr>
        <p:spPr>
          <a:xfrm>
            <a:off x="16290288" y="3197082"/>
            <a:ext cx="7660639" cy="52832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0" marR="0" lvl="0" indent="0" algn="ctr" defTabSz="914356" rtl="0" eaLnBrk="1" fontAlgn="base" latinLnBrk="0" hangingPunct="1">
              <a:lnSpc>
                <a:spcPct val="100000"/>
              </a:lnSpc>
              <a:spcBef>
                <a:spcPts val="800"/>
              </a:spcBef>
              <a:spcAft>
                <a:spcPct val="0"/>
              </a:spcAft>
              <a:buClrTx/>
              <a:buSzTx/>
              <a:buFontTx/>
              <a:buNone/>
              <a:tabLst/>
              <a:defRPr/>
            </a:pPr>
            <a:r>
              <a:rPr kumimoji="0" lang="en-US" sz="3200" b="1" i="0" u="none" strike="noStrike" kern="0" cap="none" spc="0" normalizeH="0" baseline="0" noProof="0" dirty="0">
                <a:ln>
                  <a:noFill/>
                </a:ln>
                <a:solidFill>
                  <a:srgbClr val="0043CE"/>
                </a:solidFill>
                <a:effectLst/>
                <a:uLnTx/>
                <a:uFillTx/>
                <a:latin typeface="IBM Plex Sans Light"/>
                <a:ea typeface="+mn-ea"/>
                <a:cs typeface="+mn-cs"/>
              </a:rPr>
              <a:t>Why an upgrade pays back</a:t>
            </a:r>
          </a:p>
          <a:p>
            <a:pPr marL="444465" marR="0" lvl="0" indent="-446749" algn="ctr" defTabSz="2438400" rtl="0" eaLnBrk="1" fontAlgn="auto" latinLnBrk="0" hangingPunct="1">
              <a:lnSpc>
                <a:spcPct val="100000"/>
              </a:lnSpc>
              <a:spcBef>
                <a:spcPts val="2900"/>
              </a:spcBef>
              <a:spcAft>
                <a:spcPts val="0"/>
              </a:spcAft>
              <a:buClrTx/>
              <a:buSzPct val="100000"/>
              <a:buFontTx/>
              <a:buChar char="–"/>
              <a:tabLst/>
              <a:defRPr/>
            </a:pPr>
            <a:endParaRPr kumimoji="0" lang="en-US" sz="3600" b="0" i="0" u="none" strike="noStrike" kern="0" cap="none" spc="0" normalizeH="0" baseline="0" noProof="0" dirty="0">
              <a:ln>
                <a:noFill/>
              </a:ln>
              <a:solidFill>
                <a:srgbClr val="0043CE"/>
              </a:solidFill>
              <a:effectLst/>
              <a:uLnTx/>
              <a:uFillTx/>
              <a:latin typeface="IBM Plex Sans Light"/>
              <a:ea typeface="+mn-ea"/>
              <a:cs typeface="+mn-cs"/>
              <a:sym typeface="IBM Plex Sans Light"/>
            </a:endParaRPr>
          </a:p>
        </p:txBody>
      </p:sp>
      <p:pic>
        <p:nvPicPr>
          <p:cNvPr id="28" name="Graphic 27" descr="Sad face with solid fill with solid fill">
            <a:extLst>
              <a:ext uri="{FF2B5EF4-FFF2-40B4-BE49-F238E27FC236}">
                <a16:creationId xmlns:a16="http://schemas.microsoft.com/office/drawing/2014/main" id="{E7CEA45B-7708-DAA8-6E5E-BAD591DC03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82979" y="3210560"/>
            <a:ext cx="528320" cy="528320"/>
          </a:xfrm>
          <a:prstGeom prst="rect">
            <a:avLst/>
          </a:prstGeom>
        </p:spPr>
      </p:pic>
      <p:pic>
        <p:nvPicPr>
          <p:cNvPr id="30" name="Graphic 29" descr="End with solid fill">
            <a:extLst>
              <a:ext uri="{FF2B5EF4-FFF2-40B4-BE49-F238E27FC236}">
                <a16:creationId xmlns:a16="http://schemas.microsoft.com/office/drawing/2014/main" id="{E7CCC2E9-F807-48DB-578D-24CE10756F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736225" y="3210560"/>
            <a:ext cx="595618" cy="595618"/>
          </a:xfrm>
          <a:prstGeom prst="rect">
            <a:avLst/>
          </a:prstGeom>
        </p:spPr>
      </p:pic>
      <p:sp>
        <p:nvSpPr>
          <p:cNvPr id="31" name="TextBox 30">
            <a:extLst>
              <a:ext uri="{FF2B5EF4-FFF2-40B4-BE49-F238E27FC236}">
                <a16:creationId xmlns:a16="http://schemas.microsoft.com/office/drawing/2014/main" id="{C191BEDE-3DC8-E726-AA51-DED1F5A9124C}"/>
              </a:ext>
            </a:extLst>
          </p:cNvPr>
          <p:cNvSpPr txBox="1"/>
          <p:nvPr/>
        </p:nvSpPr>
        <p:spPr>
          <a:xfrm>
            <a:off x="427741" y="12323314"/>
            <a:ext cx="11697546" cy="8533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0" marR="0" lvl="0" indent="0" algn="l" defTabSz="2438400" rtl="0" eaLnBrk="1" fontAlgn="auto" latinLnBrk="0" hangingPunct="1">
              <a:lnSpc>
                <a:spcPts val="2160"/>
              </a:lnSpc>
              <a:spcBef>
                <a:spcPts val="2900"/>
              </a:spcBef>
              <a:spcAft>
                <a:spcPts val="0"/>
              </a:spcAft>
              <a:buClrTx/>
              <a:buSzPct val="100000"/>
              <a:buFontTx/>
              <a:buNone/>
              <a:tabLst/>
              <a:defRPr/>
            </a:pPr>
            <a:r>
              <a:rPr kumimoji="0" lang="en-US" sz="2600" b="0" i="0" u="none" strike="noStrike" kern="0" cap="none" spc="0" normalizeH="0" baseline="0" noProof="0" dirty="0">
                <a:ln>
                  <a:noFill/>
                </a:ln>
                <a:solidFill>
                  <a:srgbClr val="FFFFFF"/>
                </a:solidFill>
                <a:effectLst/>
                <a:uLnTx/>
                <a:uFillTx/>
                <a:latin typeface="IBM Plex Sans Light"/>
                <a:ea typeface="+mn-ea"/>
                <a:cs typeface="+mn-cs"/>
                <a:sym typeface="IBM Plex Sans Light"/>
              </a:rPr>
              <a:t>✓Scope one business flow and its full dependency chain</a:t>
            </a:r>
          </a:p>
          <a:p>
            <a:pPr marL="0" marR="0" lvl="0" indent="0" algn="l" defTabSz="2438400" rtl="0" eaLnBrk="1" fontAlgn="auto" latinLnBrk="0" hangingPunct="1">
              <a:lnSpc>
                <a:spcPts val="2160"/>
              </a:lnSpc>
              <a:spcBef>
                <a:spcPts val="2900"/>
              </a:spcBef>
              <a:spcAft>
                <a:spcPts val="0"/>
              </a:spcAft>
              <a:buClrTx/>
              <a:buSzPct val="100000"/>
              <a:buFontTx/>
              <a:buNone/>
              <a:tabLst/>
              <a:defRPr/>
            </a:pPr>
            <a:r>
              <a:rPr kumimoji="0" lang="en-US" sz="2600" b="0" i="0" u="none" strike="noStrike" kern="0" cap="none" spc="0" normalizeH="0" baseline="0" noProof="0" dirty="0">
                <a:ln>
                  <a:noFill/>
                </a:ln>
                <a:solidFill>
                  <a:srgbClr val="FFFFFF"/>
                </a:solidFill>
                <a:effectLst/>
                <a:uLnTx/>
                <a:uFillTx/>
                <a:latin typeface="IBM Plex Sans Light"/>
                <a:ea typeface="+mn-ea"/>
                <a:cs typeface="+mn-cs"/>
                <a:sym typeface="IBM Plex Sans Light"/>
              </a:rPr>
              <a:t>✓ Run one coordinated upgrade w/clear ownership &amp; engineering sign off</a:t>
            </a:r>
          </a:p>
        </p:txBody>
      </p:sp>
      <p:sp>
        <p:nvSpPr>
          <p:cNvPr id="32" name="TextBox 31">
            <a:extLst>
              <a:ext uri="{FF2B5EF4-FFF2-40B4-BE49-F238E27FC236}">
                <a16:creationId xmlns:a16="http://schemas.microsoft.com/office/drawing/2014/main" id="{F8745AFA-CD97-2E7D-1D75-11FC653B8977}"/>
              </a:ext>
            </a:extLst>
          </p:cNvPr>
          <p:cNvSpPr txBox="1"/>
          <p:nvPr/>
        </p:nvSpPr>
        <p:spPr>
          <a:xfrm>
            <a:off x="12836813" y="12277187"/>
            <a:ext cx="11264473" cy="8533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0" marR="0" lvl="0" indent="0" algn="l" defTabSz="2438400" rtl="0" eaLnBrk="1" fontAlgn="auto" latinLnBrk="0" hangingPunct="1">
              <a:lnSpc>
                <a:spcPts val="2160"/>
              </a:lnSpc>
              <a:spcBef>
                <a:spcPts val="2900"/>
              </a:spcBef>
              <a:spcAft>
                <a:spcPts val="0"/>
              </a:spcAft>
              <a:buClrTx/>
              <a:buSzPct val="100000"/>
              <a:buFontTx/>
              <a:buNone/>
              <a:tabLst/>
              <a:defRPr/>
            </a:pPr>
            <a:r>
              <a:rPr kumimoji="0" lang="en-US" sz="2600" b="0" i="0" u="none" strike="noStrike" kern="0" cap="none" spc="0" normalizeH="0" baseline="0" noProof="0" dirty="0">
                <a:ln>
                  <a:noFill/>
                </a:ln>
                <a:solidFill>
                  <a:srgbClr val="FFFFFF"/>
                </a:solidFill>
                <a:effectLst/>
                <a:uLnTx/>
                <a:uFillTx/>
                <a:latin typeface="IBM Plex Sans Light"/>
                <a:ea typeface="+mn-ea"/>
                <a:cs typeface="+mn-cs"/>
                <a:sym typeface="IBM Plex Sans Light"/>
              </a:rPr>
              <a:t>✓Agree on “clean” acceptance criteria up front</a:t>
            </a:r>
          </a:p>
          <a:p>
            <a:pPr marL="0" marR="0" lvl="0" indent="0" algn="l" defTabSz="2438400" rtl="0" eaLnBrk="1" fontAlgn="auto" latinLnBrk="0" hangingPunct="1">
              <a:lnSpc>
                <a:spcPts val="2160"/>
              </a:lnSpc>
              <a:spcBef>
                <a:spcPts val="2900"/>
              </a:spcBef>
              <a:spcAft>
                <a:spcPts val="0"/>
              </a:spcAft>
              <a:buClrTx/>
              <a:buSzPct val="100000"/>
              <a:buFontTx/>
              <a:buNone/>
              <a:tabLst/>
              <a:defRPr/>
            </a:pPr>
            <a:r>
              <a:rPr kumimoji="0" lang="en-US" sz="2600" b="0" i="0" u="none" strike="noStrike" kern="0" cap="none" spc="0" normalizeH="0" baseline="0" noProof="0" dirty="0">
                <a:ln>
                  <a:noFill/>
                </a:ln>
                <a:solidFill>
                  <a:srgbClr val="FFFFFF"/>
                </a:solidFill>
                <a:effectLst/>
                <a:uLnTx/>
                <a:uFillTx/>
                <a:latin typeface="IBM Plex Sans Light"/>
                <a:ea typeface="+mn-ea"/>
                <a:cs typeface="+mn-cs"/>
                <a:sym typeface="IBM Plex Sans Light"/>
              </a:rPr>
              <a:t>✓ Produce operational stability results &amp; audit-ready artifacts</a:t>
            </a:r>
          </a:p>
        </p:txBody>
      </p:sp>
      <p:pic>
        <p:nvPicPr>
          <p:cNvPr id="36" name="Graphic 35" descr="Bar graph with upward trend with solid fill">
            <a:extLst>
              <a:ext uri="{FF2B5EF4-FFF2-40B4-BE49-F238E27FC236}">
                <a16:creationId xmlns:a16="http://schemas.microsoft.com/office/drawing/2014/main" id="{75282F5E-1F13-F391-9EF7-8B5485BDF0E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0530" y="3210559"/>
            <a:ext cx="534660" cy="534660"/>
          </a:xfrm>
          <a:prstGeom prst="rect">
            <a:avLst/>
          </a:prstGeom>
        </p:spPr>
      </p:pic>
      <p:sp>
        <p:nvSpPr>
          <p:cNvPr id="37" name="TextBox 36">
            <a:extLst>
              <a:ext uri="{FF2B5EF4-FFF2-40B4-BE49-F238E27FC236}">
                <a16:creationId xmlns:a16="http://schemas.microsoft.com/office/drawing/2014/main" id="{7F0F102E-740F-D8BF-5D47-12315344ECD9}"/>
              </a:ext>
            </a:extLst>
          </p:cNvPr>
          <p:cNvSpPr txBox="1"/>
          <p:nvPr/>
        </p:nvSpPr>
        <p:spPr>
          <a:xfrm>
            <a:off x="427741" y="13369960"/>
            <a:ext cx="23523186" cy="2888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0" marR="0" lvl="0" indent="0" algn="ctr" defTabSz="2438400" rtl="0" eaLnBrk="1" fontAlgn="auto" latinLnBrk="0" hangingPunct="1">
              <a:lnSpc>
                <a:spcPts val="2160"/>
              </a:lnSpc>
              <a:spcBef>
                <a:spcPts val="2900"/>
              </a:spcBef>
              <a:spcAft>
                <a:spcPts val="0"/>
              </a:spcAft>
              <a:buClrTx/>
              <a:buSzPct val="100000"/>
              <a:buFontTx/>
              <a:buNone/>
              <a:tabLst/>
              <a:defRPr/>
            </a:pPr>
            <a:r>
              <a:rPr kumimoji="0" lang="en-US" sz="2600" b="1" i="1" u="none" strike="noStrike" kern="0" cap="none" spc="0" normalizeH="0" baseline="0" noProof="0" dirty="0">
                <a:ln>
                  <a:noFill/>
                </a:ln>
                <a:solidFill>
                  <a:srgbClr val="000000"/>
                </a:solidFill>
                <a:effectLst/>
                <a:uLnTx/>
                <a:uFillTx/>
                <a:latin typeface="IBM Plex Sans Light"/>
                <a:ea typeface="+mn-ea"/>
                <a:cs typeface="+mn-cs"/>
                <a:sym typeface="IBM Plex Sans Light"/>
              </a:rPr>
              <a:t>A clean upgrade lowers risk now and creates the foundation for faster governable modernization in the future</a:t>
            </a:r>
          </a:p>
        </p:txBody>
      </p:sp>
      <p:sp>
        <p:nvSpPr>
          <p:cNvPr id="44" name="TextBox 43">
            <a:extLst>
              <a:ext uri="{FF2B5EF4-FFF2-40B4-BE49-F238E27FC236}">
                <a16:creationId xmlns:a16="http://schemas.microsoft.com/office/drawing/2014/main" id="{3E3AE818-7C35-3738-B548-2AF301C3D0B2}"/>
              </a:ext>
            </a:extLst>
          </p:cNvPr>
          <p:cNvSpPr txBox="1"/>
          <p:nvPr/>
        </p:nvSpPr>
        <p:spPr>
          <a:xfrm>
            <a:off x="990530" y="4083372"/>
            <a:ext cx="6598189" cy="12116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457200" marR="0" lvl="0" indent="-457200" algn="l" defTabSz="2438400" rtl="0" eaLnBrk="1" fontAlgn="auto" latinLnBrk="0" hangingPunct="1">
              <a:lnSpc>
                <a:spcPct val="100000"/>
              </a:lnSpc>
              <a:spcBef>
                <a:spcPts val="2900"/>
              </a:spcBef>
              <a:spcAft>
                <a:spcPts val="0"/>
              </a:spcAft>
              <a:buClrTx/>
              <a:buSzPct val="100000"/>
              <a:buFontTx/>
              <a:buChar char="-"/>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sym typeface="IBM Plex Sans Light"/>
              </a:rPr>
              <a:t>End-to-end orchestration matters more now due to the ‘agentic’ disruption</a:t>
            </a:r>
          </a:p>
          <a:p>
            <a:pPr marL="457200" marR="0" lvl="0" indent="-457200" algn="l" defTabSz="2438400" rtl="0" eaLnBrk="1" fontAlgn="auto" latinLnBrk="0" hangingPunct="1">
              <a:lnSpc>
                <a:spcPct val="100000"/>
              </a:lnSpc>
              <a:spcBef>
                <a:spcPts val="2900"/>
              </a:spcBef>
              <a:spcAft>
                <a:spcPts val="0"/>
              </a:spcAft>
              <a:buClrTx/>
              <a:buSzPct val="100000"/>
              <a:buFontTx/>
              <a:buChar char="-"/>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sym typeface="IBM Plex Sans Light"/>
              </a:rPr>
              <a:t>Governance &amp; traceability expectations </a:t>
            </a:r>
          </a:p>
          <a:p>
            <a:pPr marL="457200" marR="0" lvl="0" indent="-457200" algn="l" defTabSz="2438400" rtl="0" eaLnBrk="1" fontAlgn="auto" latinLnBrk="0" hangingPunct="1">
              <a:lnSpc>
                <a:spcPct val="100000"/>
              </a:lnSpc>
              <a:spcBef>
                <a:spcPts val="2900"/>
              </a:spcBef>
              <a:spcAft>
                <a:spcPts val="0"/>
              </a:spcAft>
              <a:buClrTx/>
              <a:buSzPct val="100000"/>
              <a:buFontTx/>
              <a:buChar char="-"/>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sym typeface="IBM Plex Sans Light"/>
              </a:rPr>
              <a:t>Focus on end-to-end accountability</a:t>
            </a:r>
          </a:p>
        </p:txBody>
      </p:sp>
      <p:sp>
        <p:nvSpPr>
          <p:cNvPr id="2" name="Title 1">
            <a:extLst>
              <a:ext uri="{FF2B5EF4-FFF2-40B4-BE49-F238E27FC236}">
                <a16:creationId xmlns:a16="http://schemas.microsoft.com/office/drawing/2014/main" id="{D8BA1F99-F959-C93A-5C55-C8E8A1D2CAB3}"/>
              </a:ext>
            </a:extLst>
          </p:cNvPr>
          <p:cNvSpPr>
            <a:spLocks noGrp="1"/>
          </p:cNvSpPr>
          <p:nvPr>
            <p:ph type="title"/>
          </p:nvPr>
        </p:nvSpPr>
        <p:spPr>
          <a:xfrm>
            <a:off x="577583" y="755596"/>
            <a:ext cx="23523703" cy="1952416"/>
          </a:xfrm>
        </p:spPr>
        <p:txBody>
          <a:bodyPr/>
          <a:lstStyle/>
          <a:p>
            <a:r>
              <a:rPr lang="en-US" sz="4800" b="1" dirty="0">
                <a:solidFill>
                  <a:schemeClr val="accent1"/>
                </a:solidFill>
                <a:latin typeface="IBM Plex Sans Light" panose="020B0403050203000203" pitchFamily="34" charset="0"/>
                <a:ea typeface="+mn-ea"/>
                <a:cs typeface="+mn-cs"/>
              </a:rPr>
              <a:t>Upgrading</a:t>
            </a:r>
            <a:r>
              <a:rPr lang="en-US" sz="4800" dirty="0">
                <a:solidFill>
                  <a:srgbClr val="000000"/>
                </a:solidFill>
                <a:latin typeface="IBM Plex Sans Light" panose="020B0403050203000203" pitchFamily="34" charset="0"/>
                <a:ea typeface="+mn-ea"/>
                <a:cs typeface="+mn-cs"/>
              </a:rPr>
              <a:t> </a:t>
            </a:r>
            <a:r>
              <a:rPr lang="en-US" sz="4800" b="1" dirty="0">
                <a:solidFill>
                  <a:schemeClr val="accent1"/>
                </a:solidFill>
                <a:latin typeface="IBM Plex Sans Light" panose="020B0403050203000203" pitchFamily="34" charset="0"/>
                <a:ea typeface="+mn-ea"/>
                <a:cs typeface="+mn-cs"/>
              </a:rPr>
              <a:t>your workflow automation (BAW) platform now</a:t>
            </a:r>
            <a:r>
              <a:rPr lang="en-US" sz="4800" dirty="0">
                <a:solidFill>
                  <a:srgbClr val="000000"/>
                </a:solidFill>
                <a:latin typeface="IBM Plex Sans Light" panose="020B0403050203000203" pitchFamily="34" charset="0"/>
                <a:ea typeface="+mn-ea"/>
                <a:cs typeface="+mn-cs"/>
              </a:rPr>
              <a:t> works in your best interest</a:t>
            </a:r>
            <a:br>
              <a:rPr lang="en-US" sz="4800" dirty="0">
                <a:solidFill>
                  <a:srgbClr val="000000"/>
                </a:solidFill>
                <a:latin typeface="IBM Plex Sans Light" panose="020B0403050203000203" pitchFamily="34" charset="0"/>
                <a:ea typeface="+mn-ea"/>
                <a:cs typeface="+mn-cs"/>
              </a:rPr>
            </a:br>
            <a:r>
              <a:rPr lang="en-US" sz="3200" dirty="0">
                <a:solidFill>
                  <a:schemeClr val="tx1"/>
                </a:solidFill>
                <a:latin typeface="IBM Plex Sans Light" panose="020B0403050203000203" pitchFamily="34" charset="0"/>
                <a:ea typeface="+mn-ea"/>
                <a:cs typeface="+mn-cs"/>
              </a:rPr>
              <a:t>Reduce operational and audit risk, then unlock faster, governable execution</a:t>
            </a:r>
            <a:br>
              <a:rPr lang="en-US" sz="4800" i="1" dirty="0"/>
            </a:br>
            <a:r>
              <a:rPr lang="en-US" sz="4800" i="1" dirty="0"/>
              <a:t>  </a:t>
            </a:r>
            <a:endParaRPr lang="en-US" sz="4800" dirty="0">
              <a:solidFill>
                <a:srgbClr val="000000"/>
              </a:solidFill>
              <a:latin typeface="IBM Plex Sans Light" panose="020B0403050203000203" pitchFamily="34" charset="0"/>
              <a:ea typeface="+mn-ea"/>
              <a:cs typeface="+mn-cs"/>
            </a:endParaRPr>
          </a:p>
        </p:txBody>
      </p:sp>
      <p:pic>
        <p:nvPicPr>
          <p:cNvPr id="23" name="Picture 22">
            <a:extLst>
              <a:ext uri="{FF2B5EF4-FFF2-40B4-BE49-F238E27FC236}">
                <a16:creationId xmlns:a16="http://schemas.microsoft.com/office/drawing/2014/main" id="{59827A4D-70FD-4CA3-E18E-D936ED0C97F7}"/>
              </a:ext>
            </a:extLst>
          </p:cNvPr>
          <p:cNvPicPr>
            <a:picLocks noChangeAspect="1"/>
          </p:cNvPicPr>
          <p:nvPr/>
        </p:nvPicPr>
        <p:blipFill>
          <a:blip r:embed="rId6"/>
          <a:stretch>
            <a:fillRect/>
          </a:stretch>
        </p:blipFill>
        <p:spPr>
          <a:xfrm>
            <a:off x="379836" y="4130773"/>
            <a:ext cx="863600" cy="800100"/>
          </a:xfrm>
          <a:prstGeom prst="rect">
            <a:avLst/>
          </a:prstGeom>
        </p:spPr>
      </p:pic>
      <p:pic>
        <p:nvPicPr>
          <p:cNvPr id="25" name="Graphic 24" descr="Warning with solid fill">
            <a:extLst>
              <a:ext uri="{FF2B5EF4-FFF2-40B4-BE49-F238E27FC236}">
                <a16:creationId xmlns:a16="http://schemas.microsoft.com/office/drawing/2014/main" id="{2381224C-E654-0E81-8FEB-8AB295CD7DC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13547" y="4039198"/>
            <a:ext cx="914400" cy="914400"/>
          </a:xfrm>
          <a:prstGeom prst="rect">
            <a:avLst/>
          </a:prstGeom>
        </p:spPr>
      </p:pic>
      <p:sp>
        <p:nvSpPr>
          <p:cNvPr id="26" name="TextBox 25">
            <a:extLst>
              <a:ext uri="{FF2B5EF4-FFF2-40B4-BE49-F238E27FC236}">
                <a16:creationId xmlns:a16="http://schemas.microsoft.com/office/drawing/2014/main" id="{F62CA8DC-27E1-7200-D4D8-4590CD4E60D5}"/>
              </a:ext>
            </a:extLst>
          </p:cNvPr>
          <p:cNvSpPr txBox="1"/>
          <p:nvPr/>
        </p:nvSpPr>
        <p:spPr>
          <a:xfrm>
            <a:off x="9206995" y="4930873"/>
            <a:ext cx="5832283" cy="6831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444465" marR="0" lvl="0" indent="-446749" algn="l" defTabSz="2438400" rtl="0" eaLnBrk="1" fontAlgn="auto" latinLnBrk="0" hangingPunct="1">
              <a:lnSpc>
                <a:spcPct val="100000"/>
              </a:lnSpc>
              <a:spcBef>
                <a:spcPts val="2900"/>
              </a:spcBef>
              <a:spcAft>
                <a:spcPts val="0"/>
              </a:spcAft>
              <a:buClrTx/>
              <a:buSzPct val="100000"/>
              <a:buFontTx/>
              <a:buChar char="–"/>
              <a:tabLst/>
              <a:defRPr/>
            </a:pPr>
            <a:endParaRPr kumimoji="0" lang="en-US" sz="3600" b="0" i="0" u="none" strike="noStrike" kern="0" cap="none" spc="0" normalizeH="0" baseline="0" noProof="0" dirty="0">
              <a:ln>
                <a:noFill/>
              </a:ln>
              <a:solidFill>
                <a:srgbClr val="000000"/>
              </a:solidFill>
              <a:effectLst/>
              <a:uLnTx/>
              <a:uFillTx/>
              <a:latin typeface="IBM Plex Sans Light"/>
              <a:ea typeface="+mn-ea"/>
              <a:cs typeface="+mn-cs"/>
              <a:sym typeface="IBM Plex Sans Light"/>
            </a:endParaRPr>
          </a:p>
        </p:txBody>
      </p:sp>
      <p:sp>
        <p:nvSpPr>
          <p:cNvPr id="27" name="TextBox 26">
            <a:extLst>
              <a:ext uri="{FF2B5EF4-FFF2-40B4-BE49-F238E27FC236}">
                <a16:creationId xmlns:a16="http://schemas.microsoft.com/office/drawing/2014/main" id="{F766700C-983B-3E61-72C6-9F79BC0EF9CC}"/>
              </a:ext>
            </a:extLst>
          </p:cNvPr>
          <p:cNvSpPr txBox="1"/>
          <p:nvPr/>
        </p:nvSpPr>
        <p:spPr>
          <a:xfrm>
            <a:off x="9361709" y="4042800"/>
            <a:ext cx="6301798" cy="6831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0" marR="0" lvl="0" indent="0" algn="l" defTabSz="2438400" rtl="0" eaLnBrk="1" fontAlgn="auto" latinLnBrk="0" hangingPunct="1">
              <a:lnSpc>
                <a:spcPct val="100000"/>
              </a:lnSpc>
              <a:spcBef>
                <a:spcPts val="2900"/>
              </a:spcBef>
              <a:spcAft>
                <a:spcPts val="0"/>
              </a:spcAft>
              <a:buClrTx/>
              <a:buSzPct val="100000"/>
              <a:buFontTx/>
              <a:buNone/>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rPr>
              <a:t>Workflow becomes a hidden  bottleneck</a:t>
            </a:r>
            <a:endParaRPr kumimoji="0" lang="en-US" sz="3600" b="0" i="0" u="none" strike="noStrike" kern="0" cap="none" spc="0" normalizeH="0" baseline="0" noProof="0" dirty="0">
              <a:ln>
                <a:noFill/>
              </a:ln>
              <a:solidFill>
                <a:srgbClr val="000000"/>
              </a:solidFill>
              <a:effectLst/>
              <a:uLnTx/>
              <a:uFillTx/>
              <a:latin typeface="IBM Plex Sans Light"/>
              <a:ea typeface="+mn-ea"/>
              <a:cs typeface="+mn-cs"/>
              <a:sym typeface="IBM Plex Sans Light"/>
            </a:endParaRPr>
          </a:p>
        </p:txBody>
      </p:sp>
      <p:pic>
        <p:nvPicPr>
          <p:cNvPr id="33" name="Graphic 32" descr="Broken Fire Hydrant with solid fill">
            <a:extLst>
              <a:ext uri="{FF2B5EF4-FFF2-40B4-BE49-F238E27FC236}">
                <a16:creationId xmlns:a16="http://schemas.microsoft.com/office/drawing/2014/main" id="{BDB5A652-3CC9-2847-D119-8D9BFB3867A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6443130" y="4039198"/>
            <a:ext cx="914400" cy="914400"/>
          </a:xfrm>
          <a:prstGeom prst="rect">
            <a:avLst/>
          </a:prstGeom>
        </p:spPr>
      </p:pic>
      <p:sp>
        <p:nvSpPr>
          <p:cNvPr id="34" name="TextBox 33">
            <a:extLst>
              <a:ext uri="{FF2B5EF4-FFF2-40B4-BE49-F238E27FC236}">
                <a16:creationId xmlns:a16="http://schemas.microsoft.com/office/drawing/2014/main" id="{EDC4D02C-3858-8735-D9E0-AEEDD9F21C67}"/>
              </a:ext>
            </a:extLst>
          </p:cNvPr>
          <p:cNvSpPr txBox="1"/>
          <p:nvPr/>
        </p:nvSpPr>
        <p:spPr>
          <a:xfrm>
            <a:off x="17628781" y="4083372"/>
            <a:ext cx="5671486" cy="10202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0" marR="0" lvl="0" indent="0" algn="l" defTabSz="2438400" rtl="0" eaLnBrk="1" fontAlgn="auto" latinLnBrk="0" hangingPunct="1">
              <a:lnSpc>
                <a:spcPct val="100000"/>
              </a:lnSpc>
              <a:spcBef>
                <a:spcPts val="2900"/>
              </a:spcBef>
              <a:spcAft>
                <a:spcPts val="0"/>
              </a:spcAft>
              <a:buClrTx/>
              <a:buSzPct val="100000"/>
              <a:buFontTx/>
              <a:buNone/>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sym typeface="IBM Plex Sans Light"/>
              </a:rPr>
              <a:t>Risk reduction move, not a feature chase</a:t>
            </a:r>
          </a:p>
        </p:txBody>
      </p:sp>
      <p:sp>
        <p:nvSpPr>
          <p:cNvPr id="35" name="TextBox 34">
            <a:extLst>
              <a:ext uri="{FF2B5EF4-FFF2-40B4-BE49-F238E27FC236}">
                <a16:creationId xmlns:a16="http://schemas.microsoft.com/office/drawing/2014/main" id="{DA90FA96-DF0C-8EF2-FB27-3D43F3CC75A6}"/>
              </a:ext>
            </a:extLst>
          </p:cNvPr>
          <p:cNvSpPr txBox="1"/>
          <p:nvPr/>
        </p:nvSpPr>
        <p:spPr>
          <a:xfrm>
            <a:off x="16443130" y="5982685"/>
            <a:ext cx="7076089" cy="49590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457200" marR="0" lvl="0" indent="-457200" algn="l" defTabSz="2438400" rtl="0" eaLnBrk="1" fontAlgn="auto" latinLnBrk="0" hangingPunct="1">
              <a:lnSpc>
                <a:spcPct val="100000"/>
              </a:lnSpc>
              <a:spcBef>
                <a:spcPts val="2900"/>
              </a:spcBef>
              <a:spcAft>
                <a:spcPts val="0"/>
              </a:spcAft>
              <a:buClrTx/>
              <a:buSzPct val="100000"/>
              <a:buFontTx/>
              <a:buChar char="-"/>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sym typeface="IBM Plex Sans Light"/>
              </a:rPr>
              <a:t>Supported versions &amp; compatibility</a:t>
            </a:r>
          </a:p>
          <a:p>
            <a:pPr marL="457200" marR="0" lvl="0" indent="-457200" algn="l" defTabSz="2438400" rtl="0" eaLnBrk="1" fontAlgn="auto" latinLnBrk="0" hangingPunct="1">
              <a:lnSpc>
                <a:spcPct val="100000"/>
              </a:lnSpc>
              <a:spcBef>
                <a:spcPts val="2900"/>
              </a:spcBef>
              <a:spcAft>
                <a:spcPts val="0"/>
              </a:spcAft>
              <a:buClrTx/>
              <a:buSzPct val="100000"/>
              <a:buFontTx/>
              <a:buChar char="-"/>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sym typeface="IBM Plex Sans Light"/>
              </a:rPr>
              <a:t>Position for modernization (containers, hybrid)</a:t>
            </a:r>
          </a:p>
          <a:p>
            <a:pPr marL="457200" marR="0" lvl="0" indent="-457200" algn="l" defTabSz="2438400" rtl="0" eaLnBrk="1" fontAlgn="auto" latinLnBrk="0" hangingPunct="1">
              <a:lnSpc>
                <a:spcPct val="100000"/>
              </a:lnSpc>
              <a:spcBef>
                <a:spcPts val="2900"/>
              </a:spcBef>
              <a:spcAft>
                <a:spcPts val="0"/>
              </a:spcAft>
              <a:buClrTx/>
              <a:buSzPct val="100000"/>
              <a:buFontTx/>
              <a:buChar char="-"/>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sym typeface="IBM Plex Sans Light"/>
              </a:rPr>
              <a:t>Enables governable orchestration + guardrails </a:t>
            </a:r>
          </a:p>
        </p:txBody>
      </p:sp>
    </p:spTree>
    <p:extLst>
      <p:ext uri="{BB962C8B-B14F-4D97-AF65-F5344CB8AC3E}">
        <p14:creationId xmlns:p14="http://schemas.microsoft.com/office/powerpoint/2010/main" val="1779613341"/>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28CFEA9-4EF2-99B7-8DF1-20A506BFE3B9}"/>
              </a:ext>
            </a:extLst>
          </p:cNvPr>
          <p:cNvSpPr/>
          <p:nvPr/>
        </p:nvSpPr>
        <p:spPr bwMode="auto">
          <a:xfrm>
            <a:off x="6093622" y="8851"/>
            <a:ext cx="6095206" cy="13714214"/>
          </a:xfrm>
          <a:prstGeom prst="rect">
            <a:avLst/>
          </a:prstGeom>
          <a:solidFill>
            <a:srgbClr val="EDF5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defTabSz="914218" fontAlgn="base">
              <a:spcBef>
                <a:spcPct val="0"/>
              </a:spcBef>
              <a:spcAft>
                <a:spcPct val="0"/>
              </a:spcAft>
            </a:pPr>
            <a:endParaRPr lang="en-US" sz="1400">
              <a:solidFill>
                <a:srgbClr val="FFFFFF"/>
              </a:solidFill>
              <a:latin typeface="IBM Plex Sans Light"/>
            </a:endParaRPr>
          </a:p>
        </p:txBody>
      </p:sp>
      <p:sp>
        <p:nvSpPr>
          <p:cNvPr id="7" name="Rectangle 6">
            <a:extLst>
              <a:ext uri="{FF2B5EF4-FFF2-40B4-BE49-F238E27FC236}">
                <a16:creationId xmlns:a16="http://schemas.microsoft.com/office/drawing/2014/main" id="{AD3E65DA-DCA9-AA8C-AD20-BD7988F29FDD}"/>
              </a:ext>
            </a:extLst>
          </p:cNvPr>
          <p:cNvSpPr/>
          <p:nvPr/>
        </p:nvSpPr>
        <p:spPr bwMode="auto">
          <a:xfrm>
            <a:off x="1588" y="-7063"/>
            <a:ext cx="6095206" cy="13714214"/>
          </a:xfrm>
          <a:prstGeom prst="rect">
            <a:avLst/>
          </a:prstGeom>
          <a:solidFill>
            <a:srgbClr val="D0E2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defTabSz="914218" fontAlgn="base">
              <a:spcBef>
                <a:spcPct val="0"/>
              </a:spcBef>
              <a:spcAft>
                <a:spcPct val="0"/>
              </a:spcAft>
            </a:pPr>
            <a:endParaRPr lang="en-US" sz="1400">
              <a:solidFill>
                <a:srgbClr val="FFFFFF"/>
              </a:solidFill>
              <a:latin typeface="IBM Plex Sans Light"/>
            </a:endParaRPr>
          </a:p>
        </p:txBody>
      </p:sp>
      <p:sp>
        <p:nvSpPr>
          <p:cNvPr id="2" name="Title 1">
            <a:extLst>
              <a:ext uri="{FF2B5EF4-FFF2-40B4-BE49-F238E27FC236}">
                <a16:creationId xmlns:a16="http://schemas.microsoft.com/office/drawing/2014/main" id="{CF96D0C5-C466-7651-C803-A1C22A7FB195}"/>
              </a:ext>
            </a:extLst>
          </p:cNvPr>
          <p:cNvSpPr>
            <a:spLocks noGrp="1"/>
          </p:cNvSpPr>
          <p:nvPr>
            <p:ph type="title"/>
          </p:nvPr>
        </p:nvSpPr>
        <p:spPr>
          <a:xfrm>
            <a:off x="563490" y="1902401"/>
            <a:ext cx="4955530" cy="4498458"/>
          </a:xfrm>
        </p:spPr>
        <p:txBody>
          <a:bodyPr lIns="0" tIns="0" rIns="0" bIns="0" anchor="t"/>
          <a:lstStyle/>
          <a:p>
            <a:r>
              <a:rPr lang="en-US" sz="3200" dirty="0"/>
              <a:t>IBM Cloud Pak for Business Automation</a:t>
            </a:r>
            <a:br>
              <a:rPr lang="en-US" sz="3200" dirty="0"/>
            </a:br>
            <a:br>
              <a:rPr lang="en-US" sz="3200" dirty="0"/>
            </a:br>
            <a:r>
              <a:rPr lang="en-US" sz="4800" b="1" dirty="0"/>
              <a:t>Business Automation Workflow(BAW) Modernization</a:t>
            </a:r>
            <a:br>
              <a:rPr lang="en-US" sz="4800" dirty="0"/>
            </a:br>
            <a:br>
              <a:rPr lang="en-US" sz="4800" dirty="0"/>
            </a:br>
            <a:r>
              <a:rPr lang="en-US" dirty="0"/>
              <a:t>Modernize workflow and case management to reduce manual work, improve auditability, and enable AI-assisted execution on hybrid cloud</a:t>
            </a:r>
            <a:endParaRPr lang="en-US" sz="3200" dirty="0"/>
          </a:p>
        </p:txBody>
      </p:sp>
      <p:sp>
        <p:nvSpPr>
          <p:cNvPr id="3" name="Text Placeholder 2">
            <a:extLst>
              <a:ext uri="{FF2B5EF4-FFF2-40B4-BE49-F238E27FC236}">
                <a16:creationId xmlns:a16="http://schemas.microsoft.com/office/drawing/2014/main" id="{184C7C39-9633-CBD7-61B5-DFBB41024312}"/>
              </a:ext>
            </a:extLst>
          </p:cNvPr>
          <p:cNvSpPr>
            <a:spLocks noGrp="1"/>
          </p:cNvSpPr>
          <p:nvPr>
            <p:ph type="body" sz="quarter" idx="11"/>
          </p:nvPr>
        </p:nvSpPr>
        <p:spPr>
          <a:xfrm>
            <a:off x="276600" y="10972808"/>
            <a:ext cx="5485618" cy="2482824"/>
          </a:xfrm>
        </p:spPr>
        <p:txBody>
          <a:bodyPr lIns="0" tIns="0" rIns="0" bIns="0" anchor="t"/>
          <a:lstStyle/>
          <a:p>
            <a:r>
              <a:rPr lang="en-US" sz="2400" b="1" dirty="0">
                <a:latin typeface="IBM Plex Sans"/>
              </a:rPr>
              <a:t>Modernization Motion Owner</a:t>
            </a:r>
          </a:p>
          <a:p>
            <a:r>
              <a:rPr lang="en-US" sz="2400" dirty="0">
                <a:latin typeface="IBM Plex Sans"/>
              </a:rPr>
              <a:t>Kristen Mucci</a:t>
            </a:r>
            <a:endParaRPr lang="en-US" sz="2400" dirty="0"/>
          </a:p>
          <a:p>
            <a:endParaRPr lang="en-US" sz="2400" b="1" dirty="0">
              <a:latin typeface="IBM Plex Sans"/>
            </a:endParaRPr>
          </a:p>
          <a:p>
            <a:r>
              <a:rPr lang="en-US" sz="2400" b="1" dirty="0">
                <a:latin typeface="IBM Plex Sans"/>
              </a:rPr>
              <a:t>Modernization Motion SMEs/Coaches</a:t>
            </a:r>
          </a:p>
          <a:p>
            <a:r>
              <a:rPr lang="en-US" sz="2400" dirty="0">
                <a:latin typeface="IBM Plex Sans"/>
              </a:rPr>
              <a:t>Matt Warta</a:t>
            </a:r>
          </a:p>
          <a:p>
            <a:r>
              <a:rPr lang="en-US" sz="2400" dirty="0">
                <a:latin typeface="IBM Plex Sans"/>
              </a:rPr>
              <a:t>Thomas Yang</a:t>
            </a:r>
          </a:p>
          <a:p>
            <a:r>
              <a:rPr lang="en-US" sz="2400">
                <a:latin typeface="IBM Plex Sans"/>
              </a:rPr>
              <a:t>Luke Hale</a:t>
            </a:r>
            <a:endParaRPr lang="en-US" sz="2400" dirty="0"/>
          </a:p>
          <a:p>
            <a:endParaRPr lang="en-US" sz="2400" b="1" dirty="0"/>
          </a:p>
          <a:p>
            <a:endParaRPr lang="en-US" sz="2400" b="1" dirty="0">
              <a:latin typeface="IBM Plex Sans"/>
            </a:endParaRPr>
          </a:p>
        </p:txBody>
      </p:sp>
      <p:sp>
        <p:nvSpPr>
          <p:cNvPr id="4" name="Text Placeholder 3">
            <a:extLst>
              <a:ext uri="{FF2B5EF4-FFF2-40B4-BE49-F238E27FC236}">
                <a16:creationId xmlns:a16="http://schemas.microsoft.com/office/drawing/2014/main" id="{D33B0A6B-7EBC-C1EF-B517-DF988599819E}"/>
              </a:ext>
            </a:extLst>
          </p:cNvPr>
          <p:cNvSpPr>
            <a:spLocks noGrp="1"/>
          </p:cNvSpPr>
          <p:nvPr>
            <p:ph type="body" sz="quarter" idx="12"/>
          </p:nvPr>
        </p:nvSpPr>
        <p:spPr>
          <a:xfrm>
            <a:off x="6320667" y="357769"/>
            <a:ext cx="5468728" cy="3265538"/>
          </a:xfrm>
        </p:spPr>
        <p:txBody>
          <a:bodyPr lIns="0" tIns="0" rIns="0" bIns="0" anchor="t"/>
          <a:lstStyle/>
          <a:p>
            <a:r>
              <a:rPr lang="en-US" sz="2400" b="1" dirty="0">
                <a:latin typeface="IBM Plex Sans"/>
              </a:rPr>
              <a:t>Use Case #1</a:t>
            </a:r>
            <a:endParaRPr lang="en-US" sz="2400" dirty="0"/>
          </a:p>
          <a:p>
            <a:r>
              <a:rPr lang="en-US" sz="2400" dirty="0"/>
              <a:t>KYC and Anti Money Laundering (AML) review operations</a:t>
            </a:r>
          </a:p>
          <a:p>
            <a:pPr marL="342900" indent="-342900">
              <a:buFontTx/>
              <a:buChar char="-"/>
            </a:pPr>
            <a:r>
              <a:rPr lang="en-US" sz="2400" dirty="0"/>
              <a:t> Route alerts and KYC refresh cases to the right teams based on risk, product, geography, and segment.</a:t>
            </a:r>
          </a:p>
          <a:p>
            <a:pPr marL="342900" indent="-342900">
              <a:buFontTx/>
              <a:buChar char="-"/>
            </a:pPr>
            <a:r>
              <a:rPr lang="en-US" sz="2400" dirty="0"/>
              <a:t>Enforce SLAs with priority queues, timers, escalations, visibility.</a:t>
            </a:r>
          </a:p>
          <a:p>
            <a:pPr marL="342900" indent="-342900">
              <a:buFontTx/>
              <a:buChar char="-"/>
            </a:pPr>
            <a:r>
              <a:rPr lang="en-US" sz="2400" dirty="0"/>
              <a:t>Capture a complete audit trail: evidence, decisions, approvals.</a:t>
            </a:r>
          </a:p>
          <a:p>
            <a:pPr marL="342900" indent="-342900">
              <a:buFontTx/>
              <a:buChar char="-"/>
            </a:pPr>
            <a:r>
              <a:rPr lang="en-US" sz="2400" dirty="0"/>
              <a:t>Standardize handoffs across lines of business and external systems.</a:t>
            </a:r>
          </a:p>
          <a:p>
            <a:pPr marL="342900" indent="-342900">
              <a:buFontTx/>
              <a:buChar char="-"/>
            </a:pPr>
            <a:endParaRPr lang="en-US" sz="2400" dirty="0"/>
          </a:p>
          <a:p>
            <a:r>
              <a:rPr lang="en-US" sz="2400" b="1" dirty="0">
                <a:latin typeface="IBM Plex Sans"/>
              </a:rPr>
              <a:t>Use Case #2</a:t>
            </a:r>
          </a:p>
          <a:p>
            <a:r>
              <a:rPr lang="en-US" sz="2400" dirty="0"/>
              <a:t>Complaints and regulatory handling</a:t>
            </a:r>
          </a:p>
          <a:p>
            <a:pPr marL="342900" indent="-342900">
              <a:buFontTx/>
              <a:buChar char="-"/>
            </a:pPr>
            <a:r>
              <a:rPr lang="en-US" sz="2400" dirty="0"/>
              <a:t>Capture complaints from all channels in one case record</a:t>
            </a:r>
          </a:p>
          <a:p>
            <a:pPr marL="342900" indent="-342900">
              <a:buFontTx/>
              <a:buChar char="-"/>
            </a:pPr>
            <a:r>
              <a:rPr lang="en-US" sz="2400" dirty="0"/>
              <a:t>Route by issue type, product, region</a:t>
            </a:r>
          </a:p>
          <a:p>
            <a:pPr marL="342900" indent="-342900">
              <a:buFontTx/>
              <a:buChar char="-"/>
            </a:pPr>
            <a:r>
              <a:rPr lang="en-US" sz="2400" dirty="0"/>
              <a:t>Enforce deadlines w/SLA’s, timers</a:t>
            </a:r>
          </a:p>
          <a:p>
            <a:pPr marL="342900" indent="-342900">
              <a:buFontTx/>
              <a:buChar char="-"/>
            </a:pPr>
            <a:r>
              <a:rPr lang="en-US" sz="2400" dirty="0"/>
              <a:t>Run approvals for remediation, policy exceptions</a:t>
            </a:r>
          </a:p>
          <a:p>
            <a:endParaRPr lang="en-US" sz="2400" b="1" dirty="0">
              <a:latin typeface="IBM Plex Sans"/>
            </a:endParaRPr>
          </a:p>
          <a:p>
            <a:pPr marL="342900" indent="-342900">
              <a:buFontTx/>
              <a:buChar char="-"/>
            </a:pPr>
            <a:endParaRPr lang="en-US" sz="2400" dirty="0"/>
          </a:p>
          <a:p>
            <a:endParaRPr lang="en-US" sz="2400" dirty="0"/>
          </a:p>
        </p:txBody>
      </p:sp>
      <p:sp>
        <p:nvSpPr>
          <p:cNvPr id="5" name="Text Placeholder 4">
            <a:extLst>
              <a:ext uri="{FF2B5EF4-FFF2-40B4-BE49-F238E27FC236}">
                <a16:creationId xmlns:a16="http://schemas.microsoft.com/office/drawing/2014/main" id="{AF4D4D58-58A1-58F0-31E7-3F69652A10D4}"/>
              </a:ext>
            </a:extLst>
          </p:cNvPr>
          <p:cNvSpPr>
            <a:spLocks noGrp="1"/>
          </p:cNvSpPr>
          <p:nvPr>
            <p:ph type="body" sz="quarter" idx="13"/>
          </p:nvPr>
        </p:nvSpPr>
        <p:spPr>
          <a:xfrm>
            <a:off x="12520231" y="323247"/>
            <a:ext cx="11865356" cy="12997338"/>
          </a:xfrm>
        </p:spPr>
        <p:txBody>
          <a:bodyPr lIns="0" tIns="0" rIns="0" bIns="0" anchor="t"/>
          <a:lstStyle/>
          <a:p>
            <a:pPr>
              <a:spcBef>
                <a:spcPts val="1000"/>
              </a:spcBef>
            </a:pPr>
            <a:r>
              <a:rPr lang="en-US" sz="4000" b="1" dirty="0">
                <a:latin typeface="IBM Plex Sans"/>
              </a:rPr>
              <a:t>Modernization Motion Overview</a:t>
            </a:r>
            <a:endParaRPr lang="en-US" sz="4000" dirty="0">
              <a:latin typeface="IBM Plex Sans"/>
            </a:endParaRPr>
          </a:p>
          <a:p>
            <a:endParaRPr lang="en-US" sz="2400" dirty="0">
              <a:latin typeface="IBM Plex Sans"/>
            </a:endParaRPr>
          </a:p>
          <a:p>
            <a:r>
              <a:rPr lang="en-US" sz="2800" dirty="0"/>
              <a:t>BAW is an enterprise platform for workflow &amp; case management that coordinates people and systems with visibility, governance, and auditability.  It fits high-stakes operations where regulators &amp; auditors need traceability, and where cases evolve as documents and facts. </a:t>
            </a:r>
          </a:p>
          <a:p>
            <a:br>
              <a:rPr lang="en-US" sz="2800" dirty="0"/>
            </a:br>
            <a:r>
              <a:rPr lang="en-US" sz="2800" dirty="0"/>
              <a:t>Can be deployed as containers on OpenShift for hybrid cloud. WebSphere exists for compatibility, but containers are the strategic direction.</a:t>
            </a:r>
          </a:p>
          <a:p>
            <a:endParaRPr lang="en-US" sz="3200" dirty="0">
              <a:latin typeface="IBM Plex Sans"/>
            </a:endParaRPr>
          </a:p>
          <a:p>
            <a:r>
              <a:rPr lang="en-US" sz="3200" b="1" dirty="0">
                <a:latin typeface="IBM Plex Sans"/>
              </a:rPr>
              <a:t>What’s New in latest releases</a:t>
            </a:r>
          </a:p>
          <a:p>
            <a:endParaRPr lang="en-US" sz="3200" b="1" dirty="0">
              <a:latin typeface="IBM Plex Sans"/>
            </a:endParaRPr>
          </a:p>
          <a:p>
            <a:pPr marL="571500" indent="-571500">
              <a:buFontTx/>
              <a:buChar char="-"/>
            </a:pPr>
            <a:r>
              <a:rPr lang="en-US" sz="2800" dirty="0"/>
              <a:t>Authoring Assistant and Workplace Assistant for faster build and faster case execution</a:t>
            </a:r>
          </a:p>
          <a:p>
            <a:pPr marL="571500" indent="-571500">
              <a:buFontTx/>
              <a:buChar char="-"/>
            </a:pPr>
            <a:r>
              <a:rPr lang="en-US" sz="2800" dirty="0"/>
              <a:t>MCP integration so AI agents can invoke workflows through a standard interface</a:t>
            </a:r>
          </a:p>
          <a:p>
            <a:pPr marL="571500" indent="-571500">
              <a:buFontTx/>
              <a:buChar char="-"/>
            </a:pPr>
            <a:r>
              <a:rPr lang="en-US" sz="2800" dirty="0"/>
              <a:t>Agentic task execution to automate manual steps in containerized automations</a:t>
            </a:r>
          </a:p>
          <a:p>
            <a:pPr marL="571500" indent="-571500">
              <a:buFontTx/>
              <a:buChar char="-"/>
            </a:pPr>
            <a:endParaRPr lang="en-US" sz="2800" dirty="0"/>
          </a:p>
          <a:p>
            <a:r>
              <a:rPr lang="en-US" sz="2800" b="1" dirty="0">
                <a:latin typeface="IBM Plex Sans"/>
              </a:rPr>
              <a:t>Modernization paths</a:t>
            </a:r>
          </a:p>
          <a:p>
            <a:endParaRPr lang="en-US" sz="2800" b="1" dirty="0">
              <a:latin typeface="IBM Plex Sans"/>
            </a:endParaRPr>
          </a:p>
          <a:p>
            <a:pPr marL="571500" indent="-571500">
              <a:buFontTx/>
              <a:buChar char="-"/>
            </a:pPr>
            <a:r>
              <a:rPr lang="en-US" sz="2800" dirty="0"/>
              <a:t>Vitality: current and stable on supported releases</a:t>
            </a:r>
          </a:p>
          <a:p>
            <a:pPr marL="571500" indent="-571500">
              <a:buFontTx/>
              <a:buChar char="-"/>
            </a:pPr>
            <a:r>
              <a:rPr lang="en-US" sz="2800" dirty="0"/>
              <a:t>Containerization: run BAW as containers</a:t>
            </a:r>
          </a:p>
          <a:p>
            <a:pPr marL="571500" indent="-571500">
              <a:buFontTx/>
              <a:buChar char="-"/>
            </a:pPr>
            <a:r>
              <a:rPr lang="en-US" sz="2800" dirty="0"/>
              <a:t>Managed or SaaS: reduce ops burden and time to value</a:t>
            </a:r>
          </a:p>
          <a:p>
            <a:pPr marL="571500" indent="-571500">
              <a:buFontTx/>
              <a:buChar char="-"/>
            </a:pPr>
            <a:r>
              <a:rPr lang="en-US" sz="2800" dirty="0"/>
              <a:t>Expansion: add capabilities once core is stable</a:t>
            </a:r>
          </a:p>
        </p:txBody>
      </p:sp>
      <p:sp>
        <p:nvSpPr>
          <p:cNvPr id="17" name="Text Placeholder 3">
            <a:extLst>
              <a:ext uri="{FF2B5EF4-FFF2-40B4-BE49-F238E27FC236}">
                <a16:creationId xmlns:a16="http://schemas.microsoft.com/office/drawing/2014/main" id="{DEC5BBB8-1C97-8DC7-7385-05D951C19366}"/>
              </a:ext>
            </a:extLst>
          </p:cNvPr>
          <p:cNvSpPr txBox="1">
            <a:spLocks/>
          </p:cNvSpPr>
          <p:nvPr/>
        </p:nvSpPr>
        <p:spPr>
          <a:xfrm>
            <a:off x="6668221" y="3972224"/>
            <a:ext cx="4950768" cy="24828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2437912"/>
            <a:endParaRPr lang="en-US" kern="0">
              <a:solidFill>
                <a:srgbClr val="000000"/>
              </a:solidFill>
            </a:endParaRPr>
          </a:p>
        </p:txBody>
      </p:sp>
      <p:cxnSp>
        <p:nvCxnSpPr>
          <p:cNvPr id="15" name="Straight Connector 14">
            <a:extLst>
              <a:ext uri="{FF2B5EF4-FFF2-40B4-BE49-F238E27FC236}">
                <a16:creationId xmlns:a16="http://schemas.microsoft.com/office/drawing/2014/main" id="{0C5065FE-FBAF-859D-418B-66A02084EB6B}"/>
              </a:ext>
            </a:extLst>
          </p:cNvPr>
          <p:cNvCxnSpPr>
            <a:cxnSpLocks/>
          </p:cNvCxnSpPr>
          <p:nvPr/>
        </p:nvCxnSpPr>
        <p:spPr bwMode="auto">
          <a:xfrm>
            <a:off x="6320668" y="9680516"/>
            <a:ext cx="5219322"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pic>
        <p:nvPicPr>
          <p:cNvPr id="8" name="Picture 7" descr="A blue line drawing of a server&#10;&#10;Description automatically generated">
            <a:extLst>
              <a:ext uri="{FF2B5EF4-FFF2-40B4-BE49-F238E27FC236}">
                <a16:creationId xmlns:a16="http://schemas.microsoft.com/office/drawing/2014/main" id="{ED7B5F3A-11DF-8608-C526-AA225C344CA6}"/>
              </a:ext>
            </a:extLst>
          </p:cNvPr>
          <p:cNvPicPr>
            <a:picLocks noChangeAspect="1"/>
          </p:cNvPicPr>
          <p:nvPr/>
        </p:nvPicPr>
        <p:blipFill>
          <a:blip/>
          <a:stretch>
            <a:fillRect/>
          </a:stretch>
        </p:blipFill>
        <p:spPr>
          <a:xfrm>
            <a:off x="576189" y="546640"/>
            <a:ext cx="943764" cy="943764"/>
          </a:xfrm>
          <a:prstGeom prst="rect">
            <a:avLst/>
          </a:prstGeom>
        </p:spPr>
      </p:pic>
      <p:sp>
        <p:nvSpPr>
          <p:cNvPr id="6" name="Text Placeholder 3">
            <a:extLst>
              <a:ext uri="{FF2B5EF4-FFF2-40B4-BE49-F238E27FC236}">
                <a16:creationId xmlns:a16="http://schemas.microsoft.com/office/drawing/2014/main" id="{71D90571-C597-4894-FED2-160DA9DF03FB}"/>
              </a:ext>
            </a:extLst>
          </p:cNvPr>
          <p:cNvSpPr txBox="1">
            <a:spLocks/>
          </p:cNvSpPr>
          <p:nvPr/>
        </p:nvSpPr>
        <p:spPr>
          <a:xfrm>
            <a:off x="6336819" y="9981284"/>
            <a:ext cx="5852008" cy="32595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2437912"/>
            <a:r>
              <a:rPr lang="en-US" sz="2400" b="1" dirty="0">
                <a:solidFill>
                  <a:srgbClr val="000000"/>
                </a:solidFill>
                <a:latin typeface="IBM Plex Sans"/>
              </a:rPr>
              <a:t>Business Value</a:t>
            </a:r>
          </a:p>
          <a:p>
            <a:pPr defTabSz="2437912"/>
            <a:endParaRPr lang="en-US" sz="2400" b="1" dirty="0">
              <a:solidFill>
                <a:srgbClr val="000000"/>
              </a:solidFill>
            </a:endParaRPr>
          </a:p>
          <a:p>
            <a:pPr marL="342900" indent="-342900" defTabSz="2437912">
              <a:buFont typeface="Arial" panose="020B0604020202020204" pitchFamily="34" charset="0"/>
              <a:buChar char="•"/>
            </a:pPr>
            <a:r>
              <a:rPr lang="en-US" sz="2400" dirty="0">
                <a:solidFill>
                  <a:srgbClr val="000000"/>
                </a:solidFill>
                <a:latin typeface="IBM Plex Sans"/>
              </a:rPr>
              <a:t>Reported average 60% reduction in process time by reducing manual work. </a:t>
            </a:r>
          </a:p>
          <a:p>
            <a:pPr marL="342900" indent="-342900" defTabSz="2437912">
              <a:buFont typeface="Arial" panose="020B0604020202020204" pitchFamily="34" charset="0"/>
              <a:buChar char="•"/>
            </a:pPr>
            <a:r>
              <a:rPr lang="en-US" sz="2400" dirty="0">
                <a:solidFill>
                  <a:srgbClr val="000000"/>
                </a:solidFill>
              </a:rPr>
              <a:t>Claims Connection Group: up to 70% faster resolutions and 25–35% cost reduction. </a:t>
            </a:r>
          </a:p>
          <a:p>
            <a:pPr marL="342900" indent="-342900" defTabSz="2437912">
              <a:buFont typeface="Arial" panose="020B0604020202020204" pitchFamily="34" charset="0"/>
              <a:buChar char="•"/>
            </a:pPr>
            <a:r>
              <a:rPr lang="en-US" sz="2400" dirty="0">
                <a:solidFill>
                  <a:srgbClr val="000000"/>
                </a:solidFill>
                <a:latin typeface="IBM Plex Sans"/>
              </a:rPr>
              <a:t>Increased governance, auditability, and hybrid-cloud readiness</a:t>
            </a:r>
          </a:p>
          <a:p>
            <a:pPr marL="342900" indent="-342900" defTabSz="2437912">
              <a:buFont typeface="Arial" panose="020B0604020202020204" pitchFamily="34" charset="0"/>
              <a:buChar char="•"/>
            </a:pPr>
            <a:endParaRPr lang="en-US" sz="2400" dirty="0">
              <a:solidFill>
                <a:srgbClr val="000000"/>
              </a:solidFill>
              <a:latin typeface="IBM Plex Sans"/>
            </a:endParaRPr>
          </a:p>
        </p:txBody>
      </p:sp>
    </p:spTree>
    <p:extLst>
      <p:ext uri="{BB962C8B-B14F-4D97-AF65-F5344CB8AC3E}">
        <p14:creationId xmlns:p14="http://schemas.microsoft.com/office/powerpoint/2010/main" val="1387095144"/>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DFA40-D6FE-3BFE-C258-2AEE08237D2A}"/>
              </a:ext>
            </a:extLst>
          </p:cNvPr>
          <p:cNvSpPr>
            <a:spLocks noGrp="1"/>
          </p:cNvSpPr>
          <p:nvPr>
            <p:ph type="title"/>
          </p:nvPr>
        </p:nvSpPr>
        <p:spPr>
          <a:xfrm>
            <a:off x="576000" y="361577"/>
            <a:ext cx="14630870" cy="1525588"/>
          </a:xfrm>
        </p:spPr>
        <p:txBody>
          <a:bodyPr/>
          <a:lstStyle/>
          <a:p>
            <a:r>
              <a:rPr lang="en-US" sz="7200" dirty="0"/>
              <a:t>Core to Modernize Process</a:t>
            </a:r>
          </a:p>
        </p:txBody>
      </p:sp>
      <p:sp>
        <p:nvSpPr>
          <p:cNvPr id="8" name="Slide Number Placeholder 7">
            <a:extLst>
              <a:ext uri="{FF2B5EF4-FFF2-40B4-BE49-F238E27FC236}">
                <a16:creationId xmlns:a16="http://schemas.microsoft.com/office/drawing/2014/main" id="{5443E58F-9EA8-C7C1-6E24-B5E136EE7E02}"/>
              </a:ext>
            </a:extLst>
          </p:cNvPr>
          <p:cNvSpPr>
            <a:spLocks noGrp="1"/>
          </p:cNvSpPr>
          <p:nvPr>
            <p:ph type="sldNum" sz="quarter" idx="4"/>
          </p:nvPr>
        </p:nvSpPr>
        <p:spPr/>
        <p:txBody>
          <a:bodyPr/>
          <a:lstStyle/>
          <a:p>
            <a:fld id="{86CB4B4D-7CA3-9044-876B-883B54F8677D}" type="slidenum">
              <a:rPr lang="en-US" smtClean="0"/>
              <a:pPr/>
              <a:t>10</a:t>
            </a:fld>
            <a:endParaRPr lang="en-US" dirty="0"/>
          </a:p>
        </p:txBody>
      </p:sp>
      <p:pic>
        <p:nvPicPr>
          <p:cNvPr id="9" name="Picture 8">
            <a:extLst>
              <a:ext uri="{FF2B5EF4-FFF2-40B4-BE49-F238E27FC236}">
                <a16:creationId xmlns:a16="http://schemas.microsoft.com/office/drawing/2014/main" id="{6EA09569-64C7-C3AC-C5C3-8BA68D082576}"/>
              </a:ext>
            </a:extLst>
          </p:cNvPr>
          <p:cNvPicPr>
            <a:picLocks noChangeAspect="1"/>
          </p:cNvPicPr>
          <p:nvPr/>
        </p:nvPicPr>
        <p:blipFill>
          <a:blip r:embed="rId3"/>
          <a:srcRect/>
          <a:stretch/>
        </p:blipFill>
        <p:spPr>
          <a:xfrm>
            <a:off x="2089520" y="1835751"/>
            <a:ext cx="19457582" cy="11880249"/>
          </a:xfrm>
          <a:prstGeom prst="rect">
            <a:avLst/>
          </a:prstGeom>
        </p:spPr>
      </p:pic>
      <p:sp>
        <p:nvSpPr>
          <p:cNvPr id="3" name="Rectangle 2">
            <a:extLst>
              <a:ext uri="{FF2B5EF4-FFF2-40B4-BE49-F238E27FC236}">
                <a16:creationId xmlns:a16="http://schemas.microsoft.com/office/drawing/2014/main" id="{67DA3C11-A92F-76CE-3EE9-EC1DB98A1B30}"/>
              </a:ext>
            </a:extLst>
          </p:cNvPr>
          <p:cNvSpPr/>
          <p:nvPr/>
        </p:nvSpPr>
        <p:spPr bwMode="auto">
          <a:xfrm>
            <a:off x="5446643" y="4651513"/>
            <a:ext cx="1590261" cy="278296"/>
          </a:xfrm>
          <a:prstGeom prst="rect">
            <a:avLst/>
          </a:prstGeom>
          <a:solidFill>
            <a:schemeClr val="bg2"/>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4" name="TextBox 3">
            <a:extLst>
              <a:ext uri="{FF2B5EF4-FFF2-40B4-BE49-F238E27FC236}">
                <a16:creationId xmlns:a16="http://schemas.microsoft.com/office/drawing/2014/main" id="{6EA856A6-A5A9-39DB-FB9B-715ADB117EEB}"/>
              </a:ext>
            </a:extLst>
          </p:cNvPr>
          <p:cNvSpPr txBox="1"/>
          <p:nvPr/>
        </p:nvSpPr>
        <p:spPr>
          <a:xfrm>
            <a:off x="5565913" y="4611757"/>
            <a:ext cx="1391478" cy="3578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2184273263"/>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F8735-82F5-4882-1DE5-D3AC3A346E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EF5AC4-6855-F087-F110-0B54F43A259A}"/>
              </a:ext>
            </a:extLst>
          </p:cNvPr>
          <p:cNvSpPr>
            <a:spLocks noGrp="1"/>
          </p:cNvSpPr>
          <p:nvPr>
            <p:ph type="title"/>
          </p:nvPr>
        </p:nvSpPr>
        <p:spPr>
          <a:xfrm>
            <a:off x="575999" y="576072"/>
            <a:ext cx="12722558" cy="1525588"/>
          </a:xfrm>
        </p:spPr>
        <p:txBody>
          <a:bodyPr/>
          <a:lstStyle/>
          <a:p>
            <a:r>
              <a:rPr lang="en-US" sz="7200" dirty="0"/>
              <a:t>Why Core to Modernize exists?</a:t>
            </a:r>
          </a:p>
        </p:txBody>
      </p:sp>
      <p:sp>
        <p:nvSpPr>
          <p:cNvPr id="8" name="Slide Number Placeholder 7">
            <a:extLst>
              <a:ext uri="{FF2B5EF4-FFF2-40B4-BE49-F238E27FC236}">
                <a16:creationId xmlns:a16="http://schemas.microsoft.com/office/drawing/2014/main" id="{F827EB9F-4E19-FB44-320D-A7D8EBECE794}"/>
              </a:ext>
            </a:extLst>
          </p:cNvPr>
          <p:cNvSpPr>
            <a:spLocks noGrp="1"/>
          </p:cNvSpPr>
          <p:nvPr>
            <p:ph type="sldNum" sz="quarter" idx="4"/>
          </p:nvPr>
        </p:nvSpPr>
        <p:spPr/>
        <p:txBody>
          <a:bodyPr/>
          <a:lstStyle/>
          <a:p>
            <a:fld id="{86CB4B4D-7CA3-9044-876B-883B54F8677D}" type="slidenum">
              <a:rPr lang="en-US" smtClean="0"/>
              <a:pPr/>
              <a:t>11</a:t>
            </a:fld>
            <a:endParaRPr lang="en-US" dirty="0"/>
          </a:p>
        </p:txBody>
      </p:sp>
      <p:sp>
        <p:nvSpPr>
          <p:cNvPr id="3" name="Text Placeholder 2">
            <a:extLst>
              <a:ext uri="{FF2B5EF4-FFF2-40B4-BE49-F238E27FC236}">
                <a16:creationId xmlns:a16="http://schemas.microsoft.com/office/drawing/2014/main" id="{A75DAC3C-6FEB-223F-1273-773E80C5018E}"/>
              </a:ext>
            </a:extLst>
          </p:cNvPr>
          <p:cNvSpPr>
            <a:spLocks noGrp="1"/>
          </p:cNvSpPr>
          <p:nvPr>
            <p:ph type="body" sz="quarter" idx="11"/>
          </p:nvPr>
        </p:nvSpPr>
        <p:spPr>
          <a:xfrm>
            <a:off x="815650" y="2101660"/>
            <a:ext cx="19340906" cy="1262851"/>
          </a:xfrm>
        </p:spPr>
        <p:txBody>
          <a:bodyPr/>
          <a:lstStyle/>
          <a:p>
            <a:r>
              <a:rPr lang="en-US" sz="3200" b="1">
                <a:solidFill>
                  <a:schemeClr val="accent1"/>
                </a:solidFill>
                <a:latin typeface="IBM Plex Sans Medm" panose="020B0503050203000203" pitchFamily="34" charset="0"/>
              </a:rPr>
              <a:t>Goal: evolve the existing footprint without disruption and make it resilient and AI-ready</a:t>
            </a:r>
            <a:endParaRPr lang="en-US" sz="3200" b="1" dirty="0">
              <a:solidFill>
                <a:schemeClr val="accent1"/>
              </a:solidFill>
              <a:latin typeface="IBM Plex Sans Medm" panose="020B0503050203000203" pitchFamily="34" charset="0"/>
            </a:endParaRPr>
          </a:p>
        </p:txBody>
      </p:sp>
      <p:sp>
        <p:nvSpPr>
          <p:cNvPr id="5" name="TextBox 4">
            <a:extLst>
              <a:ext uri="{FF2B5EF4-FFF2-40B4-BE49-F238E27FC236}">
                <a16:creationId xmlns:a16="http://schemas.microsoft.com/office/drawing/2014/main" id="{6B947E1D-9567-CD64-FFE6-B8437E290CDF}"/>
              </a:ext>
            </a:extLst>
          </p:cNvPr>
          <p:cNvSpPr txBox="1"/>
          <p:nvPr/>
        </p:nvSpPr>
        <p:spPr>
          <a:xfrm>
            <a:off x="1079205" y="3588304"/>
            <a:ext cx="13511438" cy="1754326"/>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marL="571500" indent="-571500">
              <a:buFont typeface="Arial" panose="020B0604020202020204" pitchFamily="34" charset="0"/>
              <a:buChar char="•"/>
            </a:pPr>
            <a:r>
              <a:rPr lang="en-US" dirty="0"/>
              <a:t>Core software runs the business</a:t>
            </a:r>
          </a:p>
          <a:p>
            <a:pPr marL="571500" indent="-571500">
              <a:buFont typeface="Arial" panose="020B0604020202020204" pitchFamily="34" charset="0"/>
              <a:buChar char="•"/>
            </a:pPr>
            <a:r>
              <a:rPr lang="en-US" dirty="0"/>
              <a:t>Aging estates increase risk, cost, and change friction</a:t>
            </a:r>
          </a:p>
          <a:p>
            <a:pPr marL="571500" indent="-571500">
              <a:buFont typeface="Arial" panose="020B0604020202020204" pitchFamily="34" charset="0"/>
              <a:buChar char="•"/>
            </a:pPr>
            <a:r>
              <a:rPr lang="en-US" dirty="0"/>
              <a:t>Modernization must be controlled and repeatable</a:t>
            </a:r>
          </a:p>
        </p:txBody>
      </p:sp>
      <p:pic>
        <p:nvPicPr>
          <p:cNvPr id="4" name="Picture 3">
            <a:extLst>
              <a:ext uri="{FF2B5EF4-FFF2-40B4-BE49-F238E27FC236}">
                <a16:creationId xmlns:a16="http://schemas.microsoft.com/office/drawing/2014/main" id="{2CDC069B-064D-CE1E-A119-6260AC71940C}"/>
              </a:ext>
            </a:extLst>
          </p:cNvPr>
          <p:cNvPicPr>
            <a:picLocks noChangeAspect="1"/>
          </p:cNvPicPr>
          <p:nvPr/>
        </p:nvPicPr>
        <p:blipFill>
          <a:blip r:embed="rId3"/>
          <a:srcRect/>
          <a:stretch/>
        </p:blipFill>
        <p:spPr>
          <a:xfrm>
            <a:off x="7573097" y="6233665"/>
            <a:ext cx="11450919" cy="6717873"/>
          </a:xfrm>
          <a:prstGeom prst="rect">
            <a:avLst/>
          </a:prstGeom>
        </p:spPr>
      </p:pic>
      <p:sp>
        <p:nvSpPr>
          <p:cNvPr id="10" name="TextBox 9">
            <a:extLst>
              <a:ext uri="{FF2B5EF4-FFF2-40B4-BE49-F238E27FC236}">
                <a16:creationId xmlns:a16="http://schemas.microsoft.com/office/drawing/2014/main" id="{BD97E0AB-3AB7-676F-D36E-F69625B6954A}"/>
              </a:ext>
            </a:extLst>
          </p:cNvPr>
          <p:cNvSpPr txBox="1"/>
          <p:nvPr/>
        </p:nvSpPr>
        <p:spPr>
          <a:xfrm>
            <a:off x="3416981" y="9575030"/>
            <a:ext cx="4792740" cy="646331"/>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r>
              <a:rPr lang="en-US" b="1" dirty="0">
                <a:solidFill>
                  <a:srgbClr val="007D79"/>
                </a:solidFill>
              </a:rPr>
              <a:t>Controlled Evolution</a:t>
            </a:r>
          </a:p>
        </p:txBody>
      </p:sp>
      <p:sp>
        <p:nvSpPr>
          <p:cNvPr id="12" name="TextBox 11">
            <a:extLst>
              <a:ext uri="{FF2B5EF4-FFF2-40B4-BE49-F238E27FC236}">
                <a16:creationId xmlns:a16="http://schemas.microsoft.com/office/drawing/2014/main" id="{B61373FE-0579-3E7B-7D46-1B966F53F479}"/>
              </a:ext>
            </a:extLst>
          </p:cNvPr>
          <p:cNvSpPr txBox="1"/>
          <p:nvPr/>
        </p:nvSpPr>
        <p:spPr>
          <a:xfrm>
            <a:off x="19563522" y="9592601"/>
            <a:ext cx="4248978" cy="646331"/>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r>
              <a:rPr lang="en-US" b="1" dirty="0">
                <a:solidFill>
                  <a:srgbClr val="C00000"/>
                </a:solidFill>
              </a:rPr>
              <a:t>Rip and Replace</a:t>
            </a:r>
          </a:p>
        </p:txBody>
      </p:sp>
      <p:sp>
        <p:nvSpPr>
          <p:cNvPr id="15" name="TextBox 14">
            <a:extLst>
              <a:ext uri="{FF2B5EF4-FFF2-40B4-BE49-F238E27FC236}">
                <a16:creationId xmlns:a16="http://schemas.microsoft.com/office/drawing/2014/main" id="{14DD3B7C-73EF-9ACE-68BE-A38E1969AB9F}"/>
              </a:ext>
            </a:extLst>
          </p:cNvPr>
          <p:cNvSpPr txBox="1"/>
          <p:nvPr/>
        </p:nvSpPr>
        <p:spPr>
          <a:xfrm>
            <a:off x="3276129" y="10364543"/>
            <a:ext cx="4437821" cy="1200329"/>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algn="r"/>
            <a:r>
              <a:rPr lang="en-US" sz="2400" dirty="0"/>
              <a:t>Ensures stability and trust while enabling AI adoption without disruption</a:t>
            </a:r>
          </a:p>
        </p:txBody>
      </p:sp>
      <p:sp>
        <p:nvSpPr>
          <p:cNvPr id="18" name="TextBox 17">
            <a:extLst>
              <a:ext uri="{FF2B5EF4-FFF2-40B4-BE49-F238E27FC236}">
                <a16:creationId xmlns:a16="http://schemas.microsoft.com/office/drawing/2014/main" id="{7AF76E2C-CEA9-86D5-1410-7AC465FB8D5F}"/>
              </a:ext>
            </a:extLst>
          </p:cNvPr>
          <p:cNvSpPr txBox="1"/>
          <p:nvPr/>
        </p:nvSpPr>
        <p:spPr>
          <a:xfrm>
            <a:off x="19563522" y="10364543"/>
            <a:ext cx="3978070" cy="1200329"/>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r>
              <a:rPr lang="en-US" sz="2400" dirty="0"/>
              <a:t>May introduce risks and costs due to potential disruption</a:t>
            </a:r>
          </a:p>
        </p:txBody>
      </p:sp>
    </p:spTree>
    <p:extLst>
      <p:ext uri="{BB962C8B-B14F-4D97-AF65-F5344CB8AC3E}">
        <p14:creationId xmlns:p14="http://schemas.microsoft.com/office/powerpoint/2010/main" val="3425561151"/>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D51BE-7E06-2437-8977-12CE5E8A4C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D3ED63-47D8-5889-C6F4-E5F04DBB5ECD}"/>
              </a:ext>
            </a:extLst>
          </p:cNvPr>
          <p:cNvSpPr>
            <a:spLocks noGrp="1"/>
          </p:cNvSpPr>
          <p:nvPr>
            <p:ph type="title"/>
          </p:nvPr>
        </p:nvSpPr>
        <p:spPr>
          <a:xfrm>
            <a:off x="575999" y="576072"/>
            <a:ext cx="6540417" cy="1525588"/>
          </a:xfrm>
        </p:spPr>
        <p:txBody>
          <a:bodyPr/>
          <a:lstStyle/>
          <a:p>
            <a:r>
              <a:rPr lang="en-US" sz="7200" dirty="0"/>
              <a:t>Modernization Motions</a:t>
            </a:r>
          </a:p>
        </p:txBody>
      </p:sp>
      <p:sp>
        <p:nvSpPr>
          <p:cNvPr id="3" name="Text Placeholder 2">
            <a:extLst>
              <a:ext uri="{FF2B5EF4-FFF2-40B4-BE49-F238E27FC236}">
                <a16:creationId xmlns:a16="http://schemas.microsoft.com/office/drawing/2014/main" id="{051A4216-613F-18EF-A075-86E465EB1A4A}"/>
              </a:ext>
            </a:extLst>
          </p:cNvPr>
          <p:cNvSpPr>
            <a:spLocks noGrp="1"/>
          </p:cNvSpPr>
          <p:nvPr>
            <p:ph type="body" sz="quarter" idx="11"/>
          </p:nvPr>
        </p:nvSpPr>
        <p:spPr>
          <a:xfrm>
            <a:off x="12790685" y="613301"/>
            <a:ext cx="4956175" cy="2517256"/>
          </a:xfrm>
        </p:spPr>
        <p:txBody>
          <a:bodyPr/>
          <a:lstStyle/>
          <a:p>
            <a:r>
              <a:rPr lang="en-US" b="1" dirty="0">
                <a:solidFill>
                  <a:schemeClr val="accent1"/>
                </a:solidFill>
                <a:latin typeface="IBM Plex Sans Medm" panose="020B0503050203000203" pitchFamily="34" charset="0"/>
              </a:rPr>
              <a:t>Vitality </a:t>
            </a:r>
          </a:p>
          <a:p>
            <a:endParaRPr lang="en-US" dirty="0"/>
          </a:p>
          <a:p>
            <a:r>
              <a:rPr lang="en-US" dirty="0"/>
              <a:t>Ensuring version currency and platform stability through proactive upgrades, migrations, and application of patches to keep clients on supported, secure, and high-value releases.</a:t>
            </a:r>
          </a:p>
        </p:txBody>
      </p:sp>
      <p:sp>
        <p:nvSpPr>
          <p:cNvPr id="4" name="Text Placeholder 3">
            <a:extLst>
              <a:ext uri="{FF2B5EF4-FFF2-40B4-BE49-F238E27FC236}">
                <a16:creationId xmlns:a16="http://schemas.microsoft.com/office/drawing/2014/main" id="{3850D3CA-FBA8-66DF-0604-18A684D4D6F6}"/>
              </a:ext>
            </a:extLst>
          </p:cNvPr>
          <p:cNvSpPr>
            <a:spLocks noGrp="1"/>
          </p:cNvSpPr>
          <p:nvPr>
            <p:ph type="body" sz="quarter" idx="12"/>
          </p:nvPr>
        </p:nvSpPr>
        <p:spPr>
          <a:xfrm>
            <a:off x="18897600" y="576072"/>
            <a:ext cx="4951413" cy="2517256"/>
          </a:xfrm>
        </p:spPr>
        <p:txBody>
          <a:bodyPr/>
          <a:lstStyle/>
          <a:p>
            <a:r>
              <a:rPr lang="en-US" b="1" dirty="0">
                <a:solidFill>
                  <a:srgbClr val="F382B0"/>
                </a:solidFill>
                <a:latin typeface="IBM Plex Sans Medm" panose="020B0503050203000203" pitchFamily="34" charset="0"/>
              </a:rPr>
              <a:t>Containerization </a:t>
            </a:r>
          </a:p>
          <a:p>
            <a:endParaRPr lang="en-US" dirty="0"/>
          </a:p>
          <a:p>
            <a:r>
              <a:rPr lang="en-US" dirty="0"/>
              <a:t>Modernizing application architectures by shifting from traditional deployments to containerized environments (e.g., OpenShift), improving scalability, portability, and operational efficiency.</a:t>
            </a:r>
          </a:p>
        </p:txBody>
      </p:sp>
      <p:sp>
        <p:nvSpPr>
          <p:cNvPr id="5" name="Text Placeholder 4">
            <a:extLst>
              <a:ext uri="{FF2B5EF4-FFF2-40B4-BE49-F238E27FC236}">
                <a16:creationId xmlns:a16="http://schemas.microsoft.com/office/drawing/2014/main" id="{A35980F0-4B2B-EB33-A734-3A6BBC395611}"/>
              </a:ext>
            </a:extLst>
          </p:cNvPr>
          <p:cNvSpPr>
            <a:spLocks noGrp="1"/>
          </p:cNvSpPr>
          <p:nvPr>
            <p:ph type="body" sz="quarter" idx="13"/>
          </p:nvPr>
        </p:nvSpPr>
        <p:spPr>
          <a:xfrm>
            <a:off x="12750410" y="7452639"/>
            <a:ext cx="4953000" cy="2517256"/>
          </a:xfrm>
        </p:spPr>
        <p:txBody>
          <a:bodyPr/>
          <a:lstStyle/>
          <a:p>
            <a:r>
              <a:rPr lang="en-US" b="1" dirty="0">
                <a:latin typeface="IBM Plex Sans Medm" panose="020B0503050203000203" pitchFamily="34" charset="0"/>
              </a:rPr>
              <a:t>Z Modernization Fast Start Program</a:t>
            </a:r>
          </a:p>
          <a:p>
            <a:endParaRPr lang="en-US" dirty="0"/>
          </a:p>
          <a:p>
            <a:r>
              <a:rPr lang="en-US" dirty="0"/>
              <a:t>Driving modernization of Z architectures by adopting contemporary frameworks, enabling greater scalability, security, and efficiency.</a:t>
            </a:r>
          </a:p>
        </p:txBody>
      </p:sp>
      <p:sp>
        <p:nvSpPr>
          <p:cNvPr id="8" name="Slide Number Placeholder 7">
            <a:extLst>
              <a:ext uri="{FF2B5EF4-FFF2-40B4-BE49-F238E27FC236}">
                <a16:creationId xmlns:a16="http://schemas.microsoft.com/office/drawing/2014/main" id="{7E1DDE5B-125D-1954-6DFA-EBFEE3CBEDF2}"/>
              </a:ext>
            </a:extLst>
          </p:cNvPr>
          <p:cNvSpPr>
            <a:spLocks noGrp="1"/>
          </p:cNvSpPr>
          <p:nvPr>
            <p:ph type="sldNum" sz="quarter" idx="4"/>
          </p:nvPr>
        </p:nvSpPr>
        <p:spPr/>
        <p:txBody>
          <a:bodyPr/>
          <a:lstStyle/>
          <a:p>
            <a:fld id="{86CB4B4D-7CA3-9044-876B-883B54F8677D}" type="slidenum">
              <a:rPr lang="en-US" smtClean="0"/>
              <a:pPr/>
              <a:t>12</a:t>
            </a:fld>
            <a:endParaRPr lang="en-US" dirty="0"/>
          </a:p>
        </p:txBody>
      </p:sp>
      <p:pic>
        <p:nvPicPr>
          <p:cNvPr id="15" name="Picture 14" descr="A blue cubes in a glass case&#10;&#10;AI-generated content may be incorrect.">
            <a:extLst>
              <a:ext uri="{FF2B5EF4-FFF2-40B4-BE49-F238E27FC236}">
                <a16:creationId xmlns:a16="http://schemas.microsoft.com/office/drawing/2014/main" id="{4A904ADB-9D5E-FEF2-036D-5DE29300F504}"/>
              </a:ext>
            </a:extLst>
          </p:cNvPr>
          <p:cNvPicPr>
            <a:picLocks noChangeAspect="1"/>
          </p:cNvPicPr>
          <p:nvPr/>
        </p:nvPicPr>
        <p:blipFill>
          <a:blip r:embed="rId2"/>
          <a:stretch>
            <a:fillRect/>
          </a:stretch>
        </p:blipFill>
        <p:spPr>
          <a:xfrm>
            <a:off x="7572688" y="613301"/>
            <a:ext cx="3163386" cy="4204242"/>
          </a:xfrm>
          <a:prstGeom prst="rect">
            <a:avLst/>
          </a:prstGeom>
        </p:spPr>
      </p:pic>
      <p:pic>
        <p:nvPicPr>
          <p:cNvPr id="17" name="Picture 16" descr="A computer tower on a white surface&#10;&#10;AI-generated content may be incorrect.">
            <a:extLst>
              <a:ext uri="{FF2B5EF4-FFF2-40B4-BE49-F238E27FC236}">
                <a16:creationId xmlns:a16="http://schemas.microsoft.com/office/drawing/2014/main" id="{74BCB046-CBD8-B110-0147-0C94705460C9}"/>
              </a:ext>
            </a:extLst>
          </p:cNvPr>
          <p:cNvPicPr>
            <a:picLocks noChangeAspect="1"/>
          </p:cNvPicPr>
          <p:nvPr/>
        </p:nvPicPr>
        <p:blipFill>
          <a:blip r:embed="rId3"/>
          <a:stretch>
            <a:fillRect/>
          </a:stretch>
        </p:blipFill>
        <p:spPr>
          <a:xfrm>
            <a:off x="7480848" y="7452639"/>
            <a:ext cx="3347066" cy="3296044"/>
          </a:xfrm>
          <a:prstGeom prst="rect">
            <a:avLst/>
          </a:prstGeom>
        </p:spPr>
      </p:pic>
      <p:sp>
        <p:nvSpPr>
          <p:cNvPr id="18" name="Text Placeholder 4">
            <a:extLst>
              <a:ext uri="{FF2B5EF4-FFF2-40B4-BE49-F238E27FC236}">
                <a16:creationId xmlns:a16="http://schemas.microsoft.com/office/drawing/2014/main" id="{82EDCB09-57A6-3730-A280-81FEE7A5AE21}"/>
              </a:ext>
            </a:extLst>
          </p:cNvPr>
          <p:cNvSpPr txBox="1">
            <a:spLocks/>
          </p:cNvSpPr>
          <p:nvPr/>
        </p:nvSpPr>
        <p:spPr>
          <a:xfrm>
            <a:off x="12764585" y="3912796"/>
            <a:ext cx="4953000" cy="25172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rgbClr val="BC98F5"/>
                </a:solidFill>
                <a:latin typeface="IBM Plex Sans Medm" panose="020B0503050203000203" pitchFamily="34" charset="0"/>
              </a:rPr>
              <a:t>Managed or as a Service</a:t>
            </a:r>
          </a:p>
          <a:p>
            <a:endParaRPr lang="en-US" kern="0" dirty="0">
              <a:solidFill>
                <a:srgbClr val="BC98F5"/>
              </a:solidFill>
              <a:latin typeface="IBM Plex Sans Medm" panose="020B0503050203000203" pitchFamily="34" charset="0"/>
            </a:endParaRPr>
          </a:p>
          <a:p>
            <a:r>
              <a:rPr lang="en-US" kern="0" dirty="0"/>
              <a:t>Transitioning from client-managed to IBM-managed or SaaS delivery models that reduce total cost of ownership, accelerate innovation, and provide clients with consumption-based flexibility.</a:t>
            </a:r>
          </a:p>
        </p:txBody>
      </p:sp>
      <p:sp>
        <p:nvSpPr>
          <p:cNvPr id="19" name="Text Placeholder 5">
            <a:extLst>
              <a:ext uri="{FF2B5EF4-FFF2-40B4-BE49-F238E27FC236}">
                <a16:creationId xmlns:a16="http://schemas.microsoft.com/office/drawing/2014/main" id="{A35DF971-35C0-BDBE-84B7-FB71D85AB329}"/>
              </a:ext>
            </a:extLst>
          </p:cNvPr>
          <p:cNvSpPr txBox="1">
            <a:spLocks/>
          </p:cNvSpPr>
          <p:nvPr/>
        </p:nvSpPr>
        <p:spPr>
          <a:xfrm>
            <a:off x="18859500" y="3912796"/>
            <a:ext cx="4959350" cy="25172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tx1">
                    <a:lumMod val="50000"/>
                    <a:lumOff val="50000"/>
                  </a:schemeClr>
                </a:solidFill>
                <a:latin typeface="IBM Plex Sans Medm" panose="020B0503050203000203" pitchFamily="34" charset="0"/>
              </a:rPr>
              <a:t>Expansion </a:t>
            </a:r>
          </a:p>
          <a:p>
            <a:endParaRPr lang="en-US" kern="0" dirty="0"/>
          </a:p>
          <a:p>
            <a:r>
              <a:rPr lang="en-US" kern="0" dirty="0"/>
              <a:t>Growing client footprint by introducing complementary products (cross-sell) and expanding usage or premium capabilities within existing solutions (up-sell) to maximize value realization.</a:t>
            </a:r>
          </a:p>
        </p:txBody>
      </p:sp>
      <p:cxnSp>
        <p:nvCxnSpPr>
          <p:cNvPr id="37" name="Straight Connector 36">
            <a:extLst>
              <a:ext uri="{FF2B5EF4-FFF2-40B4-BE49-F238E27FC236}">
                <a16:creationId xmlns:a16="http://schemas.microsoft.com/office/drawing/2014/main" id="{B20DE35A-217F-096F-290A-6F2C8CF4D9A8}"/>
              </a:ext>
            </a:extLst>
          </p:cNvPr>
          <p:cNvCxnSpPr>
            <a:cxnSpLocks/>
          </p:cNvCxnSpPr>
          <p:nvPr/>
        </p:nvCxnSpPr>
        <p:spPr bwMode="auto">
          <a:xfrm>
            <a:off x="5845629" y="6858000"/>
            <a:ext cx="18190028" cy="0"/>
          </a:xfrm>
          <a:prstGeom prst="line">
            <a:avLst/>
          </a:prstGeom>
          <a:ln w="12700">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1" name="TextBox 40">
            <a:extLst>
              <a:ext uri="{FF2B5EF4-FFF2-40B4-BE49-F238E27FC236}">
                <a16:creationId xmlns:a16="http://schemas.microsoft.com/office/drawing/2014/main" id="{E9B977AF-1FB3-1F8B-3E1A-75EF145C1ACD}"/>
              </a:ext>
            </a:extLst>
          </p:cNvPr>
          <p:cNvSpPr txBox="1"/>
          <p:nvPr/>
        </p:nvSpPr>
        <p:spPr>
          <a:xfrm>
            <a:off x="7378629" y="4854729"/>
            <a:ext cx="3551503" cy="400110"/>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lgn="ctr"/>
            <a:r>
              <a:rPr lang="en-US" sz="2000" dirty="0">
                <a:latin typeface="IBM Plex Sans" panose="020B0503050203000203" pitchFamily="34" charset="0"/>
              </a:rPr>
              <a:t>Core Software Modernization</a:t>
            </a:r>
          </a:p>
        </p:txBody>
      </p:sp>
      <p:sp>
        <p:nvSpPr>
          <p:cNvPr id="42" name="TextBox 41">
            <a:extLst>
              <a:ext uri="{FF2B5EF4-FFF2-40B4-BE49-F238E27FC236}">
                <a16:creationId xmlns:a16="http://schemas.microsoft.com/office/drawing/2014/main" id="{FB00B9C3-DD16-1960-D7A6-5970ACB8FEB6}"/>
              </a:ext>
            </a:extLst>
          </p:cNvPr>
          <p:cNvSpPr txBox="1"/>
          <p:nvPr/>
        </p:nvSpPr>
        <p:spPr>
          <a:xfrm>
            <a:off x="7572688" y="10748683"/>
            <a:ext cx="3163386" cy="400110"/>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lgn="ctr"/>
            <a:r>
              <a:rPr lang="en-US" sz="2000" dirty="0">
                <a:latin typeface="IBM Plex Sans" panose="020B0503050203000203" pitchFamily="34" charset="0"/>
              </a:rPr>
              <a:t>Z Software Modernization</a:t>
            </a:r>
          </a:p>
        </p:txBody>
      </p:sp>
    </p:spTree>
    <p:extLst>
      <p:ext uri="{BB962C8B-B14F-4D97-AF65-F5344CB8AC3E}">
        <p14:creationId xmlns:p14="http://schemas.microsoft.com/office/powerpoint/2010/main" val="3323052567"/>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descr="Blue 10 half slide background">
            <a:extLst>
              <a:ext uri="{FF2B5EF4-FFF2-40B4-BE49-F238E27FC236}">
                <a16:creationId xmlns:a16="http://schemas.microsoft.com/office/drawing/2014/main" id="{50D516DF-236D-0360-6872-029EF3711306}"/>
              </a:ext>
            </a:extLst>
          </p:cNvPr>
          <p:cNvSpPr/>
          <p:nvPr/>
        </p:nvSpPr>
        <p:spPr bwMode="auto">
          <a:xfrm>
            <a:off x="1587" y="1787"/>
            <a:ext cx="12190412" cy="13714214"/>
          </a:xfrm>
          <a:prstGeom prst="rect">
            <a:avLst/>
          </a:prstGeom>
          <a:solidFill>
            <a:srgbClr val="D71E28"/>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defTabSz="914218" fontAlgn="base">
              <a:spcBef>
                <a:spcPct val="0"/>
              </a:spcBef>
              <a:spcAft>
                <a:spcPct val="0"/>
              </a:spcAft>
              <a:defRPr/>
            </a:pPr>
            <a:endParaRPr lang="en-US" sz="1400">
              <a:solidFill>
                <a:srgbClr val="FFFFFF"/>
              </a:solidFill>
              <a:latin typeface="IBM Plex Sans Light"/>
            </a:endParaRPr>
          </a:p>
        </p:txBody>
      </p:sp>
      <p:sp>
        <p:nvSpPr>
          <p:cNvPr id="15" name="Title 2">
            <a:extLst>
              <a:ext uri="{FF2B5EF4-FFF2-40B4-BE49-F238E27FC236}">
                <a16:creationId xmlns:a16="http://schemas.microsoft.com/office/drawing/2014/main" id="{52ED9B04-845A-F5B5-113B-1E5BA23C9D8C}"/>
              </a:ext>
            </a:extLst>
          </p:cNvPr>
          <p:cNvSpPr>
            <a:spLocks noGrp="1"/>
          </p:cNvSpPr>
          <p:nvPr>
            <p:ph type="title"/>
          </p:nvPr>
        </p:nvSpPr>
        <p:spPr>
          <a:xfrm>
            <a:off x="664107" y="4772193"/>
            <a:ext cx="8841820" cy="3767990"/>
          </a:xfrm>
        </p:spPr>
        <p:txBody>
          <a:bodyPr lIns="0" tIns="0" rIns="0" bIns="0" anchor="t">
            <a:normAutofit fontScale="90000"/>
          </a:bodyPr>
          <a:lstStyle/>
          <a:p>
            <a:r>
              <a:rPr lang="en-US" sz="7700">
                <a:solidFill>
                  <a:schemeClr val="bg1"/>
                </a:solidFill>
                <a:latin typeface="IBM Plex Sans"/>
              </a:rPr>
              <a:t>Wells Fargo </a:t>
            </a:r>
            <a:br>
              <a:rPr lang="en-US" sz="7700">
                <a:latin typeface="IBM Plex Sans" panose="020B0503050203000203" pitchFamily="34" charset="0"/>
              </a:rPr>
            </a:br>
            <a:r>
              <a:rPr lang="en-US" sz="7700" err="1">
                <a:solidFill>
                  <a:schemeClr val="bg1"/>
                </a:solidFill>
                <a:latin typeface="IBM Plex Sans"/>
              </a:rPr>
              <a:t>OBaaS</a:t>
            </a:r>
            <a:r>
              <a:rPr lang="en-US" sz="7700">
                <a:solidFill>
                  <a:schemeClr val="bg1"/>
                </a:solidFill>
                <a:latin typeface="IBM Plex Sans"/>
              </a:rPr>
              <a:t> powered by watsonx.Orchestrate</a:t>
            </a:r>
            <a:br>
              <a:rPr lang="en-US" sz="6700">
                <a:latin typeface="IBM Plex Sans" panose="020B0503050203000203" pitchFamily="34" charset="0"/>
              </a:rPr>
            </a:br>
            <a:endParaRPr lang="en-US">
              <a:solidFill>
                <a:schemeClr val="bg1"/>
              </a:solidFill>
              <a:latin typeface="IBM Plex Sans" panose="020B0503050203000203" pitchFamily="34" charset="0"/>
            </a:endParaRPr>
          </a:p>
        </p:txBody>
      </p:sp>
      <p:sp>
        <p:nvSpPr>
          <p:cNvPr id="18" name="Rectangle 17" descr="Blue 10 half slide background">
            <a:extLst>
              <a:ext uri="{FF2B5EF4-FFF2-40B4-BE49-F238E27FC236}">
                <a16:creationId xmlns:a16="http://schemas.microsoft.com/office/drawing/2014/main" id="{A683DC78-BEF8-8B68-5D8E-A39782F13044}"/>
              </a:ext>
            </a:extLst>
          </p:cNvPr>
          <p:cNvSpPr/>
          <p:nvPr/>
        </p:nvSpPr>
        <p:spPr bwMode="auto">
          <a:xfrm>
            <a:off x="12195175" y="893"/>
            <a:ext cx="12190412" cy="11135474"/>
          </a:xfrm>
          <a:prstGeom prst="rect">
            <a:avLst/>
          </a:prstGeom>
          <a:solidFill>
            <a:schemeClr val="bg1">
              <a:lumMod val="85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defTabSz="914218" fontAlgn="base">
              <a:spcBef>
                <a:spcPct val="0"/>
              </a:spcBef>
              <a:spcAft>
                <a:spcPct val="0"/>
              </a:spcAft>
              <a:defRPr/>
            </a:pPr>
            <a:endParaRPr lang="en-US" sz="1400">
              <a:solidFill>
                <a:srgbClr val="FFFFFF"/>
              </a:solidFill>
              <a:latin typeface="IBM Plex Sans Light"/>
            </a:endParaRPr>
          </a:p>
        </p:txBody>
      </p:sp>
      <p:cxnSp>
        <p:nvCxnSpPr>
          <p:cNvPr id="22" name="Straight Connector 21">
            <a:extLst>
              <a:ext uri="{FF2B5EF4-FFF2-40B4-BE49-F238E27FC236}">
                <a16:creationId xmlns:a16="http://schemas.microsoft.com/office/drawing/2014/main" id="{3F247427-9E39-994E-2866-9B6EC0B1EE07}"/>
              </a:ext>
            </a:extLst>
          </p:cNvPr>
          <p:cNvCxnSpPr>
            <a:cxnSpLocks/>
          </p:cNvCxnSpPr>
          <p:nvPr/>
        </p:nvCxnSpPr>
        <p:spPr bwMode="auto">
          <a:xfrm>
            <a:off x="657995" y="1337150"/>
            <a:ext cx="1242484" cy="0"/>
          </a:xfrm>
          <a:prstGeom prst="line">
            <a:avLst/>
          </a:prstGeom>
          <a:ln w="9525">
            <a:solidFill>
              <a:schemeClr val="bg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pic>
        <p:nvPicPr>
          <p:cNvPr id="4" name="Picture 3" descr="A black background with white text&#10;&#10;Description automatically generated">
            <a:extLst>
              <a:ext uri="{FF2B5EF4-FFF2-40B4-BE49-F238E27FC236}">
                <a16:creationId xmlns:a16="http://schemas.microsoft.com/office/drawing/2014/main" id="{13FB4918-2B16-3D87-4C52-30350E0BE812}"/>
              </a:ext>
            </a:extLst>
          </p:cNvPr>
          <p:cNvPicPr>
            <a:picLocks noChangeAspect="1"/>
          </p:cNvPicPr>
          <p:nvPr/>
        </p:nvPicPr>
        <p:blipFill>
          <a:blip r:embed="rId3"/>
          <a:stretch>
            <a:fillRect/>
          </a:stretch>
        </p:blipFill>
        <p:spPr>
          <a:xfrm>
            <a:off x="21339799" y="11716862"/>
            <a:ext cx="2063392" cy="1373276"/>
          </a:xfrm>
          <a:prstGeom prst="rect">
            <a:avLst/>
          </a:prstGeom>
        </p:spPr>
      </p:pic>
      <p:pic>
        <p:nvPicPr>
          <p:cNvPr id="3" name="Picture 2">
            <a:extLst>
              <a:ext uri="{FF2B5EF4-FFF2-40B4-BE49-F238E27FC236}">
                <a16:creationId xmlns:a16="http://schemas.microsoft.com/office/drawing/2014/main" id="{99A7974C-3520-5A37-E471-FBE3757378B5}"/>
              </a:ext>
            </a:extLst>
          </p:cNvPr>
          <p:cNvPicPr>
            <a:picLocks noChangeAspect="1"/>
          </p:cNvPicPr>
          <p:nvPr/>
        </p:nvPicPr>
        <p:blipFill>
          <a:blip r:embed="rId4"/>
          <a:srcRect l="13603" r="13603"/>
          <a:stretch/>
        </p:blipFill>
        <p:spPr>
          <a:xfrm>
            <a:off x="12195175" y="0"/>
            <a:ext cx="12190412" cy="11160120"/>
          </a:xfrm>
          <a:prstGeom prst="rect">
            <a:avLst/>
          </a:prstGeom>
        </p:spPr>
      </p:pic>
      <p:pic>
        <p:nvPicPr>
          <p:cNvPr id="2" name="Picture 1" descr="A red sign with white text&#10;&#10;Description automatically generated">
            <a:extLst>
              <a:ext uri="{FF2B5EF4-FFF2-40B4-BE49-F238E27FC236}">
                <a16:creationId xmlns:a16="http://schemas.microsoft.com/office/drawing/2014/main" id="{9B9E6824-885E-E698-5762-48A815F615B2}"/>
              </a:ext>
            </a:extLst>
          </p:cNvPr>
          <p:cNvPicPr>
            <a:picLocks noChangeAspect="1"/>
          </p:cNvPicPr>
          <p:nvPr/>
        </p:nvPicPr>
        <p:blipFill>
          <a:blip r:embed="rId5"/>
          <a:srcRect t="206" r="-4526"/>
          <a:stretch/>
        </p:blipFill>
        <p:spPr>
          <a:xfrm>
            <a:off x="13740720" y="11973554"/>
            <a:ext cx="1057522" cy="1013644"/>
          </a:xfrm>
          <a:prstGeom prst="rect">
            <a:avLst/>
          </a:prstGeom>
        </p:spPr>
      </p:pic>
    </p:spTree>
    <p:extLst>
      <p:ext uri="{BB962C8B-B14F-4D97-AF65-F5344CB8AC3E}">
        <p14:creationId xmlns:p14="http://schemas.microsoft.com/office/powerpoint/2010/main" val="343002813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531FA-2924-D1F7-8520-FA70307526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BDE2BF-FDCB-6D55-6FE9-EFC666CE516F}"/>
              </a:ext>
            </a:extLst>
          </p:cNvPr>
          <p:cNvSpPr>
            <a:spLocks noGrp="1"/>
          </p:cNvSpPr>
          <p:nvPr>
            <p:ph type="title"/>
          </p:nvPr>
        </p:nvSpPr>
        <p:spPr>
          <a:xfrm>
            <a:off x="697491" y="427278"/>
            <a:ext cx="22859828" cy="1097280"/>
          </a:xfrm>
        </p:spPr>
        <p:txBody>
          <a:bodyPr/>
          <a:lstStyle/>
          <a:p>
            <a:r>
              <a:rPr lang="en-US" sz="4800">
                <a:solidFill>
                  <a:srgbClr val="000000"/>
                </a:solidFill>
                <a:latin typeface="IBM Plex Sans Light"/>
                <a:ea typeface="+mn-ea"/>
                <a:cs typeface="+mn-cs"/>
              </a:rPr>
              <a:t>Process: Commercial &amp; Investment Banking Onboarding</a:t>
            </a:r>
            <a:br>
              <a:rPr lang="en-US" sz="4800">
                <a:solidFill>
                  <a:srgbClr val="000000"/>
                </a:solidFill>
                <a:latin typeface="IBM Plex Sans Light"/>
                <a:ea typeface="+mn-ea"/>
                <a:cs typeface="+mn-cs"/>
              </a:rPr>
            </a:br>
            <a:endParaRPr lang="en-US" sz="4800">
              <a:solidFill>
                <a:srgbClr val="000000"/>
              </a:solidFill>
              <a:latin typeface="IBM Plex Sans Light"/>
              <a:ea typeface="+mn-ea"/>
              <a:cs typeface="+mn-cs"/>
            </a:endParaRPr>
          </a:p>
        </p:txBody>
      </p:sp>
      <p:pic>
        <p:nvPicPr>
          <p:cNvPr id="14" name="Picture 13">
            <a:extLst>
              <a:ext uri="{FF2B5EF4-FFF2-40B4-BE49-F238E27FC236}">
                <a16:creationId xmlns:a16="http://schemas.microsoft.com/office/drawing/2014/main" id="{FE595166-DA5B-072D-83A6-B856B92F7045}"/>
              </a:ext>
            </a:extLst>
          </p:cNvPr>
          <p:cNvPicPr>
            <a:picLocks noChangeAspect="1"/>
          </p:cNvPicPr>
          <p:nvPr/>
        </p:nvPicPr>
        <p:blipFill>
          <a:blip r:embed="rId3"/>
          <a:stretch>
            <a:fillRect/>
          </a:stretch>
        </p:blipFill>
        <p:spPr>
          <a:xfrm>
            <a:off x="3598227" y="4412775"/>
            <a:ext cx="15544800" cy="7817326"/>
          </a:xfrm>
          <a:prstGeom prst="rect">
            <a:avLst/>
          </a:prstGeom>
        </p:spPr>
      </p:pic>
      <p:sp>
        <p:nvSpPr>
          <p:cNvPr id="19" name="TextBox 18">
            <a:extLst>
              <a:ext uri="{FF2B5EF4-FFF2-40B4-BE49-F238E27FC236}">
                <a16:creationId xmlns:a16="http://schemas.microsoft.com/office/drawing/2014/main" id="{DB810FF2-F4FE-5A12-0B34-26428963A77D}"/>
              </a:ext>
            </a:extLst>
          </p:cNvPr>
          <p:cNvSpPr txBox="1"/>
          <p:nvPr/>
        </p:nvSpPr>
        <p:spPr>
          <a:xfrm>
            <a:off x="1446339" y="1876891"/>
            <a:ext cx="15654528" cy="1980470"/>
          </a:xfrm>
          <a:prstGeom prst="rect">
            <a:avLst/>
          </a:prstGeom>
          <a:noFill/>
        </p:spPr>
        <p:txBody>
          <a:bodyPr wrap="square" lIns="0" tIns="0" rIns="0" bIns="0" rtlCol="0">
            <a:noAutofit/>
          </a:bodyPr>
          <a:lstStyle/>
          <a:p>
            <a:pPr marL="571500" indent="-571500" defTabSz="1828800">
              <a:spcBef>
                <a:spcPts val="2400"/>
              </a:spcBef>
              <a:buSzPct val="100000"/>
              <a:buFont typeface="Arial" panose="020B0604020202020204" pitchFamily="34" charset="0"/>
              <a:buChar char="•"/>
              <a:defRPr/>
            </a:pPr>
            <a:r>
              <a:rPr lang="en-US">
                <a:solidFill>
                  <a:srgbClr val="141414"/>
                </a:solidFill>
                <a:latin typeface="Wells Fargo Sans" panose="020B0503020203020204" pitchFamily="34" charset="0"/>
              </a:rPr>
              <a:t>CIB onboarding touches many systems</a:t>
            </a:r>
          </a:p>
          <a:p>
            <a:pPr marL="571500" indent="-571500" defTabSz="1828800">
              <a:spcBef>
                <a:spcPts val="2400"/>
              </a:spcBef>
              <a:buSzPct val="100000"/>
              <a:buFont typeface="Arial" panose="020B0604020202020204" pitchFamily="34" charset="0"/>
              <a:buChar char="•"/>
              <a:defRPr/>
            </a:pPr>
            <a:r>
              <a:rPr lang="en-US">
                <a:solidFill>
                  <a:srgbClr val="141414"/>
                </a:solidFill>
                <a:latin typeface="Wells Fargo Sans" panose="020B0503020203020204" pitchFamily="34" charset="0"/>
              </a:rPr>
              <a:t>Each step depends on the last</a:t>
            </a:r>
          </a:p>
          <a:p>
            <a:pPr marL="571500" indent="-571500" defTabSz="1828800">
              <a:spcBef>
                <a:spcPts val="2400"/>
              </a:spcBef>
              <a:buSzPct val="100000"/>
              <a:buFont typeface="Arial" panose="020B0604020202020204" pitchFamily="34" charset="0"/>
              <a:buChar char="•"/>
              <a:defRPr/>
            </a:pPr>
            <a:r>
              <a:rPr lang="en-US">
                <a:solidFill>
                  <a:srgbClr val="141414"/>
                </a:solidFill>
                <a:latin typeface="Wells Fargo Sans" panose="020B0503020203020204" pitchFamily="34" charset="0"/>
              </a:rPr>
              <a:t>Most delays come from handoffs, re entry, and manual review </a:t>
            </a:r>
          </a:p>
        </p:txBody>
      </p:sp>
      <p:pic>
        <p:nvPicPr>
          <p:cNvPr id="4" name="Picture 3">
            <a:extLst>
              <a:ext uri="{FF2B5EF4-FFF2-40B4-BE49-F238E27FC236}">
                <a16:creationId xmlns:a16="http://schemas.microsoft.com/office/drawing/2014/main" id="{2012ECC2-DEB0-1D7B-C43D-604314DC951C}"/>
              </a:ext>
            </a:extLst>
          </p:cNvPr>
          <p:cNvPicPr>
            <a:picLocks noChangeAspect="1"/>
          </p:cNvPicPr>
          <p:nvPr/>
        </p:nvPicPr>
        <p:blipFill>
          <a:blip r:embed="rId4"/>
          <a:stretch>
            <a:fillRect/>
          </a:stretch>
        </p:blipFill>
        <p:spPr>
          <a:xfrm>
            <a:off x="22709181" y="539205"/>
            <a:ext cx="1277712" cy="475426"/>
          </a:xfrm>
          <a:prstGeom prst="rect">
            <a:avLst/>
          </a:prstGeom>
        </p:spPr>
      </p:pic>
      <p:pic>
        <p:nvPicPr>
          <p:cNvPr id="6" name="Picture 4" descr="Wells Fargo - Wikipedia">
            <a:extLst>
              <a:ext uri="{FF2B5EF4-FFF2-40B4-BE49-F238E27FC236}">
                <a16:creationId xmlns:a16="http://schemas.microsoft.com/office/drawing/2014/main" id="{5DE88177-4849-7D9C-5A21-475F4928EE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673075" y="426872"/>
            <a:ext cx="700088" cy="700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36411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13B0F-1E06-FC66-9C67-E7C055070C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9668C6-B8F1-BA0F-4943-68F0FCADE81E}"/>
              </a:ext>
            </a:extLst>
          </p:cNvPr>
          <p:cNvSpPr>
            <a:spLocks noGrp="1"/>
          </p:cNvSpPr>
          <p:nvPr>
            <p:ph type="title"/>
          </p:nvPr>
        </p:nvSpPr>
        <p:spPr>
          <a:xfrm>
            <a:off x="697491" y="427278"/>
            <a:ext cx="22859828" cy="1097280"/>
          </a:xfrm>
        </p:spPr>
        <p:txBody>
          <a:bodyPr/>
          <a:lstStyle/>
          <a:p>
            <a:r>
              <a:rPr lang="en-US" sz="4800">
                <a:solidFill>
                  <a:srgbClr val="000000"/>
                </a:solidFill>
                <a:latin typeface="IBM Plex Sans Light"/>
                <a:ea typeface="+mn-ea"/>
                <a:cs typeface="+mn-cs"/>
              </a:rPr>
              <a:t>Pain points: Commercial &amp; Investment Banking Onboarding</a:t>
            </a:r>
            <a:br>
              <a:rPr lang="en-US" sz="4800">
                <a:solidFill>
                  <a:srgbClr val="000000"/>
                </a:solidFill>
                <a:latin typeface="IBM Plex Sans Light"/>
                <a:ea typeface="+mn-ea"/>
                <a:cs typeface="+mn-cs"/>
              </a:rPr>
            </a:br>
            <a:endParaRPr lang="en-US" sz="4800">
              <a:solidFill>
                <a:srgbClr val="000000"/>
              </a:solidFill>
              <a:latin typeface="IBM Plex Sans Light"/>
              <a:ea typeface="+mn-ea"/>
              <a:cs typeface="+mn-cs"/>
            </a:endParaRPr>
          </a:p>
        </p:txBody>
      </p:sp>
      <p:pic>
        <p:nvPicPr>
          <p:cNvPr id="3" name="Picture 2">
            <a:extLst>
              <a:ext uri="{FF2B5EF4-FFF2-40B4-BE49-F238E27FC236}">
                <a16:creationId xmlns:a16="http://schemas.microsoft.com/office/drawing/2014/main" id="{B18C52BC-7D0B-2CDB-AD12-E3C80145C31F}"/>
              </a:ext>
            </a:extLst>
          </p:cNvPr>
          <p:cNvPicPr>
            <a:picLocks noChangeAspect="1"/>
          </p:cNvPicPr>
          <p:nvPr/>
        </p:nvPicPr>
        <p:blipFill>
          <a:blip r:embed="rId3"/>
          <a:stretch>
            <a:fillRect/>
          </a:stretch>
        </p:blipFill>
        <p:spPr>
          <a:xfrm>
            <a:off x="4500435" y="1281270"/>
            <a:ext cx="12922556" cy="11878884"/>
          </a:xfrm>
          <a:prstGeom prst="rect">
            <a:avLst/>
          </a:prstGeom>
        </p:spPr>
      </p:pic>
      <p:pic>
        <p:nvPicPr>
          <p:cNvPr id="5" name="Picture 4">
            <a:extLst>
              <a:ext uri="{FF2B5EF4-FFF2-40B4-BE49-F238E27FC236}">
                <a16:creationId xmlns:a16="http://schemas.microsoft.com/office/drawing/2014/main" id="{53A857DD-2A80-FEEB-2A78-9154ABB41F7B}"/>
              </a:ext>
            </a:extLst>
          </p:cNvPr>
          <p:cNvPicPr>
            <a:picLocks noChangeAspect="1"/>
          </p:cNvPicPr>
          <p:nvPr/>
        </p:nvPicPr>
        <p:blipFill>
          <a:blip r:embed="rId4"/>
          <a:stretch>
            <a:fillRect/>
          </a:stretch>
        </p:blipFill>
        <p:spPr>
          <a:xfrm>
            <a:off x="22709181" y="539205"/>
            <a:ext cx="1277712" cy="475426"/>
          </a:xfrm>
          <a:prstGeom prst="rect">
            <a:avLst/>
          </a:prstGeom>
        </p:spPr>
      </p:pic>
      <p:pic>
        <p:nvPicPr>
          <p:cNvPr id="7" name="Picture 4" descr="Wells Fargo - Wikipedia">
            <a:extLst>
              <a:ext uri="{FF2B5EF4-FFF2-40B4-BE49-F238E27FC236}">
                <a16:creationId xmlns:a16="http://schemas.microsoft.com/office/drawing/2014/main" id="{2CC97D9B-B9AA-C203-DA59-B899E46FCA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673075" y="426872"/>
            <a:ext cx="700088" cy="700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68330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C8596621-B88A-E9AF-B250-190A74C5995F}"/>
              </a:ext>
            </a:extLst>
          </p:cNvPr>
          <p:cNvSpPr/>
          <p:nvPr/>
        </p:nvSpPr>
        <p:spPr>
          <a:xfrm>
            <a:off x="4452634" y="5008132"/>
            <a:ext cx="15881594" cy="8371304"/>
          </a:xfrm>
          <a:prstGeom prst="rect">
            <a:avLst/>
          </a:prstGeom>
          <a:solidFill>
            <a:srgbClr val="E1E1E1"/>
          </a:solidFill>
          <a:ln>
            <a:noFill/>
          </a:ln>
        </p:spPr>
        <p:style>
          <a:lnRef idx="0">
            <a:srgbClr val="787070"/>
          </a:lnRef>
          <a:fillRef idx="1">
            <a:schemeClr val="accent1"/>
          </a:fillRef>
          <a:effectRef idx="0">
            <a:schemeClr val="dk1"/>
          </a:effectRef>
          <a:fontRef idx="minor">
            <a:schemeClr val="lt1"/>
          </a:fontRef>
        </p:style>
        <p:txBody>
          <a:bodyPr rtlCol="0" anchor="ctr"/>
          <a:lstStyle/>
          <a:p>
            <a:pPr algn="ctr" defTabSz="1828800">
              <a:defRPr/>
            </a:pPr>
            <a:endParaRPr lang="en-US">
              <a:solidFill>
                <a:srgbClr val="FFFFFF"/>
              </a:solidFill>
              <a:latin typeface="Wells Fargo Sans" panose="020B0503020203020204" pitchFamily="34" charset="0"/>
            </a:endParaRPr>
          </a:p>
        </p:txBody>
      </p:sp>
      <p:sp>
        <p:nvSpPr>
          <p:cNvPr id="2" name="Title 1">
            <a:extLst>
              <a:ext uri="{FF2B5EF4-FFF2-40B4-BE49-F238E27FC236}">
                <a16:creationId xmlns:a16="http://schemas.microsoft.com/office/drawing/2014/main" id="{4BB1E7FB-596C-46E3-9E38-E0D698886522}"/>
              </a:ext>
            </a:extLst>
          </p:cNvPr>
          <p:cNvSpPr>
            <a:spLocks noGrp="1"/>
          </p:cNvSpPr>
          <p:nvPr>
            <p:ph type="title"/>
          </p:nvPr>
        </p:nvSpPr>
        <p:spPr>
          <a:xfrm>
            <a:off x="697491" y="427278"/>
            <a:ext cx="22859828" cy="1097280"/>
          </a:xfrm>
        </p:spPr>
        <p:txBody>
          <a:bodyPr/>
          <a:lstStyle/>
          <a:p>
            <a:r>
              <a:rPr lang="en-US" sz="4800">
                <a:solidFill>
                  <a:srgbClr val="000000"/>
                </a:solidFill>
                <a:latin typeface="IBM Plex Sans Light"/>
                <a:ea typeface="+mn-ea"/>
                <a:cs typeface="+mn-cs"/>
              </a:rPr>
              <a:t>Business Challenges: CB &amp; CIB Client Servicing </a:t>
            </a:r>
            <a:br>
              <a:rPr lang="en-US" sz="4800">
                <a:solidFill>
                  <a:srgbClr val="000000"/>
                </a:solidFill>
                <a:latin typeface="IBM Plex Sans Light"/>
                <a:ea typeface="+mn-ea"/>
                <a:cs typeface="+mn-cs"/>
              </a:rPr>
            </a:br>
            <a:endParaRPr lang="en-US" sz="4800">
              <a:solidFill>
                <a:srgbClr val="000000"/>
              </a:solidFill>
              <a:latin typeface="IBM Plex Sans Light"/>
              <a:ea typeface="+mn-ea"/>
              <a:cs typeface="+mn-cs"/>
            </a:endParaRPr>
          </a:p>
        </p:txBody>
      </p:sp>
      <p:sp>
        <p:nvSpPr>
          <p:cNvPr id="55" name="TextBox 54">
            <a:extLst>
              <a:ext uri="{FF2B5EF4-FFF2-40B4-BE49-F238E27FC236}">
                <a16:creationId xmlns:a16="http://schemas.microsoft.com/office/drawing/2014/main" id="{41EBE4AE-0695-8E53-C327-00FFC83240EE}"/>
              </a:ext>
            </a:extLst>
          </p:cNvPr>
          <p:cNvSpPr txBox="1"/>
          <p:nvPr/>
        </p:nvSpPr>
        <p:spPr>
          <a:xfrm>
            <a:off x="1963930" y="9660706"/>
            <a:ext cx="2398002" cy="1354217"/>
          </a:xfrm>
          <a:prstGeom prst="rect">
            <a:avLst/>
          </a:prstGeom>
          <a:noFill/>
        </p:spPr>
        <p:txBody>
          <a:bodyPr wrap="square" lIns="0" tIns="0" rIns="0" bIns="0" rtlCol="0">
            <a:spAutoFit/>
          </a:bodyPr>
          <a:lstStyle/>
          <a:p>
            <a:pPr defTabSz="1828800">
              <a:spcBef>
                <a:spcPts val="2400"/>
              </a:spcBef>
              <a:buSzPct val="100000"/>
              <a:defRPr/>
            </a:pPr>
            <a:r>
              <a:rPr lang="en-US" sz="2200">
                <a:solidFill>
                  <a:srgbClr val="403C3A"/>
                </a:solidFill>
                <a:latin typeface="Wells Fargo Sans" panose="020B0503020203020204" pitchFamily="34" charset="0"/>
              </a:rPr>
              <a:t>Clients go to their Relationship Team or directly to product teams.</a:t>
            </a:r>
          </a:p>
        </p:txBody>
      </p:sp>
      <p:sp>
        <p:nvSpPr>
          <p:cNvPr id="66" name="Rectangle 65">
            <a:extLst>
              <a:ext uri="{FF2B5EF4-FFF2-40B4-BE49-F238E27FC236}">
                <a16:creationId xmlns:a16="http://schemas.microsoft.com/office/drawing/2014/main" id="{3BFCD521-7EDF-ECB3-568E-71E4F3EFA549}"/>
              </a:ext>
            </a:extLst>
          </p:cNvPr>
          <p:cNvSpPr/>
          <p:nvPr/>
        </p:nvSpPr>
        <p:spPr>
          <a:xfrm rot="5400000">
            <a:off x="3274393" y="6572119"/>
            <a:ext cx="1803440" cy="1936754"/>
          </a:xfrm>
          <a:prstGeom prst="rect">
            <a:avLst/>
          </a:prstGeom>
          <a:solidFill>
            <a:schemeClr val="tx1"/>
          </a:solidFill>
          <a:ln>
            <a:noFill/>
          </a:ln>
        </p:spPr>
        <p:style>
          <a:lnRef idx="0">
            <a:srgbClr val="787070"/>
          </a:lnRef>
          <a:fillRef idx="1">
            <a:schemeClr val="accent1"/>
          </a:fillRef>
          <a:effectRef idx="0">
            <a:schemeClr val="dk1"/>
          </a:effectRef>
          <a:fontRef idx="minor">
            <a:schemeClr val="lt1"/>
          </a:fontRef>
        </p:style>
        <p:txBody>
          <a:bodyPr vert="vert270" rtlCol="0" anchor="ctr"/>
          <a:lstStyle/>
          <a:p>
            <a:pPr defTabSz="1828800">
              <a:defRPr/>
            </a:pPr>
            <a:r>
              <a:rPr lang="en-US" sz="2800">
                <a:solidFill>
                  <a:srgbClr val="FFFFFF"/>
                </a:solidFill>
                <a:latin typeface="Wells Fargo Sans" panose="020B0503020203020204" pitchFamily="34" charset="0"/>
              </a:rPr>
              <a:t>Today</a:t>
            </a:r>
          </a:p>
        </p:txBody>
      </p:sp>
      <p:grpSp>
        <p:nvGrpSpPr>
          <p:cNvPr id="297" name="Group 296">
            <a:extLst>
              <a:ext uri="{FF2B5EF4-FFF2-40B4-BE49-F238E27FC236}">
                <a16:creationId xmlns:a16="http://schemas.microsoft.com/office/drawing/2014/main" id="{8E807D63-E5BC-BE2E-9493-E168C82EF194}"/>
              </a:ext>
            </a:extLst>
          </p:cNvPr>
          <p:cNvGrpSpPr/>
          <p:nvPr/>
        </p:nvGrpSpPr>
        <p:grpSpPr>
          <a:xfrm>
            <a:off x="5915180" y="5173705"/>
            <a:ext cx="9818778" cy="6826365"/>
            <a:chOff x="681318" y="2354815"/>
            <a:chExt cx="4010211" cy="2783387"/>
          </a:xfrm>
        </p:grpSpPr>
        <p:cxnSp>
          <p:nvCxnSpPr>
            <p:cNvPr id="3" name="Straight Connector 2">
              <a:extLst>
                <a:ext uri="{FF2B5EF4-FFF2-40B4-BE49-F238E27FC236}">
                  <a16:creationId xmlns:a16="http://schemas.microsoft.com/office/drawing/2014/main" id="{629B8BC7-0AC3-2583-AF1A-568391810B72}"/>
                </a:ext>
              </a:extLst>
            </p:cNvPr>
            <p:cNvCxnSpPr>
              <a:cxnSpLocks/>
            </p:cNvCxnSpPr>
            <p:nvPr/>
          </p:nvCxnSpPr>
          <p:spPr>
            <a:xfrm flipH="1">
              <a:off x="1063812" y="2832847"/>
              <a:ext cx="716958" cy="513485"/>
            </a:xfrm>
            <a:prstGeom prst="line">
              <a:avLst/>
            </a:prstGeom>
            <a:noFill/>
            <a:ln w="12700" cap="sq" cmpd="sng" algn="ctr">
              <a:solidFill>
                <a:srgbClr val="787070"/>
              </a:solidFill>
              <a:prstDash val="dash"/>
            </a:ln>
            <a:effectLst/>
          </p:spPr>
        </p:cxnSp>
        <p:sp>
          <p:nvSpPr>
            <p:cNvPr id="4" name="Freeform 63">
              <a:extLst>
                <a:ext uri="{FF2B5EF4-FFF2-40B4-BE49-F238E27FC236}">
                  <a16:creationId xmlns:a16="http://schemas.microsoft.com/office/drawing/2014/main" id="{3276ED1F-4E6F-CA87-5272-4BA0855AC907}"/>
                </a:ext>
              </a:extLst>
            </p:cNvPr>
            <p:cNvSpPr>
              <a:spLocks noChangeAspect="1" noEditPoints="1"/>
            </p:cNvSpPr>
            <p:nvPr/>
          </p:nvSpPr>
          <p:spPr bwMode="auto">
            <a:xfrm>
              <a:off x="2710397" y="3317152"/>
              <a:ext cx="315100" cy="219638"/>
            </a:xfrm>
            <a:custGeom>
              <a:avLst/>
              <a:gdLst>
                <a:gd name="T0" fmla="*/ 119 w 550"/>
                <a:gd name="T1" fmla="*/ 306 h 457"/>
                <a:gd name="T2" fmla="*/ 431 w 550"/>
                <a:gd name="T3" fmla="*/ 306 h 457"/>
                <a:gd name="T4" fmla="*/ 463 w 550"/>
                <a:gd name="T5" fmla="*/ 292 h 457"/>
                <a:gd name="T6" fmla="*/ 476 w 550"/>
                <a:gd name="T7" fmla="*/ 258 h 457"/>
                <a:gd name="T8" fmla="*/ 476 w 550"/>
                <a:gd name="T9" fmla="*/ 48 h 457"/>
                <a:gd name="T10" fmla="*/ 431 w 550"/>
                <a:gd name="T11" fmla="*/ 0 h 457"/>
                <a:gd name="T12" fmla="*/ 119 w 550"/>
                <a:gd name="T13" fmla="*/ 0 h 457"/>
                <a:gd name="T14" fmla="*/ 87 w 550"/>
                <a:gd name="T15" fmla="*/ 14 h 457"/>
                <a:gd name="T16" fmla="*/ 74 w 550"/>
                <a:gd name="T17" fmla="*/ 48 h 457"/>
                <a:gd name="T18" fmla="*/ 74 w 550"/>
                <a:gd name="T19" fmla="*/ 258 h 457"/>
                <a:gd name="T20" fmla="*/ 119 w 550"/>
                <a:gd name="T21" fmla="*/ 306 h 457"/>
                <a:gd name="T22" fmla="*/ 100 w 550"/>
                <a:gd name="T23" fmla="*/ 26 h 457"/>
                <a:gd name="T24" fmla="*/ 119 w 550"/>
                <a:gd name="T25" fmla="*/ 18 h 457"/>
                <a:gd name="T26" fmla="*/ 431 w 550"/>
                <a:gd name="T27" fmla="*/ 18 h 457"/>
                <a:gd name="T28" fmla="*/ 458 w 550"/>
                <a:gd name="T29" fmla="*/ 48 h 457"/>
                <a:gd name="T30" fmla="*/ 458 w 550"/>
                <a:gd name="T31" fmla="*/ 258 h 457"/>
                <a:gd name="T32" fmla="*/ 450 w 550"/>
                <a:gd name="T33" fmla="*/ 280 h 457"/>
                <a:gd name="T34" fmla="*/ 431 w 550"/>
                <a:gd name="T35" fmla="*/ 288 h 457"/>
                <a:gd name="T36" fmla="*/ 119 w 550"/>
                <a:gd name="T37" fmla="*/ 288 h 457"/>
                <a:gd name="T38" fmla="*/ 92 w 550"/>
                <a:gd name="T39" fmla="*/ 258 h 457"/>
                <a:gd name="T40" fmla="*/ 92 w 550"/>
                <a:gd name="T41" fmla="*/ 48 h 457"/>
                <a:gd name="T42" fmla="*/ 100 w 550"/>
                <a:gd name="T43" fmla="*/ 26 h 457"/>
                <a:gd name="T44" fmla="*/ 543 w 550"/>
                <a:gd name="T45" fmla="*/ 418 h 457"/>
                <a:gd name="T46" fmla="*/ 473 w 550"/>
                <a:gd name="T47" fmla="*/ 334 h 457"/>
                <a:gd name="T48" fmla="*/ 455 w 550"/>
                <a:gd name="T49" fmla="*/ 326 h 457"/>
                <a:gd name="T50" fmla="*/ 95 w 550"/>
                <a:gd name="T51" fmla="*/ 326 h 457"/>
                <a:gd name="T52" fmla="*/ 77 w 550"/>
                <a:gd name="T53" fmla="*/ 334 h 457"/>
                <a:gd name="T54" fmla="*/ 7 w 550"/>
                <a:gd name="T55" fmla="*/ 418 h 457"/>
                <a:gd name="T56" fmla="*/ 4 w 550"/>
                <a:gd name="T57" fmla="*/ 443 h 457"/>
                <a:gd name="T58" fmla="*/ 26 w 550"/>
                <a:gd name="T59" fmla="*/ 457 h 457"/>
                <a:gd name="T60" fmla="*/ 524 w 550"/>
                <a:gd name="T61" fmla="*/ 457 h 457"/>
                <a:gd name="T62" fmla="*/ 546 w 550"/>
                <a:gd name="T63" fmla="*/ 443 h 457"/>
                <a:gd name="T64" fmla="*/ 543 w 550"/>
                <a:gd name="T65" fmla="*/ 418 h 457"/>
                <a:gd name="T66" fmla="*/ 530 w 550"/>
                <a:gd name="T67" fmla="*/ 436 h 457"/>
                <a:gd name="T68" fmla="*/ 524 w 550"/>
                <a:gd name="T69" fmla="*/ 439 h 457"/>
                <a:gd name="T70" fmla="*/ 26 w 550"/>
                <a:gd name="T71" fmla="*/ 439 h 457"/>
                <a:gd name="T72" fmla="*/ 20 w 550"/>
                <a:gd name="T73" fmla="*/ 436 h 457"/>
                <a:gd name="T74" fmla="*/ 21 w 550"/>
                <a:gd name="T75" fmla="*/ 429 h 457"/>
                <a:gd name="T76" fmla="*/ 91 w 550"/>
                <a:gd name="T77" fmla="*/ 346 h 457"/>
                <a:gd name="T78" fmla="*/ 95 w 550"/>
                <a:gd name="T79" fmla="*/ 344 h 457"/>
                <a:gd name="T80" fmla="*/ 455 w 550"/>
                <a:gd name="T81" fmla="*/ 344 h 457"/>
                <a:gd name="T82" fmla="*/ 459 w 550"/>
                <a:gd name="T83" fmla="*/ 346 h 457"/>
                <a:gd name="T84" fmla="*/ 529 w 550"/>
                <a:gd name="T85" fmla="*/ 429 h 457"/>
                <a:gd name="T86" fmla="*/ 530 w 550"/>
                <a:gd name="T87" fmla="*/ 436 h 457"/>
                <a:gd name="T88" fmla="*/ 377 w 550"/>
                <a:gd name="T89" fmla="*/ 427 h 457"/>
                <a:gd name="T90" fmla="*/ 174 w 550"/>
                <a:gd name="T91" fmla="*/ 427 h 457"/>
                <a:gd name="T92" fmla="*/ 170 w 550"/>
                <a:gd name="T93" fmla="*/ 419 h 457"/>
                <a:gd name="T94" fmla="*/ 176 w 550"/>
                <a:gd name="T95" fmla="*/ 411 h 457"/>
                <a:gd name="T96" fmla="*/ 180 w 550"/>
                <a:gd name="T97" fmla="*/ 410 h 457"/>
                <a:gd name="T98" fmla="*/ 371 w 550"/>
                <a:gd name="T99" fmla="*/ 410 h 457"/>
                <a:gd name="T100" fmla="*/ 375 w 550"/>
                <a:gd name="T101" fmla="*/ 412 h 457"/>
                <a:gd name="T102" fmla="*/ 381 w 550"/>
                <a:gd name="T103" fmla="*/ 419 h 457"/>
                <a:gd name="T104" fmla="*/ 377 w 550"/>
                <a:gd name="T105" fmla="*/ 427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50" h="457">
                  <a:moveTo>
                    <a:pt x="119" y="306"/>
                  </a:moveTo>
                  <a:cubicBezTo>
                    <a:pt x="431" y="306"/>
                    <a:pt x="431" y="306"/>
                    <a:pt x="431" y="306"/>
                  </a:cubicBezTo>
                  <a:cubicBezTo>
                    <a:pt x="443" y="306"/>
                    <a:pt x="455" y="301"/>
                    <a:pt x="463" y="292"/>
                  </a:cubicBezTo>
                  <a:cubicBezTo>
                    <a:pt x="472" y="283"/>
                    <a:pt x="476" y="271"/>
                    <a:pt x="476" y="258"/>
                  </a:cubicBezTo>
                  <a:cubicBezTo>
                    <a:pt x="476" y="48"/>
                    <a:pt x="476" y="48"/>
                    <a:pt x="476" y="48"/>
                  </a:cubicBezTo>
                  <a:cubicBezTo>
                    <a:pt x="476" y="21"/>
                    <a:pt x="456" y="0"/>
                    <a:pt x="431" y="0"/>
                  </a:cubicBezTo>
                  <a:cubicBezTo>
                    <a:pt x="119" y="0"/>
                    <a:pt x="119" y="0"/>
                    <a:pt x="119" y="0"/>
                  </a:cubicBezTo>
                  <a:cubicBezTo>
                    <a:pt x="107" y="0"/>
                    <a:pt x="95" y="5"/>
                    <a:pt x="87" y="14"/>
                  </a:cubicBezTo>
                  <a:cubicBezTo>
                    <a:pt x="78" y="23"/>
                    <a:pt x="74" y="35"/>
                    <a:pt x="74" y="48"/>
                  </a:cubicBezTo>
                  <a:cubicBezTo>
                    <a:pt x="74" y="258"/>
                    <a:pt x="74" y="258"/>
                    <a:pt x="74" y="258"/>
                  </a:cubicBezTo>
                  <a:cubicBezTo>
                    <a:pt x="74" y="285"/>
                    <a:pt x="94" y="306"/>
                    <a:pt x="119" y="306"/>
                  </a:cubicBezTo>
                  <a:close/>
                  <a:moveTo>
                    <a:pt x="100" y="26"/>
                  </a:moveTo>
                  <a:cubicBezTo>
                    <a:pt x="105" y="21"/>
                    <a:pt x="112" y="18"/>
                    <a:pt x="119" y="18"/>
                  </a:cubicBezTo>
                  <a:cubicBezTo>
                    <a:pt x="431" y="18"/>
                    <a:pt x="431" y="18"/>
                    <a:pt x="431" y="18"/>
                  </a:cubicBezTo>
                  <a:cubicBezTo>
                    <a:pt x="446" y="18"/>
                    <a:pt x="458" y="31"/>
                    <a:pt x="458" y="48"/>
                  </a:cubicBezTo>
                  <a:cubicBezTo>
                    <a:pt x="458" y="258"/>
                    <a:pt x="458" y="258"/>
                    <a:pt x="458" y="258"/>
                  </a:cubicBezTo>
                  <a:cubicBezTo>
                    <a:pt x="458" y="267"/>
                    <a:pt x="455" y="274"/>
                    <a:pt x="450" y="280"/>
                  </a:cubicBezTo>
                  <a:cubicBezTo>
                    <a:pt x="445" y="285"/>
                    <a:pt x="438" y="288"/>
                    <a:pt x="431" y="288"/>
                  </a:cubicBezTo>
                  <a:cubicBezTo>
                    <a:pt x="119" y="288"/>
                    <a:pt x="119" y="288"/>
                    <a:pt x="119" y="288"/>
                  </a:cubicBezTo>
                  <a:cubicBezTo>
                    <a:pt x="104" y="288"/>
                    <a:pt x="92" y="275"/>
                    <a:pt x="92" y="258"/>
                  </a:cubicBezTo>
                  <a:cubicBezTo>
                    <a:pt x="92" y="48"/>
                    <a:pt x="92" y="48"/>
                    <a:pt x="92" y="48"/>
                  </a:cubicBezTo>
                  <a:cubicBezTo>
                    <a:pt x="92" y="40"/>
                    <a:pt x="95" y="32"/>
                    <a:pt x="100" y="26"/>
                  </a:cubicBezTo>
                  <a:close/>
                  <a:moveTo>
                    <a:pt x="543" y="418"/>
                  </a:moveTo>
                  <a:cubicBezTo>
                    <a:pt x="473" y="334"/>
                    <a:pt x="473" y="334"/>
                    <a:pt x="473" y="334"/>
                  </a:cubicBezTo>
                  <a:cubicBezTo>
                    <a:pt x="468" y="329"/>
                    <a:pt x="462" y="326"/>
                    <a:pt x="455" y="326"/>
                  </a:cubicBezTo>
                  <a:cubicBezTo>
                    <a:pt x="95" y="326"/>
                    <a:pt x="95" y="326"/>
                    <a:pt x="95" y="326"/>
                  </a:cubicBezTo>
                  <a:cubicBezTo>
                    <a:pt x="88" y="326"/>
                    <a:pt x="82" y="329"/>
                    <a:pt x="77" y="334"/>
                  </a:cubicBezTo>
                  <a:cubicBezTo>
                    <a:pt x="7" y="418"/>
                    <a:pt x="7" y="418"/>
                    <a:pt x="7" y="418"/>
                  </a:cubicBezTo>
                  <a:cubicBezTo>
                    <a:pt x="1" y="425"/>
                    <a:pt x="0" y="435"/>
                    <a:pt x="4" y="443"/>
                  </a:cubicBezTo>
                  <a:cubicBezTo>
                    <a:pt x="8" y="452"/>
                    <a:pt x="16" y="457"/>
                    <a:pt x="26" y="457"/>
                  </a:cubicBezTo>
                  <a:cubicBezTo>
                    <a:pt x="524" y="457"/>
                    <a:pt x="524" y="457"/>
                    <a:pt x="524" y="457"/>
                  </a:cubicBezTo>
                  <a:cubicBezTo>
                    <a:pt x="534" y="457"/>
                    <a:pt x="542" y="452"/>
                    <a:pt x="546" y="443"/>
                  </a:cubicBezTo>
                  <a:cubicBezTo>
                    <a:pt x="550" y="435"/>
                    <a:pt x="549" y="425"/>
                    <a:pt x="543" y="418"/>
                  </a:cubicBezTo>
                  <a:close/>
                  <a:moveTo>
                    <a:pt x="530" y="436"/>
                  </a:moveTo>
                  <a:cubicBezTo>
                    <a:pt x="529" y="438"/>
                    <a:pt x="527" y="439"/>
                    <a:pt x="524" y="439"/>
                  </a:cubicBezTo>
                  <a:cubicBezTo>
                    <a:pt x="26" y="439"/>
                    <a:pt x="26" y="439"/>
                    <a:pt x="26" y="439"/>
                  </a:cubicBezTo>
                  <a:cubicBezTo>
                    <a:pt x="23" y="439"/>
                    <a:pt x="21" y="438"/>
                    <a:pt x="20" y="436"/>
                  </a:cubicBezTo>
                  <a:cubicBezTo>
                    <a:pt x="19" y="433"/>
                    <a:pt x="20" y="431"/>
                    <a:pt x="21" y="429"/>
                  </a:cubicBezTo>
                  <a:cubicBezTo>
                    <a:pt x="91" y="346"/>
                    <a:pt x="91" y="346"/>
                    <a:pt x="91" y="346"/>
                  </a:cubicBezTo>
                  <a:cubicBezTo>
                    <a:pt x="92" y="344"/>
                    <a:pt x="94" y="344"/>
                    <a:pt x="95" y="344"/>
                  </a:cubicBezTo>
                  <a:cubicBezTo>
                    <a:pt x="455" y="344"/>
                    <a:pt x="455" y="344"/>
                    <a:pt x="455" y="344"/>
                  </a:cubicBezTo>
                  <a:cubicBezTo>
                    <a:pt x="456" y="344"/>
                    <a:pt x="458" y="344"/>
                    <a:pt x="459" y="346"/>
                  </a:cubicBezTo>
                  <a:cubicBezTo>
                    <a:pt x="529" y="429"/>
                    <a:pt x="529" y="429"/>
                    <a:pt x="529" y="429"/>
                  </a:cubicBezTo>
                  <a:cubicBezTo>
                    <a:pt x="530" y="431"/>
                    <a:pt x="531" y="433"/>
                    <a:pt x="530" y="436"/>
                  </a:cubicBezTo>
                  <a:close/>
                  <a:moveTo>
                    <a:pt x="377" y="427"/>
                  </a:moveTo>
                  <a:cubicBezTo>
                    <a:pt x="174" y="427"/>
                    <a:pt x="174" y="427"/>
                    <a:pt x="174" y="427"/>
                  </a:cubicBezTo>
                  <a:cubicBezTo>
                    <a:pt x="169" y="427"/>
                    <a:pt x="167" y="422"/>
                    <a:pt x="170" y="419"/>
                  </a:cubicBezTo>
                  <a:cubicBezTo>
                    <a:pt x="176" y="411"/>
                    <a:pt x="176" y="411"/>
                    <a:pt x="176" y="411"/>
                  </a:cubicBezTo>
                  <a:cubicBezTo>
                    <a:pt x="177" y="410"/>
                    <a:pt x="178" y="410"/>
                    <a:pt x="180" y="410"/>
                  </a:cubicBezTo>
                  <a:cubicBezTo>
                    <a:pt x="371" y="410"/>
                    <a:pt x="371" y="410"/>
                    <a:pt x="371" y="410"/>
                  </a:cubicBezTo>
                  <a:cubicBezTo>
                    <a:pt x="373" y="410"/>
                    <a:pt x="374" y="410"/>
                    <a:pt x="375" y="412"/>
                  </a:cubicBezTo>
                  <a:cubicBezTo>
                    <a:pt x="381" y="419"/>
                    <a:pt x="381" y="419"/>
                    <a:pt x="381" y="419"/>
                  </a:cubicBezTo>
                  <a:cubicBezTo>
                    <a:pt x="383" y="422"/>
                    <a:pt x="381" y="427"/>
                    <a:pt x="377" y="427"/>
                  </a:cubicBezTo>
                  <a:close/>
                </a:path>
              </a:pathLst>
            </a:custGeom>
            <a:solidFill>
              <a:srgbClr val="403C3A"/>
            </a:solidFill>
            <a:ln>
              <a:noFill/>
            </a:ln>
          </p:spPr>
          <p:txBody>
            <a:bodyPr vert="horz" wrap="square" lIns="0" tIns="0" rIns="0" bIns="0" numCol="1" anchor="t" anchorCtr="0" compatLnSpc="1">
              <a:prstTxWarp prst="textNoShape">
                <a:avLst/>
              </a:prstTxWarp>
            </a:bodyPr>
            <a:lstStyle/>
            <a:p>
              <a:pPr defTabSz="1028700">
                <a:defRPr/>
              </a:pPr>
              <a:endParaRPr lang="en-US" sz="1800" kern="0">
                <a:solidFill>
                  <a:srgbClr val="141414"/>
                </a:solidFill>
                <a:latin typeface="Wells Fargo Sans" panose="020B0503020203020204" pitchFamily="34" charset="0"/>
                <a:cs typeface="Arial" charset="0"/>
              </a:endParaRPr>
            </a:p>
          </p:txBody>
        </p:sp>
        <p:grpSp>
          <p:nvGrpSpPr>
            <p:cNvPr id="5" name="Group 4">
              <a:extLst>
                <a:ext uri="{FF2B5EF4-FFF2-40B4-BE49-F238E27FC236}">
                  <a16:creationId xmlns:a16="http://schemas.microsoft.com/office/drawing/2014/main" id="{9A4782D1-38C0-C422-8F5E-1B66F7E68410}"/>
                </a:ext>
              </a:extLst>
            </p:cNvPr>
            <p:cNvGrpSpPr/>
            <p:nvPr/>
          </p:nvGrpSpPr>
          <p:grpSpPr>
            <a:xfrm>
              <a:off x="1844836" y="3251285"/>
              <a:ext cx="282392" cy="300009"/>
              <a:chOff x="6143625" y="3217148"/>
              <a:chExt cx="1788867" cy="1788867"/>
            </a:xfrm>
          </p:grpSpPr>
          <p:sp>
            <p:nvSpPr>
              <p:cNvPr id="6" name="Freeform 79">
                <a:extLst>
                  <a:ext uri="{FF2B5EF4-FFF2-40B4-BE49-F238E27FC236}">
                    <a16:creationId xmlns:a16="http://schemas.microsoft.com/office/drawing/2014/main" id="{0FC9A09F-FD15-DE10-AA62-C6980FBA1425}"/>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solidFill>
                <a:srgbClr val="FFFFFF"/>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7" name="Oval 6">
                <a:extLst>
                  <a:ext uri="{FF2B5EF4-FFF2-40B4-BE49-F238E27FC236}">
                    <a16:creationId xmlns:a16="http://schemas.microsoft.com/office/drawing/2014/main" id="{321C8CCF-39FD-0059-881B-5244712059D6}"/>
                  </a:ext>
                </a:extLst>
              </p:cNvPr>
              <p:cNvSpPr/>
              <p:nvPr/>
            </p:nvSpPr>
            <p:spPr>
              <a:xfrm>
                <a:off x="6612956" y="3246771"/>
                <a:ext cx="850203" cy="850203"/>
              </a:xfrm>
              <a:prstGeom prst="ellipse">
                <a:avLst/>
              </a:prstGeom>
              <a:solidFill>
                <a:srgbClr val="FFFFFF"/>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8" name="Freeform 67">
                <a:extLst>
                  <a:ext uri="{FF2B5EF4-FFF2-40B4-BE49-F238E27FC236}">
                    <a16:creationId xmlns:a16="http://schemas.microsoft.com/office/drawing/2014/main" id="{2E7510B5-6645-E0B0-6220-29B93CC65FA7}"/>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solidFill>
                <a:srgbClr val="141414"/>
              </a:solid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nvGrpSpPr>
            <p:cNvPr id="9" name="Group 8">
              <a:extLst>
                <a:ext uri="{FF2B5EF4-FFF2-40B4-BE49-F238E27FC236}">
                  <a16:creationId xmlns:a16="http://schemas.microsoft.com/office/drawing/2014/main" id="{0044896C-4831-F054-AC02-881711A4A082}"/>
                </a:ext>
              </a:extLst>
            </p:cNvPr>
            <p:cNvGrpSpPr/>
            <p:nvPr/>
          </p:nvGrpSpPr>
          <p:grpSpPr>
            <a:xfrm>
              <a:off x="681318" y="3169780"/>
              <a:ext cx="412376" cy="438102"/>
              <a:chOff x="6143625" y="3217148"/>
              <a:chExt cx="1788867" cy="1788867"/>
            </a:xfrm>
            <a:solidFill>
              <a:srgbClr val="9043A8"/>
            </a:solidFill>
          </p:grpSpPr>
          <p:sp>
            <p:nvSpPr>
              <p:cNvPr id="10" name="Freeform 126">
                <a:extLst>
                  <a:ext uri="{FF2B5EF4-FFF2-40B4-BE49-F238E27FC236}">
                    <a16:creationId xmlns:a16="http://schemas.microsoft.com/office/drawing/2014/main" id="{C963B899-C445-478C-C912-5E9E85BBA0F0}"/>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solidFill>
                <a:schemeClr val="tx1"/>
              </a:solidFill>
              <a:ln>
                <a:solidFill>
                  <a:schemeClr val="bg1">
                    <a:lumMod val="75000"/>
                  </a:schemeClr>
                </a:solid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1" name="Oval 10">
                <a:extLst>
                  <a:ext uri="{FF2B5EF4-FFF2-40B4-BE49-F238E27FC236}">
                    <a16:creationId xmlns:a16="http://schemas.microsoft.com/office/drawing/2014/main" id="{3BED3476-807F-3967-F36D-759A8484CEB7}"/>
                  </a:ext>
                </a:extLst>
              </p:cNvPr>
              <p:cNvSpPr/>
              <p:nvPr/>
            </p:nvSpPr>
            <p:spPr>
              <a:xfrm>
                <a:off x="6612956" y="3246771"/>
                <a:ext cx="850203" cy="850203"/>
              </a:xfrm>
              <a:prstGeom prst="ellipse">
                <a:avLst/>
              </a:prstGeom>
              <a:solidFill>
                <a:schemeClr val="tx1"/>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2" name="Freeform 67">
                <a:extLst>
                  <a:ext uri="{FF2B5EF4-FFF2-40B4-BE49-F238E27FC236}">
                    <a16:creationId xmlns:a16="http://schemas.microsoft.com/office/drawing/2014/main" id="{62DED9D5-D856-B49B-B7C5-40A55DC01B19}"/>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grpFill/>
              <a:ln>
                <a:solidFill>
                  <a:schemeClr val="bg1">
                    <a:lumMod val="75000"/>
                  </a:schemeClr>
                </a:solid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sp>
          <p:nvSpPr>
            <p:cNvPr id="25" name="TextBox 24">
              <a:extLst>
                <a:ext uri="{FF2B5EF4-FFF2-40B4-BE49-F238E27FC236}">
                  <a16:creationId xmlns:a16="http://schemas.microsoft.com/office/drawing/2014/main" id="{CD35B239-F6A9-B18F-D5B5-D166459AD84E}"/>
                </a:ext>
              </a:extLst>
            </p:cNvPr>
            <p:cNvSpPr txBox="1"/>
            <p:nvPr/>
          </p:nvSpPr>
          <p:spPr>
            <a:xfrm>
              <a:off x="1260216" y="2680728"/>
              <a:ext cx="1373351" cy="100394"/>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403C3A"/>
                  </a:solidFill>
                  <a:latin typeface="Wells Fargo Sans" panose="020B0503020203020204" pitchFamily="34" charset="0"/>
                </a:rPr>
                <a:t>Relationship Manager</a:t>
              </a:r>
            </a:p>
          </p:txBody>
        </p:sp>
        <p:sp>
          <p:nvSpPr>
            <p:cNvPr id="26" name="TextBox 25">
              <a:extLst>
                <a:ext uri="{FF2B5EF4-FFF2-40B4-BE49-F238E27FC236}">
                  <a16:creationId xmlns:a16="http://schemas.microsoft.com/office/drawing/2014/main" id="{4C2381F9-9118-E7F2-5A39-6E30129E7F45}"/>
                </a:ext>
              </a:extLst>
            </p:cNvPr>
            <p:cNvSpPr txBox="1"/>
            <p:nvPr/>
          </p:nvSpPr>
          <p:spPr>
            <a:xfrm>
              <a:off x="1262358" y="3556397"/>
              <a:ext cx="1373351" cy="100394"/>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403C3A"/>
                  </a:solidFill>
                  <a:latin typeface="Wells Fargo Sans" panose="020B0503020203020204" pitchFamily="34" charset="0"/>
                </a:rPr>
                <a:t>Relationship Associate</a:t>
              </a:r>
            </a:p>
          </p:txBody>
        </p:sp>
        <p:sp>
          <p:nvSpPr>
            <p:cNvPr id="27" name="TextBox 26">
              <a:extLst>
                <a:ext uri="{FF2B5EF4-FFF2-40B4-BE49-F238E27FC236}">
                  <a16:creationId xmlns:a16="http://schemas.microsoft.com/office/drawing/2014/main" id="{9E90DC62-E597-2E93-9579-925C7ADE5CC4}"/>
                </a:ext>
              </a:extLst>
            </p:cNvPr>
            <p:cNvSpPr txBox="1"/>
            <p:nvPr/>
          </p:nvSpPr>
          <p:spPr>
            <a:xfrm>
              <a:off x="2081180" y="4273431"/>
              <a:ext cx="1032562" cy="200789"/>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403C3A"/>
                  </a:solidFill>
                  <a:latin typeface="Wells Fargo Sans" panose="020B0503020203020204" pitchFamily="34" charset="0"/>
                </a:rPr>
                <a:t>GPL Customer</a:t>
              </a:r>
              <a:br>
                <a:rPr lang="en-US" sz="1600">
                  <a:solidFill>
                    <a:srgbClr val="403C3A"/>
                  </a:solidFill>
                  <a:latin typeface="Wells Fargo Sans" panose="020B0503020203020204" pitchFamily="34" charset="0"/>
                </a:rPr>
              </a:br>
              <a:r>
                <a:rPr lang="en-US" sz="1600">
                  <a:solidFill>
                    <a:srgbClr val="403C3A"/>
                  </a:solidFill>
                  <a:latin typeface="Wells Fargo Sans" panose="020B0503020203020204" pitchFamily="34" charset="0"/>
                </a:rPr>
                <a:t>Service</a:t>
              </a:r>
            </a:p>
          </p:txBody>
        </p:sp>
        <p:sp>
          <p:nvSpPr>
            <p:cNvPr id="28" name="TextBox 27">
              <a:extLst>
                <a:ext uri="{FF2B5EF4-FFF2-40B4-BE49-F238E27FC236}">
                  <a16:creationId xmlns:a16="http://schemas.microsoft.com/office/drawing/2014/main" id="{0143B3CE-E0F4-ECF0-B456-3C3233602DEA}"/>
                </a:ext>
              </a:extLst>
            </p:cNvPr>
            <p:cNvSpPr txBox="1"/>
            <p:nvPr/>
          </p:nvSpPr>
          <p:spPr>
            <a:xfrm>
              <a:off x="1823545" y="5037808"/>
              <a:ext cx="1373351" cy="100394"/>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403C3A"/>
                  </a:solidFill>
                  <a:latin typeface="Wells Fargo Sans" panose="020B0503020203020204" pitchFamily="34" charset="0"/>
                </a:rPr>
                <a:t>Commercial Lending Operations</a:t>
              </a:r>
            </a:p>
          </p:txBody>
        </p:sp>
        <p:cxnSp>
          <p:nvCxnSpPr>
            <p:cNvPr id="29" name="Straight Connector 28">
              <a:extLst>
                <a:ext uri="{FF2B5EF4-FFF2-40B4-BE49-F238E27FC236}">
                  <a16:creationId xmlns:a16="http://schemas.microsoft.com/office/drawing/2014/main" id="{2003ACD7-3E78-ABC2-EDA3-B6A937E4ABFF}"/>
                </a:ext>
              </a:extLst>
            </p:cNvPr>
            <p:cNvCxnSpPr>
              <a:cxnSpLocks/>
            </p:cNvCxnSpPr>
            <p:nvPr/>
          </p:nvCxnSpPr>
          <p:spPr>
            <a:xfrm>
              <a:off x="1093694" y="3446869"/>
              <a:ext cx="788894" cy="0"/>
            </a:xfrm>
            <a:prstGeom prst="line">
              <a:avLst/>
            </a:prstGeom>
            <a:noFill/>
            <a:ln w="12700" cap="sq" cmpd="sng" algn="ctr">
              <a:solidFill>
                <a:srgbClr val="787070"/>
              </a:solidFill>
              <a:prstDash val="dash"/>
            </a:ln>
            <a:effectLst/>
          </p:spPr>
        </p:cxnSp>
        <p:cxnSp>
          <p:nvCxnSpPr>
            <p:cNvPr id="30" name="Straight Connector 29">
              <a:extLst>
                <a:ext uri="{FF2B5EF4-FFF2-40B4-BE49-F238E27FC236}">
                  <a16:creationId xmlns:a16="http://schemas.microsoft.com/office/drawing/2014/main" id="{AEB49A3F-BA6E-AEE5-4E3A-A44DB6F2BE3C}"/>
                </a:ext>
              </a:extLst>
            </p:cNvPr>
            <p:cNvCxnSpPr>
              <a:cxnSpLocks/>
            </p:cNvCxnSpPr>
            <p:nvPr/>
          </p:nvCxnSpPr>
          <p:spPr>
            <a:xfrm>
              <a:off x="1982133" y="2862729"/>
              <a:ext cx="0" cy="333918"/>
            </a:xfrm>
            <a:prstGeom prst="line">
              <a:avLst/>
            </a:prstGeom>
            <a:noFill/>
            <a:ln w="12700" cap="sq" cmpd="sng" algn="ctr">
              <a:solidFill>
                <a:srgbClr val="787070"/>
              </a:solidFill>
              <a:prstDash val="dash"/>
            </a:ln>
            <a:effectLst/>
          </p:spPr>
        </p:cxnSp>
        <p:cxnSp>
          <p:nvCxnSpPr>
            <p:cNvPr id="31" name="Straight Connector 30">
              <a:extLst>
                <a:ext uri="{FF2B5EF4-FFF2-40B4-BE49-F238E27FC236}">
                  <a16:creationId xmlns:a16="http://schemas.microsoft.com/office/drawing/2014/main" id="{71157EFB-70CE-DB23-6666-6C272A3C1E1E}"/>
                </a:ext>
              </a:extLst>
            </p:cNvPr>
            <p:cNvCxnSpPr>
              <a:cxnSpLocks/>
            </p:cNvCxnSpPr>
            <p:nvPr/>
          </p:nvCxnSpPr>
          <p:spPr>
            <a:xfrm flipH="1" flipV="1">
              <a:off x="1242830" y="3662695"/>
              <a:ext cx="1111899" cy="461070"/>
            </a:xfrm>
            <a:prstGeom prst="line">
              <a:avLst/>
            </a:prstGeom>
            <a:noFill/>
            <a:ln w="12700" cap="sq" cmpd="sng" algn="ctr">
              <a:solidFill>
                <a:srgbClr val="787070"/>
              </a:solidFill>
              <a:prstDash val="dash"/>
            </a:ln>
            <a:effectLst/>
          </p:spPr>
        </p:cxnSp>
        <p:cxnSp>
          <p:nvCxnSpPr>
            <p:cNvPr id="32" name="Straight Connector 31">
              <a:extLst>
                <a:ext uri="{FF2B5EF4-FFF2-40B4-BE49-F238E27FC236}">
                  <a16:creationId xmlns:a16="http://schemas.microsoft.com/office/drawing/2014/main" id="{F12ED7A6-EE74-1FA8-C388-2970DFA9D127}"/>
                </a:ext>
              </a:extLst>
            </p:cNvPr>
            <p:cNvCxnSpPr>
              <a:cxnSpLocks/>
            </p:cNvCxnSpPr>
            <p:nvPr/>
          </p:nvCxnSpPr>
          <p:spPr>
            <a:xfrm>
              <a:off x="1996141" y="3711388"/>
              <a:ext cx="394447" cy="364565"/>
            </a:xfrm>
            <a:prstGeom prst="line">
              <a:avLst/>
            </a:prstGeom>
            <a:noFill/>
            <a:ln w="12700" cap="sq" cmpd="sng" algn="ctr">
              <a:solidFill>
                <a:srgbClr val="787070"/>
              </a:solidFill>
              <a:prstDash val="dash"/>
            </a:ln>
            <a:effectLst/>
          </p:spPr>
        </p:cxnSp>
        <p:cxnSp>
          <p:nvCxnSpPr>
            <p:cNvPr id="33" name="Straight Connector 32">
              <a:extLst>
                <a:ext uri="{FF2B5EF4-FFF2-40B4-BE49-F238E27FC236}">
                  <a16:creationId xmlns:a16="http://schemas.microsoft.com/office/drawing/2014/main" id="{CF9890D7-3689-7AB9-AE26-4F3728E52BBB}"/>
                </a:ext>
              </a:extLst>
            </p:cNvPr>
            <p:cNvCxnSpPr>
              <a:cxnSpLocks/>
            </p:cNvCxnSpPr>
            <p:nvPr/>
          </p:nvCxnSpPr>
          <p:spPr>
            <a:xfrm flipH="1" flipV="1">
              <a:off x="1081597" y="3687520"/>
              <a:ext cx="1268309" cy="1127738"/>
            </a:xfrm>
            <a:prstGeom prst="line">
              <a:avLst/>
            </a:prstGeom>
            <a:noFill/>
            <a:ln w="12700" cap="sq" cmpd="sng" algn="ctr">
              <a:solidFill>
                <a:srgbClr val="787070"/>
              </a:solidFill>
              <a:prstDash val="dash"/>
            </a:ln>
            <a:effectLst/>
          </p:spPr>
        </p:cxnSp>
        <p:cxnSp>
          <p:nvCxnSpPr>
            <p:cNvPr id="34" name="Straight Connector 33">
              <a:extLst>
                <a:ext uri="{FF2B5EF4-FFF2-40B4-BE49-F238E27FC236}">
                  <a16:creationId xmlns:a16="http://schemas.microsoft.com/office/drawing/2014/main" id="{B1C6EDCE-8657-1006-4E07-95F7665B7D17}"/>
                </a:ext>
              </a:extLst>
            </p:cNvPr>
            <p:cNvCxnSpPr>
              <a:cxnSpLocks/>
            </p:cNvCxnSpPr>
            <p:nvPr/>
          </p:nvCxnSpPr>
          <p:spPr>
            <a:xfrm>
              <a:off x="1954306" y="3717365"/>
              <a:ext cx="423047" cy="1042775"/>
            </a:xfrm>
            <a:prstGeom prst="line">
              <a:avLst/>
            </a:prstGeom>
            <a:noFill/>
            <a:ln w="12700" cap="sq" cmpd="sng" algn="ctr">
              <a:solidFill>
                <a:srgbClr val="787070"/>
              </a:solidFill>
              <a:prstDash val="dash"/>
            </a:ln>
            <a:effectLst/>
          </p:spPr>
        </p:cxnSp>
        <p:cxnSp>
          <p:nvCxnSpPr>
            <p:cNvPr id="35" name="Straight Connector 34">
              <a:extLst>
                <a:ext uri="{FF2B5EF4-FFF2-40B4-BE49-F238E27FC236}">
                  <a16:creationId xmlns:a16="http://schemas.microsoft.com/office/drawing/2014/main" id="{53D2603B-567E-C515-FF94-572D1863E131}"/>
                </a:ext>
              </a:extLst>
            </p:cNvPr>
            <p:cNvCxnSpPr>
              <a:cxnSpLocks/>
            </p:cNvCxnSpPr>
            <p:nvPr/>
          </p:nvCxnSpPr>
          <p:spPr>
            <a:xfrm>
              <a:off x="2137184" y="3438387"/>
              <a:ext cx="576134" cy="0"/>
            </a:xfrm>
            <a:prstGeom prst="line">
              <a:avLst/>
            </a:prstGeom>
            <a:noFill/>
            <a:ln w="12700" cap="sq" cmpd="sng" algn="ctr">
              <a:solidFill>
                <a:srgbClr val="787070"/>
              </a:solidFill>
              <a:prstDash val="dash"/>
            </a:ln>
            <a:effectLst/>
          </p:spPr>
        </p:cxnSp>
        <p:cxnSp>
          <p:nvCxnSpPr>
            <p:cNvPr id="36" name="Straight Connector 35">
              <a:extLst>
                <a:ext uri="{FF2B5EF4-FFF2-40B4-BE49-F238E27FC236}">
                  <a16:creationId xmlns:a16="http://schemas.microsoft.com/office/drawing/2014/main" id="{47598BB9-03EE-0C8F-CA83-375BDACDBBC0}"/>
                </a:ext>
              </a:extLst>
            </p:cNvPr>
            <p:cNvCxnSpPr>
              <a:cxnSpLocks/>
            </p:cNvCxnSpPr>
            <p:nvPr/>
          </p:nvCxnSpPr>
          <p:spPr>
            <a:xfrm flipH="1">
              <a:off x="2576742" y="3601967"/>
              <a:ext cx="268058" cy="325090"/>
            </a:xfrm>
            <a:prstGeom prst="line">
              <a:avLst/>
            </a:prstGeom>
            <a:noFill/>
            <a:ln w="12700" cap="sq" cmpd="sng" algn="ctr">
              <a:solidFill>
                <a:srgbClr val="787070"/>
              </a:solidFill>
              <a:prstDash val="dash"/>
            </a:ln>
            <a:effectLst/>
          </p:spPr>
        </p:cxnSp>
        <p:sp>
          <p:nvSpPr>
            <p:cNvPr id="37" name="Freeform 63">
              <a:extLst>
                <a:ext uri="{FF2B5EF4-FFF2-40B4-BE49-F238E27FC236}">
                  <a16:creationId xmlns:a16="http://schemas.microsoft.com/office/drawing/2014/main" id="{1190EFDF-90C7-97E7-5133-6408FEE9649D}"/>
                </a:ext>
              </a:extLst>
            </p:cNvPr>
            <p:cNvSpPr>
              <a:spLocks noChangeAspect="1" noEditPoints="1"/>
            </p:cNvSpPr>
            <p:nvPr/>
          </p:nvSpPr>
          <p:spPr bwMode="auto">
            <a:xfrm>
              <a:off x="3327183" y="4675818"/>
              <a:ext cx="315100" cy="219638"/>
            </a:xfrm>
            <a:custGeom>
              <a:avLst/>
              <a:gdLst>
                <a:gd name="T0" fmla="*/ 119 w 550"/>
                <a:gd name="T1" fmla="*/ 306 h 457"/>
                <a:gd name="T2" fmla="*/ 431 w 550"/>
                <a:gd name="T3" fmla="*/ 306 h 457"/>
                <a:gd name="T4" fmla="*/ 463 w 550"/>
                <a:gd name="T5" fmla="*/ 292 h 457"/>
                <a:gd name="T6" fmla="*/ 476 w 550"/>
                <a:gd name="T7" fmla="*/ 258 h 457"/>
                <a:gd name="T8" fmla="*/ 476 w 550"/>
                <a:gd name="T9" fmla="*/ 48 h 457"/>
                <a:gd name="T10" fmla="*/ 431 w 550"/>
                <a:gd name="T11" fmla="*/ 0 h 457"/>
                <a:gd name="T12" fmla="*/ 119 w 550"/>
                <a:gd name="T13" fmla="*/ 0 h 457"/>
                <a:gd name="T14" fmla="*/ 87 w 550"/>
                <a:gd name="T15" fmla="*/ 14 h 457"/>
                <a:gd name="T16" fmla="*/ 74 w 550"/>
                <a:gd name="T17" fmla="*/ 48 h 457"/>
                <a:gd name="T18" fmla="*/ 74 w 550"/>
                <a:gd name="T19" fmla="*/ 258 h 457"/>
                <a:gd name="T20" fmla="*/ 119 w 550"/>
                <a:gd name="T21" fmla="*/ 306 h 457"/>
                <a:gd name="T22" fmla="*/ 100 w 550"/>
                <a:gd name="T23" fmla="*/ 26 h 457"/>
                <a:gd name="T24" fmla="*/ 119 w 550"/>
                <a:gd name="T25" fmla="*/ 18 h 457"/>
                <a:gd name="T26" fmla="*/ 431 w 550"/>
                <a:gd name="T27" fmla="*/ 18 h 457"/>
                <a:gd name="T28" fmla="*/ 458 w 550"/>
                <a:gd name="T29" fmla="*/ 48 h 457"/>
                <a:gd name="T30" fmla="*/ 458 w 550"/>
                <a:gd name="T31" fmla="*/ 258 h 457"/>
                <a:gd name="T32" fmla="*/ 450 w 550"/>
                <a:gd name="T33" fmla="*/ 280 h 457"/>
                <a:gd name="T34" fmla="*/ 431 w 550"/>
                <a:gd name="T35" fmla="*/ 288 h 457"/>
                <a:gd name="T36" fmla="*/ 119 w 550"/>
                <a:gd name="T37" fmla="*/ 288 h 457"/>
                <a:gd name="T38" fmla="*/ 92 w 550"/>
                <a:gd name="T39" fmla="*/ 258 h 457"/>
                <a:gd name="T40" fmla="*/ 92 w 550"/>
                <a:gd name="T41" fmla="*/ 48 h 457"/>
                <a:gd name="T42" fmla="*/ 100 w 550"/>
                <a:gd name="T43" fmla="*/ 26 h 457"/>
                <a:gd name="T44" fmla="*/ 543 w 550"/>
                <a:gd name="T45" fmla="*/ 418 h 457"/>
                <a:gd name="T46" fmla="*/ 473 w 550"/>
                <a:gd name="T47" fmla="*/ 334 h 457"/>
                <a:gd name="T48" fmla="*/ 455 w 550"/>
                <a:gd name="T49" fmla="*/ 326 h 457"/>
                <a:gd name="T50" fmla="*/ 95 w 550"/>
                <a:gd name="T51" fmla="*/ 326 h 457"/>
                <a:gd name="T52" fmla="*/ 77 w 550"/>
                <a:gd name="T53" fmla="*/ 334 h 457"/>
                <a:gd name="T54" fmla="*/ 7 w 550"/>
                <a:gd name="T55" fmla="*/ 418 h 457"/>
                <a:gd name="T56" fmla="*/ 4 w 550"/>
                <a:gd name="T57" fmla="*/ 443 h 457"/>
                <a:gd name="T58" fmla="*/ 26 w 550"/>
                <a:gd name="T59" fmla="*/ 457 h 457"/>
                <a:gd name="T60" fmla="*/ 524 w 550"/>
                <a:gd name="T61" fmla="*/ 457 h 457"/>
                <a:gd name="T62" fmla="*/ 546 w 550"/>
                <a:gd name="T63" fmla="*/ 443 h 457"/>
                <a:gd name="T64" fmla="*/ 543 w 550"/>
                <a:gd name="T65" fmla="*/ 418 h 457"/>
                <a:gd name="T66" fmla="*/ 530 w 550"/>
                <a:gd name="T67" fmla="*/ 436 h 457"/>
                <a:gd name="T68" fmla="*/ 524 w 550"/>
                <a:gd name="T69" fmla="*/ 439 h 457"/>
                <a:gd name="T70" fmla="*/ 26 w 550"/>
                <a:gd name="T71" fmla="*/ 439 h 457"/>
                <a:gd name="T72" fmla="*/ 20 w 550"/>
                <a:gd name="T73" fmla="*/ 436 h 457"/>
                <a:gd name="T74" fmla="*/ 21 w 550"/>
                <a:gd name="T75" fmla="*/ 429 h 457"/>
                <a:gd name="T76" fmla="*/ 91 w 550"/>
                <a:gd name="T77" fmla="*/ 346 h 457"/>
                <a:gd name="T78" fmla="*/ 95 w 550"/>
                <a:gd name="T79" fmla="*/ 344 h 457"/>
                <a:gd name="T80" fmla="*/ 455 w 550"/>
                <a:gd name="T81" fmla="*/ 344 h 457"/>
                <a:gd name="T82" fmla="*/ 459 w 550"/>
                <a:gd name="T83" fmla="*/ 346 h 457"/>
                <a:gd name="T84" fmla="*/ 529 w 550"/>
                <a:gd name="T85" fmla="*/ 429 h 457"/>
                <a:gd name="T86" fmla="*/ 530 w 550"/>
                <a:gd name="T87" fmla="*/ 436 h 457"/>
                <a:gd name="T88" fmla="*/ 377 w 550"/>
                <a:gd name="T89" fmla="*/ 427 h 457"/>
                <a:gd name="T90" fmla="*/ 174 w 550"/>
                <a:gd name="T91" fmla="*/ 427 h 457"/>
                <a:gd name="T92" fmla="*/ 170 w 550"/>
                <a:gd name="T93" fmla="*/ 419 h 457"/>
                <a:gd name="T94" fmla="*/ 176 w 550"/>
                <a:gd name="T95" fmla="*/ 411 h 457"/>
                <a:gd name="T96" fmla="*/ 180 w 550"/>
                <a:gd name="T97" fmla="*/ 410 h 457"/>
                <a:gd name="T98" fmla="*/ 371 w 550"/>
                <a:gd name="T99" fmla="*/ 410 h 457"/>
                <a:gd name="T100" fmla="*/ 375 w 550"/>
                <a:gd name="T101" fmla="*/ 412 h 457"/>
                <a:gd name="T102" fmla="*/ 381 w 550"/>
                <a:gd name="T103" fmla="*/ 419 h 457"/>
                <a:gd name="T104" fmla="*/ 377 w 550"/>
                <a:gd name="T105" fmla="*/ 427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50" h="457">
                  <a:moveTo>
                    <a:pt x="119" y="306"/>
                  </a:moveTo>
                  <a:cubicBezTo>
                    <a:pt x="431" y="306"/>
                    <a:pt x="431" y="306"/>
                    <a:pt x="431" y="306"/>
                  </a:cubicBezTo>
                  <a:cubicBezTo>
                    <a:pt x="443" y="306"/>
                    <a:pt x="455" y="301"/>
                    <a:pt x="463" y="292"/>
                  </a:cubicBezTo>
                  <a:cubicBezTo>
                    <a:pt x="472" y="283"/>
                    <a:pt x="476" y="271"/>
                    <a:pt x="476" y="258"/>
                  </a:cubicBezTo>
                  <a:cubicBezTo>
                    <a:pt x="476" y="48"/>
                    <a:pt x="476" y="48"/>
                    <a:pt x="476" y="48"/>
                  </a:cubicBezTo>
                  <a:cubicBezTo>
                    <a:pt x="476" y="21"/>
                    <a:pt x="456" y="0"/>
                    <a:pt x="431" y="0"/>
                  </a:cubicBezTo>
                  <a:cubicBezTo>
                    <a:pt x="119" y="0"/>
                    <a:pt x="119" y="0"/>
                    <a:pt x="119" y="0"/>
                  </a:cubicBezTo>
                  <a:cubicBezTo>
                    <a:pt x="107" y="0"/>
                    <a:pt x="95" y="5"/>
                    <a:pt x="87" y="14"/>
                  </a:cubicBezTo>
                  <a:cubicBezTo>
                    <a:pt x="78" y="23"/>
                    <a:pt x="74" y="35"/>
                    <a:pt x="74" y="48"/>
                  </a:cubicBezTo>
                  <a:cubicBezTo>
                    <a:pt x="74" y="258"/>
                    <a:pt x="74" y="258"/>
                    <a:pt x="74" y="258"/>
                  </a:cubicBezTo>
                  <a:cubicBezTo>
                    <a:pt x="74" y="285"/>
                    <a:pt x="94" y="306"/>
                    <a:pt x="119" y="306"/>
                  </a:cubicBezTo>
                  <a:close/>
                  <a:moveTo>
                    <a:pt x="100" y="26"/>
                  </a:moveTo>
                  <a:cubicBezTo>
                    <a:pt x="105" y="21"/>
                    <a:pt x="112" y="18"/>
                    <a:pt x="119" y="18"/>
                  </a:cubicBezTo>
                  <a:cubicBezTo>
                    <a:pt x="431" y="18"/>
                    <a:pt x="431" y="18"/>
                    <a:pt x="431" y="18"/>
                  </a:cubicBezTo>
                  <a:cubicBezTo>
                    <a:pt x="446" y="18"/>
                    <a:pt x="458" y="31"/>
                    <a:pt x="458" y="48"/>
                  </a:cubicBezTo>
                  <a:cubicBezTo>
                    <a:pt x="458" y="258"/>
                    <a:pt x="458" y="258"/>
                    <a:pt x="458" y="258"/>
                  </a:cubicBezTo>
                  <a:cubicBezTo>
                    <a:pt x="458" y="267"/>
                    <a:pt x="455" y="274"/>
                    <a:pt x="450" y="280"/>
                  </a:cubicBezTo>
                  <a:cubicBezTo>
                    <a:pt x="445" y="285"/>
                    <a:pt x="438" y="288"/>
                    <a:pt x="431" y="288"/>
                  </a:cubicBezTo>
                  <a:cubicBezTo>
                    <a:pt x="119" y="288"/>
                    <a:pt x="119" y="288"/>
                    <a:pt x="119" y="288"/>
                  </a:cubicBezTo>
                  <a:cubicBezTo>
                    <a:pt x="104" y="288"/>
                    <a:pt x="92" y="275"/>
                    <a:pt x="92" y="258"/>
                  </a:cubicBezTo>
                  <a:cubicBezTo>
                    <a:pt x="92" y="48"/>
                    <a:pt x="92" y="48"/>
                    <a:pt x="92" y="48"/>
                  </a:cubicBezTo>
                  <a:cubicBezTo>
                    <a:pt x="92" y="40"/>
                    <a:pt x="95" y="32"/>
                    <a:pt x="100" y="26"/>
                  </a:cubicBezTo>
                  <a:close/>
                  <a:moveTo>
                    <a:pt x="543" y="418"/>
                  </a:moveTo>
                  <a:cubicBezTo>
                    <a:pt x="473" y="334"/>
                    <a:pt x="473" y="334"/>
                    <a:pt x="473" y="334"/>
                  </a:cubicBezTo>
                  <a:cubicBezTo>
                    <a:pt x="468" y="329"/>
                    <a:pt x="462" y="326"/>
                    <a:pt x="455" y="326"/>
                  </a:cubicBezTo>
                  <a:cubicBezTo>
                    <a:pt x="95" y="326"/>
                    <a:pt x="95" y="326"/>
                    <a:pt x="95" y="326"/>
                  </a:cubicBezTo>
                  <a:cubicBezTo>
                    <a:pt x="88" y="326"/>
                    <a:pt x="82" y="329"/>
                    <a:pt x="77" y="334"/>
                  </a:cubicBezTo>
                  <a:cubicBezTo>
                    <a:pt x="7" y="418"/>
                    <a:pt x="7" y="418"/>
                    <a:pt x="7" y="418"/>
                  </a:cubicBezTo>
                  <a:cubicBezTo>
                    <a:pt x="1" y="425"/>
                    <a:pt x="0" y="435"/>
                    <a:pt x="4" y="443"/>
                  </a:cubicBezTo>
                  <a:cubicBezTo>
                    <a:pt x="8" y="452"/>
                    <a:pt x="16" y="457"/>
                    <a:pt x="26" y="457"/>
                  </a:cubicBezTo>
                  <a:cubicBezTo>
                    <a:pt x="524" y="457"/>
                    <a:pt x="524" y="457"/>
                    <a:pt x="524" y="457"/>
                  </a:cubicBezTo>
                  <a:cubicBezTo>
                    <a:pt x="534" y="457"/>
                    <a:pt x="542" y="452"/>
                    <a:pt x="546" y="443"/>
                  </a:cubicBezTo>
                  <a:cubicBezTo>
                    <a:pt x="550" y="435"/>
                    <a:pt x="549" y="425"/>
                    <a:pt x="543" y="418"/>
                  </a:cubicBezTo>
                  <a:close/>
                  <a:moveTo>
                    <a:pt x="530" y="436"/>
                  </a:moveTo>
                  <a:cubicBezTo>
                    <a:pt x="529" y="438"/>
                    <a:pt x="527" y="439"/>
                    <a:pt x="524" y="439"/>
                  </a:cubicBezTo>
                  <a:cubicBezTo>
                    <a:pt x="26" y="439"/>
                    <a:pt x="26" y="439"/>
                    <a:pt x="26" y="439"/>
                  </a:cubicBezTo>
                  <a:cubicBezTo>
                    <a:pt x="23" y="439"/>
                    <a:pt x="21" y="438"/>
                    <a:pt x="20" y="436"/>
                  </a:cubicBezTo>
                  <a:cubicBezTo>
                    <a:pt x="19" y="433"/>
                    <a:pt x="20" y="431"/>
                    <a:pt x="21" y="429"/>
                  </a:cubicBezTo>
                  <a:cubicBezTo>
                    <a:pt x="91" y="346"/>
                    <a:pt x="91" y="346"/>
                    <a:pt x="91" y="346"/>
                  </a:cubicBezTo>
                  <a:cubicBezTo>
                    <a:pt x="92" y="344"/>
                    <a:pt x="94" y="344"/>
                    <a:pt x="95" y="344"/>
                  </a:cubicBezTo>
                  <a:cubicBezTo>
                    <a:pt x="455" y="344"/>
                    <a:pt x="455" y="344"/>
                    <a:pt x="455" y="344"/>
                  </a:cubicBezTo>
                  <a:cubicBezTo>
                    <a:pt x="456" y="344"/>
                    <a:pt x="458" y="344"/>
                    <a:pt x="459" y="346"/>
                  </a:cubicBezTo>
                  <a:cubicBezTo>
                    <a:pt x="529" y="429"/>
                    <a:pt x="529" y="429"/>
                    <a:pt x="529" y="429"/>
                  </a:cubicBezTo>
                  <a:cubicBezTo>
                    <a:pt x="530" y="431"/>
                    <a:pt x="531" y="433"/>
                    <a:pt x="530" y="436"/>
                  </a:cubicBezTo>
                  <a:close/>
                  <a:moveTo>
                    <a:pt x="377" y="427"/>
                  </a:moveTo>
                  <a:cubicBezTo>
                    <a:pt x="174" y="427"/>
                    <a:pt x="174" y="427"/>
                    <a:pt x="174" y="427"/>
                  </a:cubicBezTo>
                  <a:cubicBezTo>
                    <a:pt x="169" y="427"/>
                    <a:pt x="167" y="422"/>
                    <a:pt x="170" y="419"/>
                  </a:cubicBezTo>
                  <a:cubicBezTo>
                    <a:pt x="176" y="411"/>
                    <a:pt x="176" y="411"/>
                    <a:pt x="176" y="411"/>
                  </a:cubicBezTo>
                  <a:cubicBezTo>
                    <a:pt x="177" y="410"/>
                    <a:pt x="178" y="410"/>
                    <a:pt x="180" y="410"/>
                  </a:cubicBezTo>
                  <a:cubicBezTo>
                    <a:pt x="371" y="410"/>
                    <a:pt x="371" y="410"/>
                    <a:pt x="371" y="410"/>
                  </a:cubicBezTo>
                  <a:cubicBezTo>
                    <a:pt x="373" y="410"/>
                    <a:pt x="374" y="410"/>
                    <a:pt x="375" y="412"/>
                  </a:cubicBezTo>
                  <a:cubicBezTo>
                    <a:pt x="381" y="419"/>
                    <a:pt x="381" y="419"/>
                    <a:pt x="381" y="419"/>
                  </a:cubicBezTo>
                  <a:cubicBezTo>
                    <a:pt x="383" y="422"/>
                    <a:pt x="381" y="427"/>
                    <a:pt x="377" y="427"/>
                  </a:cubicBezTo>
                  <a:close/>
                </a:path>
              </a:pathLst>
            </a:custGeom>
            <a:solidFill>
              <a:srgbClr val="403C3A"/>
            </a:solidFill>
            <a:ln>
              <a:noFill/>
            </a:ln>
          </p:spPr>
          <p:txBody>
            <a:bodyPr vert="horz" wrap="square" lIns="0" tIns="0" rIns="0" bIns="0" numCol="1" anchor="t" anchorCtr="0" compatLnSpc="1">
              <a:prstTxWarp prst="textNoShape">
                <a:avLst/>
              </a:prstTxWarp>
            </a:bodyPr>
            <a:lstStyle/>
            <a:p>
              <a:pPr defTabSz="1028700">
                <a:defRPr/>
              </a:pPr>
              <a:endParaRPr lang="en-US" sz="1800" kern="0">
                <a:solidFill>
                  <a:srgbClr val="141414"/>
                </a:solidFill>
                <a:latin typeface="Wells Fargo Sans" panose="020B0503020203020204" pitchFamily="34" charset="0"/>
                <a:cs typeface="Arial" charset="0"/>
              </a:endParaRPr>
            </a:p>
          </p:txBody>
        </p:sp>
        <p:cxnSp>
          <p:nvCxnSpPr>
            <p:cNvPr id="38" name="Straight Connector 37">
              <a:extLst>
                <a:ext uri="{FF2B5EF4-FFF2-40B4-BE49-F238E27FC236}">
                  <a16:creationId xmlns:a16="http://schemas.microsoft.com/office/drawing/2014/main" id="{B1606A66-53F6-E9DF-AF26-17CCDAF45CAD}"/>
                </a:ext>
              </a:extLst>
            </p:cNvPr>
            <p:cNvCxnSpPr>
              <a:cxnSpLocks/>
            </p:cNvCxnSpPr>
            <p:nvPr/>
          </p:nvCxnSpPr>
          <p:spPr>
            <a:xfrm>
              <a:off x="2607089" y="4790008"/>
              <a:ext cx="697899" cy="0"/>
            </a:xfrm>
            <a:prstGeom prst="line">
              <a:avLst/>
            </a:prstGeom>
            <a:noFill/>
            <a:ln w="12700" cap="sq" cmpd="sng" algn="ctr">
              <a:solidFill>
                <a:srgbClr val="787070"/>
              </a:solidFill>
              <a:prstDash val="dash"/>
            </a:ln>
            <a:effectLst/>
          </p:spPr>
        </p:cxnSp>
        <p:grpSp>
          <p:nvGrpSpPr>
            <p:cNvPr id="39" name="Group 38">
              <a:extLst>
                <a:ext uri="{FF2B5EF4-FFF2-40B4-BE49-F238E27FC236}">
                  <a16:creationId xmlns:a16="http://schemas.microsoft.com/office/drawing/2014/main" id="{BA5DE277-F8D4-592B-5022-C1F709D533C6}"/>
                </a:ext>
              </a:extLst>
            </p:cNvPr>
            <p:cNvGrpSpPr/>
            <p:nvPr/>
          </p:nvGrpSpPr>
          <p:grpSpPr>
            <a:xfrm>
              <a:off x="4121951" y="2660878"/>
              <a:ext cx="275124" cy="303274"/>
              <a:chOff x="656279" y="2431702"/>
              <a:chExt cx="301414" cy="372538"/>
            </a:xfrm>
            <a:solidFill>
              <a:srgbClr val="BCBBBA"/>
            </a:solidFill>
          </p:grpSpPr>
          <p:sp>
            <p:nvSpPr>
              <p:cNvPr id="40" name="Flowchart: Magnetic Disk 39">
                <a:extLst>
                  <a:ext uri="{FF2B5EF4-FFF2-40B4-BE49-F238E27FC236}">
                    <a16:creationId xmlns:a16="http://schemas.microsoft.com/office/drawing/2014/main" id="{E1ED5C77-DAE6-BEEB-416F-A1B7FB221AAE}"/>
                  </a:ext>
                </a:extLst>
              </p:cNvPr>
              <p:cNvSpPr/>
              <p:nvPr/>
            </p:nvSpPr>
            <p:spPr>
              <a:xfrm>
                <a:off x="656279" y="2431702"/>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sp>
            <p:nvSpPr>
              <p:cNvPr id="41" name="Flowchart: Magnetic Disk 40">
                <a:extLst>
                  <a:ext uri="{FF2B5EF4-FFF2-40B4-BE49-F238E27FC236}">
                    <a16:creationId xmlns:a16="http://schemas.microsoft.com/office/drawing/2014/main" id="{9CCCA640-EC23-F732-356C-D2590F07AB25}"/>
                  </a:ext>
                </a:extLst>
              </p:cNvPr>
              <p:cNvSpPr/>
              <p:nvPr/>
            </p:nvSpPr>
            <p:spPr>
              <a:xfrm>
                <a:off x="744327" y="2519751"/>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grpSp>
        <p:sp>
          <p:nvSpPr>
            <p:cNvPr id="42" name="Freeform 63">
              <a:extLst>
                <a:ext uri="{FF2B5EF4-FFF2-40B4-BE49-F238E27FC236}">
                  <a16:creationId xmlns:a16="http://schemas.microsoft.com/office/drawing/2014/main" id="{AD6DC1BF-7487-006F-DD21-DF4775CF0856}"/>
                </a:ext>
              </a:extLst>
            </p:cNvPr>
            <p:cNvSpPr>
              <a:spLocks noChangeAspect="1" noEditPoints="1"/>
            </p:cNvSpPr>
            <p:nvPr/>
          </p:nvSpPr>
          <p:spPr bwMode="auto">
            <a:xfrm>
              <a:off x="3214709" y="2643982"/>
              <a:ext cx="315100" cy="219638"/>
            </a:xfrm>
            <a:custGeom>
              <a:avLst/>
              <a:gdLst>
                <a:gd name="T0" fmla="*/ 119 w 550"/>
                <a:gd name="T1" fmla="*/ 306 h 457"/>
                <a:gd name="T2" fmla="*/ 431 w 550"/>
                <a:gd name="T3" fmla="*/ 306 h 457"/>
                <a:gd name="T4" fmla="*/ 463 w 550"/>
                <a:gd name="T5" fmla="*/ 292 h 457"/>
                <a:gd name="T6" fmla="*/ 476 w 550"/>
                <a:gd name="T7" fmla="*/ 258 h 457"/>
                <a:gd name="T8" fmla="*/ 476 w 550"/>
                <a:gd name="T9" fmla="*/ 48 h 457"/>
                <a:gd name="T10" fmla="*/ 431 w 550"/>
                <a:gd name="T11" fmla="*/ 0 h 457"/>
                <a:gd name="T12" fmla="*/ 119 w 550"/>
                <a:gd name="T13" fmla="*/ 0 h 457"/>
                <a:gd name="T14" fmla="*/ 87 w 550"/>
                <a:gd name="T15" fmla="*/ 14 h 457"/>
                <a:gd name="T16" fmla="*/ 74 w 550"/>
                <a:gd name="T17" fmla="*/ 48 h 457"/>
                <a:gd name="T18" fmla="*/ 74 w 550"/>
                <a:gd name="T19" fmla="*/ 258 h 457"/>
                <a:gd name="T20" fmla="*/ 119 w 550"/>
                <a:gd name="T21" fmla="*/ 306 h 457"/>
                <a:gd name="T22" fmla="*/ 100 w 550"/>
                <a:gd name="T23" fmla="*/ 26 h 457"/>
                <a:gd name="T24" fmla="*/ 119 w 550"/>
                <a:gd name="T25" fmla="*/ 18 h 457"/>
                <a:gd name="T26" fmla="*/ 431 w 550"/>
                <a:gd name="T27" fmla="*/ 18 h 457"/>
                <a:gd name="T28" fmla="*/ 458 w 550"/>
                <a:gd name="T29" fmla="*/ 48 h 457"/>
                <a:gd name="T30" fmla="*/ 458 w 550"/>
                <a:gd name="T31" fmla="*/ 258 h 457"/>
                <a:gd name="T32" fmla="*/ 450 w 550"/>
                <a:gd name="T33" fmla="*/ 280 h 457"/>
                <a:gd name="T34" fmla="*/ 431 w 550"/>
                <a:gd name="T35" fmla="*/ 288 h 457"/>
                <a:gd name="T36" fmla="*/ 119 w 550"/>
                <a:gd name="T37" fmla="*/ 288 h 457"/>
                <a:gd name="T38" fmla="*/ 92 w 550"/>
                <a:gd name="T39" fmla="*/ 258 h 457"/>
                <a:gd name="T40" fmla="*/ 92 w 550"/>
                <a:gd name="T41" fmla="*/ 48 h 457"/>
                <a:gd name="T42" fmla="*/ 100 w 550"/>
                <a:gd name="T43" fmla="*/ 26 h 457"/>
                <a:gd name="T44" fmla="*/ 543 w 550"/>
                <a:gd name="T45" fmla="*/ 418 h 457"/>
                <a:gd name="T46" fmla="*/ 473 w 550"/>
                <a:gd name="T47" fmla="*/ 334 h 457"/>
                <a:gd name="T48" fmla="*/ 455 w 550"/>
                <a:gd name="T49" fmla="*/ 326 h 457"/>
                <a:gd name="T50" fmla="*/ 95 w 550"/>
                <a:gd name="T51" fmla="*/ 326 h 457"/>
                <a:gd name="T52" fmla="*/ 77 w 550"/>
                <a:gd name="T53" fmla="*/ 334 h 457"/>
                <a:gd name="T54" fmla="*/ 7 w 550"/>
                <a:gd name="T55" fmla="*/ 418 h 457"/>
                <a:gd name="T56" fmla="*/ 4 w 550"/>
                <a:gd name="T57" fmla="*/ 443 h 457"/>
                <a:gd name="T58" fmla="*/ 26 w 550"/>
                <a:gd name="T59" fmla="*/ 457 h 457"/>
                <a:gd name="T60" fmla="*/ 524 w 550"/>
                <a:gd name="T61" fmla="*/ 457 h 457"/>
                <a:gd name="T62" fmla="*/ 546 w 550"/>
                <a:gd name="T63" fmla="*/ 443 h 457"/>
                <a:gd name="T64" fmla="*/ 543 w 550"/>
                <a:gd name="T65" fmla="*/ 418 h 457"/>
                <a:gd name="T66" fmla="*/ 530 w 550"/>
                <a:gd name="T67" fmla="*/ 436 h 457"/>
                <a:gd name="T68" fmla="*/ 524 w 550"/>
                <a:gd name="T69" fmla="*/ 439 h 457"/>
                <a:gd name="T70" fmla="*/ 26 w 550"/>
                <a:gd name="T71" fmla="*/ 439 h 457"/>
                <a:gd name="T72" fmla="*/ 20 w 550"/>
                <a:gd name="T73" fmla="*/ 436 h 457"/>
                <a:gd name="T74" fmla="*/ 21 w 550"/>
                <a:gd name="T75" fmla="*/ 429 h 457"/>
                <a:gd name="T76" fmla="*/ 91 w 550"/>
                <a:gd name="T77" fmla="*/ 346 h 457"/>
                <a:gd name="T78" fmla="*/ 95 w 550"/>
                <a:gd name="T79" fmla="*/ 344 h 457"/>
                <a:gd name="T80" fmla="*/ 455 w 550"/>
                <a:gd name="T81" fmla="*/ 344 h 457"/>
                <a:gd name="T82" fmla="*/ 459 w 550"/>
                <a:gd name="T83" fmla="*/ 346 h 457"/>
                <a:gd name="T84" fmla="*/ 529 w 550"/>
                <a:gd name="T85" fmla="*/ 429 h 457"/>
                <a:gd name="T86" fmla="*/ 530 w 550"/>
                <a:gd name="T87" fmla="*/ 436 h 457"/>
                <a:gd name="T88" fmla="*/ 377 w 550"/>
                <a:gd name="T89" fmla="*/ 427 h 457"/>
                <a:gd name="T90" fmla="*/ 174 w 550"/>
                <a:gd name="T91" fmla="*/ 427 h 457"/>
                <a:gd name="T92" fmla="*/ 170 w 550"/>
                <a:gd name="T93" fmla="*/ 419 h 457"/>
                <a:gd name="T94" fmla="*/ 176 w 550"/>
                <a:gd name="T95" fmla="*/ 411 h 457"/>
                <a:gd name="T96" fmla="*/ 180 w 550"/>
                <a:gd name="T97" fmla="*/ 410 h 457"/>
                <a:gd name="T98" fmla="*/ 371 w 550"/>
                <a:gd name="T99" fmla="*/ 410 h 457"/>
                <a:gd name="T100" fmla="*/ 375 w 550"/>
                <a:gd name="T101" fmla="*/ 412 h 457"/>
                <a:gd name="T102" fmla="*/ 381 w 550"/>
                <a:gd name="T103" fmla="*/ 419 h 457"/>
                <a:gd name="T104" fmla="*/ 377 w 550"/>
                <a:gd name="T105" fmla="*/ 427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50" h="457">
                  <a:moveTo>
                    <a:pt x="119" y="306"/>
                  </a:moveTo>
                  <a:cubicBezTo>
                    <a:pt x="431" y="306"/>
                    <a:pt x="431" y="306"/>
                    <a:pt x="431" y="306"/>
                  </a:cubicBezTo>
                  <a:cubicBezTo>
                    <a:pt x="443" y="306"/>
                    <a:pt x="455" y="301"/>
                    <a:pt x="463" y="292"/>
                  </a:cubicBezTo>
                  <a:cubicBezTo>
                    <a:pt x="472" y="283"/>
                    <a:pt x="476" y="271"/>
                    <a:pt x="476" y="258"/>
                  </a:cubicBezTo>
                  <a:cubicBezTo>
                    <a:pt x="476" y="48"/>
                    <a:pt x="476" y="48"/>
                    <a:pt x="476" y="48"/>
                  </a:cubicBezTo>
                  <a:cubicBezTo>
                    <a:pt x="476" y="21"/>
                    <a:pt x="456" y="0"/>
                    <a:pt x="431" y="0"/>
                  </a:cubicBezTo>
                  <a:cubicBezTo>
                    <a:pt x="119" y="0"/>
                    <a:pt x="119" y="0"/>
                    <a:pt x="119" y="0"/>
                  </a:cubicBezTo>
                  <a:cubicBezTo>
                    <a:pt x="107" y="0"/>
                    <a:pt x="95" y="5"/>
                    <a:pt x="87" y="14"/>
                  </a:cubicBezTo>
                  <a:cubicBezTo>
                    <a:pt x="78" y="23"/>
                    <a:pt x="74" y="35"/>
                    <a:pt x="74" y="48"/>
                  </a:cubicBezTo>
                  <a:cubicBezTo>
                    <a:pt x="74" y="258"/>
                    <a:pt x="74" y="258"/>
                    <a:pt x="74" y="258"/>
                  </a:cubicBezTo>
                  <a:cubicBezTo>
                    <a:pt x="74" y="285"/>
                    <a:pt x="94" y="306"/>
                    <a:pt x="119" y="306"/>
                  </a:cubicBezTo>
                  <a:close/>
                  <a:moveTo>
                    <a:pt x="100" y="26"/>
                  </a:moveTo>
                  <a:cubicBezTo>
                    <a:pt x="105" y="21"/>
                    <a:pt x="112" y="18"/>
                    <a:pt x="119" y="18"/>
                  </a:cubicBezTo>
                  <a:cubicBezTo>
                    <a:pt x="431" y="18"/>
                    <a:pt x="431" y="18"/>
                    <a:pt x="431" y="18"/>
                  </a:cubicBezTo>
                  <a:cubicBezTo>
                    <a:pt x="446" y="18"/>
                    <a:pt x="458" y="31"/>
                    <a:pt x="458" y="48"/>
                  </a:cubicBezTo>
                  <a:cubicBezTo>
                    <a:pt x="458" y="258"/>
                    <a:pt x="458" y="258"/>
                    <a:pt x="458" y="258"/>
                  </a:cubicBezTo>
                  <a:cubicBezTo>
                    <a:pt x="458" y="267"/>
                    <a:pt x="455" y="274"/>
                    <a:pt x="450" y="280"/>
                  </a:cubicBezTo>
                  <a:cubicBezTo>
                    <a:pt x="445" y="285"/>
                    <a:pt x="438" y="288"/>
                    <a:pt x="431" y="288"/>
                  </a:cubicBezTo>
                  <a:cubicBezTo>
                    <a:pt x="119" y="288"/>
                    <a:pt x="119" y="288"/>
                    <a:pt x="119" y="288"/>
                  </a:cubicBezTo>
                  <a:cubicBezTo>
                    <a:pt x="104" y="288"/>
                    <a:pt x="92" y="275"/>
                    <a:pt x="92" y="258"/>
                  </a:cubicBezTo>
                  <a:cubicBezTo>
                    <a:pt x="92" y="48"/>
                    <a:pt x="92" y="48"/>
                    <a:pt x="92" y="48"/>
                  </a:cubicBezTo>
                  <a:cubicBezTo>
                    <a:pt x="92" y="40"/>
                    <a:pt x="95" y="32"/>
                    <a:pt x="100" y="26"/>
                  </a:cubicBezTo>
                  <a:close/>
                  <a:moveTo>
                    <a:pt x="543" y="418"/>
                  </a:moveTo>
                  <a:cubicBezTo>
                    <a:pt x="473" y="334"/>
                    <a:pt x="473" y="334"/>
                    <a:pt x="473" y="334"/>
                  </a:cubicBezTo>
                  <a:cubicBezTo>
                    <a:pt x="468" y="329"/>
                    <a:pt x="462" y="326"/>
                    <a:pt x="455" y="326"/>
                  </a:cubicBezTo>
                  <a:cubicBezTo>
                    <a:pt x="95" y="326"/>
                    <a:pt x="95" y="326"/>
                    <a:pt x="95" y="326"/>
                  </a:cubicBezTo>
                  <a:cubicBezTo>
                    <a:pt x="88" y="326"/>
                    <a:pt x="82" y="329"/>
                    <a:pt x="77" y="334"/>
                  </a:cubicBezTo>
                  <a:cubicBezTo>
                    <a:pt x="7" y="418"/>
                    <a:pt x="7" y="418"/>
                    <a:pt x="7" y="418"/>
                  </a:cubicBezTo>
                  <a:cubicBezTo>
                    <a:pt x="1" y="425"/>
                    <a:pt x="0" y="435"/>
                    <a:pt x="4" y="443"/>
                  </a:cubicBezTo>
                  <a:cubicBezTo>
                    <a:pt x="8" y="452"/>
                    <a:pt x="16" y="457"/>
                    <a:pt x="26" y="457"/>
                  </a:cubicBezTo>
                  <a:cubicBezTo>
                    <a:pt x="524" y="457"/>
                    <a:pt x="524" y="457"/>
                    <a:pt x="524" y="457"/>
                  </a:cubicBezTo>
                  <a:cubicBezTo>
                    <a:pt x="534" y="457"/>
                    <a:pt x="542" y="452"/>
                    <a:pt x="546" y="443"/>
                  </a:cubicBezTo>
                  <a:cubicBezTo>
                    <a:pt x="550" y="435"/>
                    <a:pt x="549" y="425"/>
                    <a:pt x="543" y="418"/>
                  </a:cubicBezTo>
                  <a:close/>
                  <a:moveTo>
                    <a:pt x="530" y="436"/>
                  </a:moveTo>
                  <a:cubicBezTo>
                    <a:pt x="529" y="438"/>
                    <a:pt x="527" y="439"/>
                    <a:pt x="524" y="439"/>
                  </a:cubicBezTo>
                  <a:cubicBezTo>
                    <a:pt x="26" y="439"/>
                    <a:pt x="26" y="439"/>
                    <a:pt x="26" y="439"/>
                  </a:cubicBezTo>
                  <a:cubicBezTo>
                    <a:pt x="23" y="439"/>
                    <a:pt x="21" y="438"/>
                    <a:pt x="20" y="436"/>
                  </a:cubicBezTo>
                  <a:cubicBezTo>
                    <a:pt x="19" y="433"/>
                    <a:pt x="20" y="431"/>
                    <a:pt x="21" y="429"/>
                  </a:cubicBezTo>
                  <a:cubicBezTo>
                    <a:pt x="91" y="346"/>
                    <a:pt x="91" y="346"/>
                    <a:pt x="91" y="346"/>
                  </a:cubicBezTo>
                  <a:cubicBezTo>
                    <a:pt x="92" y="344"/>
                    <a:pt x="94" y="344"/>
                    <a:pt x="95" y="344"/>
                  </a:cubicBezTo>
                  <a:cubicBezTo>
                    <a:pt x="455" y="344"/>
                    <a:pt x="455" y="344"/>
                    <a:pt x="455" y="344"/>
                  </a:cubicBezTo>
                  <a:cubicBezTo>
                    <a:pt x="456" y="344"/>
                    <a:pt x="458" y="344"/>
                    <a:pt x="459" y="346"/>
                  </a:cubicBezTo>
                  <a:cubicBezTo>
                    <a:pt x="529" y="429"/>
                    <a:pt x="529" y="429"/>
                    <a:pt x="529" y="429"/>
                  </a:cubicBezTo>
                  <a:cubicBezTo>
                    <a:pt x="530" y="431"/>
                    <a:pt x="531" y="433"/>
                    <a:pt x="530" y="436"/>
                  </a:cubicBezTo>
                  <a:close/>
                  <a:moveTo>
                    <a:pt x="377" y="427"/>
                  </a:moveTo>
                  <a:cubicBezTo>
                    <a:pt x="174" y="427"/>
                    <a:pt x="174" y="427"/>
                    <a:pt x="174" y="427"/>
                  </a:cubicBezTo>
                  <a:cubicBezTo>
                    <a:pt x="169" y="427"/>
                    <a:pt x="167" y="422"/>
                    <a:pt x="170" y="419"/>
                  </a:cubicBezTo>
                  <a:cubicBezTo>
                    <a:pt x="176" y="411"/>
                    <a:pt x="176" y="411"/>
                    <a:pt x="176" y="411"/>
                  </a:cubicBezTo>
                  <a:cubicBezTo>
                    <a:pt x="177" y="410"/>
                    <a:pt x="178" y="410"/>
                    <a:pt x="180" y="410"/>
                  </a:cubicBezTo>
                  <a:cubicBezTo>
                    <a:pt x="371" y="410"/>
                    <a:pt x="371" y="410"/>
                    <a:pt x="371" y="410"/>
                  </a:cubicBezTo>
                  <a:cubicBezTo>
                    <a:pt x="373" y="410"/>
                    <a:pt x="374" y="410"/>
                    <a:pt x="375" y="412"/>
                  </a:cubicBezTo>
                  <a:cubicBezTo>
                    <a:pt x="381" y="419"/>
                    <a:pt x="381" y="419"/>
                    <a:pt x="381" y="419"/>
                  </a:cubicBezTo>
                  <a:cubicBezTo>
                    <a:pt x="383" y="422"/>
                    <a:pt x="381" y="427"/>
                    <a:pt x="377" y="427"/>
                  </a:cubicBezTo>
                  <a:close/>
                </a:path>
              </a:pathLst>
            </a:custGeom>
            <a:solidFill>
              <a:srgbClr val="403C3A"/>
            </a:solidFill>
            <a:ln>
              <a:noFill/>
            </a:ln>
          </p:spPr>
          <p:txBody>
            <a:bodyPr vert="horz" wrap="square" lIns="0" tIns="0" rIns="0" bIns="0" numCol="1" anchor="t" anchorCtr="0" compatLnSpc="1">
              <a:prstTxWarp prst="textNoShape">
                <a:avLst/>
              </a:prstTxWarp>
            </a:bodyPr>
            <a:lstStyle/>
            <a:p>
              <a:pPr defTabSz="1028700">
                <a:defRPr/>
              </a:pPr>
              <a:endParaRPr lang="en-US" sz="1800" kern="0">
                <a:solidFill>
                  <a:srgbClr val="141414"/>
                </a:solidFill>
                <a:latin typeface="Wells Fargo Sans" panose="020B0503020203020204" pitchFamily="34" charset="0"/>
                <a:cs typeface="Arial" charset="0"/>
              </a:endParaRPr>
            </a:p>
          </p:txBody>
        </p:sp>
        <p:cxnSp>
          <p:nvCxnSpPr>
            <p:cNvPr id="43" name="Straight Connector 42">
              <a:extLst>
                <a:ext uri="{FF2B5EF4-FFF2-40B4-BE49-F238E27FC236}">
                  <a16:creationId xmlns:a16="http://schemas.microsoft.com/office/drawing/2014/main" id="{A9CF7A95-7A60-7E0B-A9C3-F4183B432324}"/>
                </a:ext>
              </a:extLst>
            </p:cNvPr>
            <p:cNvCxnSpPr>
              <a:cxnSpLocks/>
            </p:cNvCxnSpPr>
            <p:nvPr/>
          </p:nvCxnSpPr>
          <p:spPr>
            <a:xfrm flipH="1">
              <a:off x="2111087" y="2737224"/>
              <a:ext cx="1092301" cy="615576"/>
            </a:xfrm>
            <a:prstGeom prst="line">
              <a:avLst/>
            </a:prstGeom>
            <a:noFill/>
            <a:ln w="12700" cap="sq" cmpd="sng" algn="ctr">
              <a:solidFill>
                <a:srgbClr val="787070"/>
              </a:solidFill>
              <a:prstDash val="dash"/>
            </a:ln>
            <a:effectLst/>
          </p:spPr>
        </p:cxnSp>
        <p:cxnSp>
          <p:nvCxnSpPr>
            <p:cNvPr id="44" name="Straight Connector 43">
              <a:extLst>
                <a:ext uri="{FF2B5EF4-FFF2-40B4-BE49-F238E27FC236}">
                  <a16:creationId xmlns:a16="http://schemas.microsoft.com/office/drawing/2014/main" id="{9D8455D7-A3CF-2296-B840-21A670FE8D40}"/>
                </a:ext>
              </a:extLst>
            </p:cNvPr>
            <p:cNvCxnSpPr>
              <a:cxnSpLocks/>
            </p:cNvCxnSpPr>
            <p:nvPr/>
          </p:nvCxnSpPr>
          <p:spPr>
            <a:xfrm>
              <a:off x="3520141" y="2722133"/>
              <a:ext cx="503219" cy="0"/>
            </a:xfrm>
            <a:prstGeom prst="line">
              <a:avLst/>
            </a:prstGeom>
            <a:noFill/>
            <a:ln w="12700" cap="sq" cmpd="sng" algn="ctr">
              <a:solidFill>
                <a:srgbClr val="787070"/>
              </a:solidFill>
              <a:prstDash val="dash"/>
            </a:ln>
            <a:effectLst/>
          </p:spPr>
        </p:cxnSp>
        <p:cxnSp>
          <p:nvCxnSpPr>
            <p:cNvPr id="45" name="Straight Connector 44">
              <a:extLst>
                <a:ext uri="{FF2B5EF4-FFF2-40B4-BE49-F238E27FC236}">
                  <a16:creationId xmlns:a16="http://schemas.microsoft.com/office/drawing/2014/main" id="{F9768954-6420-9536-7560-EE8F3047BABA}"/>
                </a:ext>
              </a:extLst>
            </p:cNvPr>
            <p:cNvCxnSpPr>
              <a:cxnSpLocks/>
            </p:cNvCxnSpPr>
            <p:nvPr/>
          </p:nvCxnSpPr>
          <p:spPr>
            <a:xfrm flipH="1" flipV="1">
              <a:off x="2899954" y="3603812"/>
              <a:ext cx="218130" cy="248608"/>
            </a:xfrm>
            <a:prstGeom prst="line">
              <a:avLst/>
            </a:prstGeom>
            <a:noFill/>
            <a:ln w="12700" cap="sq" cmpd="sng" algn="ctr">
              <a:solidFill>
                <a:srgbClr val="787070"/>
              </a:solidFill>
              <a:prstDash val="dash"/>
            </a:ln>
            <a:effectLst/>
          </p:spPr>
        </p:cxnSp>
        <p:sp>
          <p:nvSpPr>
            <p:cNvPr id="46" name="Freeform 63">
              <a:extLst>
                <a:ext uri="{FF2B5EF4-FFF2-40B4-BE49-F238E27FC236}">
                  <a16:creationId xmlns:a16="http://schemas.microsoft.com/office/drawing/2014/main" id="{A41BE427-8AFE-8C4E-E43A-5E2E043761E3}"/>
                </a:ext>
              </a:extLst>
            </p:cNvPr>
            <p:cNvSpPr>
              <a:spLocks noChangeAspect="1" noEditPoints="1"/>
            </p:cNvSpPr>
            <p:nvPr/>
          </p:nvSpPr>
          <p:spPr bwMode="auto">
            <a:xfrm>
              <a:off x="3707037" y="3653591"/>
              <a:ext cx="315100" cy="219638"/>
            </a:xfrm>
            <a:custGeom>
              <a:avLst/>
              <a:gdLst>
                <a:gd name="T0" fmla="*/ 119 w 550"/>
                <a:gd name="T1" fmla="*/ 306 h 457"/>
                <a:gd name="T2" fmla="*/ 431 w 550"/>
                <a:gd name="T3" fmla="*/ 306 h 457"/>
                <a:gd name="T4" fmla="*/ 463 w 550"/>
                <a:gd name="T5" fmla="*/ 292 h 457"/>
                <a:gd name="T6" fmla="*/ 476 w 550"/>
                <a:gd name="T7" fmla="*/ 258 h 457"/>
                <a:gd name="T8" fmla="*/ 476 w 550"/>
                <a:gd name="T9" fmla="*/ 48 h 457"/>
                <a:gd name="T10" fmla="*/ 431 w 550"/>
                <a:gd name="T11" fmla="*/ 0 h 457"/>
                <a:gd name="T12" fmla="*/ 119 w 550"/>
                <a:gd name="T13" fmla="*/ 0 h 457"/>
                <a:gd name="T14" fmla="*/ 87 w 550"/>
                <a:gd name="T15" fmla="*/ 14 h 457"/>
                <a:gd name="T16" fmla="*/ 74 w 550"/>
                <a:gd name="T17" fmla="*/ 48 h 457"/>
                <a:gd name="T18" fmla="*/ 74 w 550"/>
                <a:gd name="T19" fmla="*/ 258 h 457"/>
                <a:gd name="T20" fmla="*/ 119 w 550"/>
                <a:gd name="T21" fmla="*/ 306 h 457"/>
                <a:gd name="T22" fmla="*/ 100 w 550"/>
                <a:gd name="T23" fmla="*/ 26 h 457"/>
                <a:gd name="T24" fmla="*/ 119 w 550"/>
                <a:gd name="T25" fmla="*/ 18 h 457"/>
                <a:gd name="T26" fmla="*/ 431 w 550"/>
                <a:gd name="T27" fmla="*/ 18 h 457"/>
                <a:gd name="T28" fmla="*/ 458 w 550"/>
                <a:gd name="T29" fmla="*/ 48 h 457"/>
                <a:gd name="T30" fmla="*/ 458 w 550"/>
                <a:gd name="T31" fmla="*/ 258 h 457"/>
                <a:gd name="T32" fmla="*/ 450 w 550"/>
                <a:gd name="T33" fmla="*/ 280 h 457"/>
                <a:gd name="T34" fmla="*/ 431 w 550"/>
                <a:gd name="T35" fmla="*/ 288 h 457"/>
                <a:gd name="T36" fmla="*/ 119 w 550"/>
                <a:gd name="T37" fmla="*/ 288 h 457"/>
                <a:gd name="T38" fmla="*/ 92 w 550"/>
                <a:gd name="T39" fmla="*/ 258 h 457"/>
                <a:gd name="T40" fmla="*/ 92 w 550"/>
                <a:gd name="T41" fmla="*/ 48 h 457"/>
                <a:gd name="T42" fmla="*/ 100 w 550"/>
                <a:gd name="T43" fmla="*/ 26 h 457"/>
                <a:gd name="T44" fmla="*/ 543 w 550"/>
                <a:gd name="T45" fmla="*/ 418 h 457"/>
                <a:gd name="T46" fmla="*/ 473 w 550"/>
                <a:gd name="T47" fmla="*/ 334 h 457"/>
                <a:gd name="T48" fmla="*/ 455 w 550"/>
                <a:gd name="T49" fmla="*/ 326 h 457"/>
                <a:gd name="T50" fmla="*/ 95 w 550"/>
                <a:gd name="T51" fmla="*/ 326 h 457"/>
                <a:gd name="T52" fmla="*/ 77 w 550"/>
                <a:gd name="T53" fmla="*/ 334 h 457"/>
                <a:gd name="T54" fmla="*/ 7 w 550"/>
                <a:gd name="T55" fmla="*/ 418 h 457"/>
                <a:gd name="T56" fmla="*/ 4 w 550"/>
                <a:gd name="T57" fmla="*/ 443 h 457"/>
                <a:gd name="T58" fmla="*/ 26 w 550"/>
                <a:gd name="T59" fmla="*/ 457 h 457"/>
                <a:gd name="T60" fmla="*/ 524 w 550"/>
                <a:gd name="T61" fmla="*/ 457 h 457"/>
                <a:gd name="T62" fmla="*/ 546 w 550"/>
                <a:gd name="T63" fmla="*/ 443 h 457"/>
                <a:gd name="T64" fmla="*/ 543 w 550"/>
                <a:gd name="T65" fmla="*/ 418 h 457"/>
                <a:gd name="T66" fmla="*/ 530 w 550"/>
                <a:gd name="T67" fmla="*/ 436 h 457"/>
                <a:gd name="T68" fmla="*/ 524 w 550"/>
                <a:gd name="T69" fmla="*/ 439 h 457"/>
                <a:gd name="T70" fmla="*/ 26 w 550"/>
                <a:gd name="T71" fmla="*/ 439 h 457"/>
                <a:gd name="T72" fmla="*/ 20 w 550"/>
                <a:gd name="T73" fmla="*/ 436 h 457"/>
                <a:gd name="T74" fmla="*/ 21 w 550"/>
                <a:gd name="T75" fmla="*/ 429 h 457"/>
                <a:gd name="T76" fmla="*/ 91 w 550"/>
                <a:gd name="T77" fmla="*/ 346 h 457"/>
                <a:gd name="T78" fmla="*/ 95 w 550"/>
                <a:gd name="T79" fmla="*/ 344 h 457"/>
                <a:gd name="T80" fmla="*/ 455 w 550"/>
                <a:gd name="T81" fmla="*/ 344 h 457"/>
                <a:gd name="T82" fmla="*/ 459 w 550"/>
                <a:gd name="T83" fmla="*/ 346 h 457"/>
                <a:gd name="T84" fmla="*/ 529 w 550"/>
                <a:gd name="T85" fmla="*/ 429 h 457"/>
                <a:gd name="T86" fmla="*/ 530 w 550"/>
                <a:gd name="T87" fmla="*/ 436 h 457"/>
                <a:gd name="T88" fmla="*/ 377 w 550"/>
                <a:gd name="T89" fmla="*/ 427 h 457"/>
                <a:gd name="T90" fmla="*/ 174 w 550"/>
                <a:gd name="T91" fmla="*/ 427 h 457"/>
                <a:gd name="T92" fmla="*/ 170 w 550"/>
                <a:gd name="T93" fmla="*/ 419 h 457"/>
                <a:gd name="T94" fmla="*/ 176 w 550"/>
                <a:gd name="T95" fmla="*/ 411 h 457"/>
                <a:gd name="T96" fmla="*/ 180 w 550"/>
                <a:gd name="T97" fmla="*/ 410 h 457"/>
                <a:gd name="T98" fmla="*/ 371 w 550"/>
                <a:gd name="T99" fmla="*/ 410 h 457"/>
                <a:gd name="T100" fmla="*/ 375 w 550"/>
                <a:gd name="T101" fmla="*/ 412 h 457"/>
                <a:gd name="T102" fmla="*/ 381 w 550"/>
                <a:gd name="T103" fmla="*/ 419 h 457"/>
                <a:gd name="T104" fmla="*/ 377 w 550"/>
                <a:gd name="T105" fmla="*/ 427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50" h="457">
                  <a:moveTo>
                    <a:pt x="119" y="306"/>
                  </a:moveTo>
                  <a:cubicBezTo>
                    <a:pt x="431" y="306"/>
                    <a:pt x="431" y="306"/>
                    <a:pt x="431" y="306"/>
                  </a:cubicBezTo>
                  <a:cubicBezTo>
                    <a:pt x="443" y="306"/>
                    <a:pt x="455" y="301"/>
                    <a:pt x="463" y="292"/>
                  </a:cubicBezTo>
                  <a:cubicBezTo>
                    <a:pt x="472" y="283"/>
                    <a:pt x="476" y="271"/>
                    <a:pt x="476" y="258"/>
                  </a:cubicBezTo>
                  <a:cubicBezTo>
                    <a:pt x="476" y="48"/>
                    <a:pt x="476" y="48"/>
                    <a:pt x="476" y="48"/>
                  </a:cubicBezTo>
                  <a:cubicBezTo>
                    <a:pt x="476" y="21"/>
                    <a:pt x="456" y="0"/>
                    <a:pt x="431" y="0"/>
                  </a:cubicBezTo>
                  <a:cubicBezTo>
                    <a:pt x="119" y="0"/>
                    <a:pt x="119" y="0"/>
                    <a:pt x="119" y="0"/>
                  </a:cubicBezTo>
                  <a:cubicBezTo>
                    <a:pt x="107" y="0"/>
                    <a:pt x="95" y="5"/>
                    <a:pt x="87" y="14"/>
                  </a:cubicBezTo>
                  <a:cubicBezTo>
                    <a:pt x="78" y="23"/>
                    <a:pt x="74" y="35"/>
                    <a:pt x="74" y="48"/>
                  </a:cubicBezTo>
                  <a:cubicBezTo>
                    <a:pt x="74" y="258"/>
                    <a:pt x="74" y="258"/>
                    <a:pt x="74" y="258"/>
                  </a:cubicBezTo>
                  <a:cubicBezTo>
                    <a:pt x="74" y="285"/>
                    <a:pt x="94" y="306"/>
                    <a:pt x="119" y="306"/>
                  </a:cubicBezTo>
                  <a:close/>
                  <a:moveTo>
                    <a:pt x="100" y="26"/>
                  </a:moveTo>
                  <a:cubicBezTo>
                    <a:pt x="105" y="21"/>
                    <a:pt x="112" y="18"/>
                    <a:pt x="119" y="18"/>
                  </a:cubicBezTo>
                  <a:cubicBezTo>
                    <a:pt x="431" y="18"/>
                    <a:pt x="431" y="18"/>
                    <a:pt x="431" y="18"/>
                  </a:cubicBezTo>
                  <a:cubicBezTo>
                    <a:pt x="446" y="18"/>
                    <a:pt x="458" y="31"/>
                    <a:pt x="458" y="48"/>
                  </a:cubicBezTo>
                  <a:cubicBezTo>
                    <a:pt x="458" y="258"/>
                    <a:pt x="458" y="258"/>
                    <a:pt x="458" y="258"/>
                  </a:cubicBezTo>
                  <a:cubicBezTo>
                    <a:pt x="458" y="267"/>
                    <a:pt x="455" y="274"/>
                    <a:pt x="450" y="280"/>
                  </a:cubicBezTo>
                  <a:cubicBezTo>
                    <a:pt x="445" y="285"/>
                    <a:pt x="438" y="288"/>
                    <a:pt x="431" y="288"/>
                  </a:cubicBezTo>
                  <a:cubicBezTo>
                    <a:pt x="119" y="288"/>
                    <a:pt x="119" y="288"/>
                    <a:pt x="119" y="288"/>
                  </a:cubicBezTo>
                  <a:cubicBezTo>
                    <a:pt x="104" y="288"/>
                    <a:pt x="92" y="275"/>
                    <a:pt x="92" y="258"/>
                  </a:cubicBezTo>
                  <a:cubicBezTo>
                    <a:pt x="92" y="48"/>
                    <a:pt x="92" y="48"/>
                    <a:pt x="92" y="48"/>
                  </a:cubicBezTo>
                  <a:cubicBezTo>
                    <a:pt x="92" y="40"/>
                    <a:pt x="95" y="32"/>
                    <a:pt x="100" y="26"/>
                  </a:cubicBezTo>
                  <a:close/>
                  <a:moveTo>
                    <a:pt x="543" y="418"/>
                  </a:moveTo>
                  <a:cubicBezTo>
                    <a:pt x="473" y="334"/>
                    <a:pt x="473" y="334"/>
                    <a:pt x="473" y="334"/>
                  </a:cubicBezTo>
                  <a:cubicBezTo>
                    <a:pt x="468" y="329"/>
                    <a:pt x="462" y="326"/>
                    <a:pt x="455" y="326"/>
                  </a:cubicBezTo>
                  <a:cubicBezTo>
                    <a:pt x="95" y="326"/>
                    <a:pt x="95" y="326"/>
                    <a:pt x="95" y="326"/>
                  </a:cubicBezTo>
                  <a:cubicBezTo>
                    <a:pt x="88" y="326"/>
                    <a:pt x="82" y="329"/>
                    <a:pt x="77" y="334"/>
                  </a:cubicBezTo>
                  <a:cubicBezTo>
                    <a:pt x="7" y="418"/>
                    <a:pt x="7" y="418"/>
                    <a:pt x="7" y="418"/>
                  </a:cubicBezTo>
                  <a:cubicBezTo>
                    <a:pt x="1" y="425"/>
                    <a:pt x="0" y="435"/>
                    <a:pt x="4" y="443"/>
                  </a:cubicBezTo>
                  <a:cubicBezTo>
                    <a:pt x="8" y="452"/>
                    <a:pt x="16" y="457"/>
                    <a:pt x="26" y="457"/>
                  </a:cubicBezTo>
                  <a:cubicBezTo>
                    <a:pt x="524" y="457"/>
                    <a:pt x="524" y="457"/>
                    <a:pt x="524" y="457"/>
                  </a:cubicBezTo>
                  <a:cubicBezTo>
                    <a:pt x="534" y="457"/>
                    <a:pt x="542" y="452"/>
                    <a:pt x="546" y="443"/>
                  </a:cubicBezTo>
                  <a:cubicBezTo>
                    <a:pt x="550" y="435"/>
                    <a:pt x="549" y="425"/>
                    <a:pt x="543" y="418"/>
                  </a:cubicBezTo>
                  <a:close/>
                  <a:moveTo>
                    <a:pt x="530" y="436"/>
                  </a:moveTo>
                  <a:cubicBezTo>
                    <a:pt x="529" y="438"/>
                    <a:pt x="527" y="439"/>
                    <a:pt x="524" y="439"/>
                  </a:cubicBezTo>
                  <a:cubicBezTo>
                    <a:pt x="26" y="439"/>
                    <a:pt x="26" y="439"/>
                    <a:pt x="26" y="439"/>
                  </a:cubicBezTo>
                  <a:cubicBezTo>
                    <a:pt x="23" y="439"/>
                    <a:pt x="21" y="438"/>
                    <a:pt x="20" y="436"/>
                  </a:cubicBezTo>
                  <a:cubicBezTo>
                    <a:pt x="19" y="433"/>
                    <a:pt x="20" y="431"/>
                    <a:pt x="21" y="429"/>
                  </a:cubicBezTo>
                  <a:cubicBezTo>
                    <a:pt x="91" y="346"/>
                    <a:pt x="91" y="346"/>
                    <a:pt x="91" y="346"/>
                  </a:cubicBezTo>
                  <a:cubicBezTo>
                    <a:pt x="92" y="344"/>
                    <a:pt x="94" y="344"/>
                    <a:pt x="95" y="344"/>
                  </a:cubicBezTo>
                  <a:cubicBezTo>
                    <a:pt x="455" y="344"/>
                    <a:pt x="455" y="344"/>
                    <a:pt x="455" y="344"/>
                  </a:cubicBezTo>
                  <a:cubicBezTo>
                    <a:pt x="456" y="344"/>
                    <a:pt x="458" y="344"/>
                    <a:pt x="459" y="346"/>
                  </a:cubicBezTo>
                  <a:cubicBezTo>
                    <a:pt x="529" y="429"/>
                    <a:pt x="529" y="429"/>
                    <a:pt x="529" y="429"/>
                  </a:cubicBezTo>
                  <a:cubicBezTo>
                    <a:pt x="530" y="431"/>
                    <a:pt x="531" y="433"/>
                    <a:pt x="530" y="436"/>
                  </a:cubicBezTo>
                  <a:close/>
                  <a:moveTo>
                    <a:pt x="377" y="427"/>
                  </a:moveTo>
                  <a:cubicBezTo>
                    <a:pt x="174" y="427"/>
                    <a:pt x="174" y="427"/>
                    <a:pt x="174" y="427"/>
                  </a:cubicBezTo>
                  <a:cubicBezTo>
                    <a:pt x="169" y="427"/>
                    <a:pt x="167" y="422"/>
                    <a:pt x="170" y="419"/>
                  </a:cubicBezTo>
                  <a:cubicBezTo>
                    <a:pt x="176" y="411"/>
                    <a:pt x="176" y="411"/>
                    <a:pt x="176" y="411"/>
                  </a:cubicBezTo>
                  <a:cubicBezTo>
                    <a:pt x="177" y="410"/>
                    <a:pt x="178" y="410"/>
                    <a:pt x="180" y="410"/>
                  </a:cubicBezTo>
                  <a:cubicBezTo>
                    <a:pt x="371" y="410"/>
                    <a:pt x="371" y="410"/>
                    <a:pt x="371" y="410"/>
                  </a:cubicBezTo>
                  <a:cubicBezTo>
                    <a:pt x="373" y="410"/>
                    <a:pt x="374" y="410"/>
                    <a:pt x="375" y="412"/>
                  </a:cubicBezTo>
                  <a:cubicBezTo>
                    <a:pt x="381" y="419"/>
                    <a:pt x="381" y="419"/>
                    <a:pt x="381" y="419"/>
                  </a:cubicBezTo>
                  <a:cubicBezTo>
                    <a:pt x="383" y="422"/>
                    <a:pt x="381" y="427"/>
                    <a:pt x="377" y="427"/>
                  </a:cubicBezTo>
                  <a:close/>
                </a:path>
              </a:pathLst>
            </a:custGeom>
            <a:solidFill>
              <a:srgbClr val="403C3A"/>
            </a:solidFill>
            <a:ln>
              <a:noFill/>
            </a:ln>
          </p:spPr>
          <p:txBody>
            <a:bodyPr vert="horz" wrap="square" lIns="0" tIns="0" rIns="0" bIns="0" numCol="1" anchor="t" anchorCtr="0" compatLnSpc="1">
              <a:prstTxWarp prst="textNoShape">
                <a:avLst/>
              </a:prstTxWarp>
            </a:bodyPr>
            <a:lstStyle/>
            <a:p>
              <a:pPr defTabSz="1028700">
                <a:defRPr/>
              </a:pPr>
              <a:endParaRPr lang="en-US" sz="1800" kern="0">
                <a:solidFill>
                  <a:srgbClr val="141414"/>
                </a:solidFill>
                <a:latin typeface="Wells Fargo Sans" panose="020B0503020203020204" pitchFamily="34" charset="0"/>
                <a:cs typeface="Arial" charset="0"/>
              </a:endParaRPr>
            </a:p>
          </p:txBody>
        </p:sp>
        <p:grpSp>
          <p:nvGrpSpPr>
            <p:cNvPr id="47" name="Group 46">
              <a:extLst>
                <a:ext uri="{FF2B5EF4-FFF2-40B4-BE49-F238E27FC236}">
                  <a16:creationId xmlns:a16="http://schemas.microsoft.com/office/drawing/2014/main" id="{41F2A0DB-F46D-CABB-7974-E7D0A6CD1FE3}"/>
                </a:ext>
              </a:extLst>
            </p:cNvPr>
            <p:cNvGrpSpPr/>
            <p:nvPr/>
          </p:nvGrpSpPr>
          <p:grpSpPr>
            <a:xfrm>
              <a:off x="4416405" y="3649067"/>
              <a:ext cx="275124" cy="303274"/>
              <a:chOff x="656279" y="2431702"/>
              <a:chExt cx="301414" cy="372538"/>
            </a:xfrm>
            <a:solidFill>
              <a:srgbClr val="BCBBBA"/>
            </a:solidFill>
          </p:grpSpPr>
          <p:sp>
            <p:nvSpPr>
              <p:cNvPr id="48" name="Flowchart: Magnetic Disk 47">
                <a:extLst>
                  <a:ext uri="{FF2B5EF4-FFF2-40B4-BE49-F238E27FC236}">
                    <a16:creationId xmlns:a16="http://schemas.microsoft.com/office/drawing/2014/main" id="{DC3AE619-3D59-11A0-09E4-FC5C49B63A47}"/>
                  </a:ext>
                </a:extLst>
              </p:cNvPr>
              <p:cNvSpPr/>
              <p:nvPr/>
            </p:nvSpPr>
            <p:spPr>
              <a:xfrm>
                <a:off x="656279" y="2431702"/>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sp>
            <p:nvSpPr>
              <p:cNvPr id="49" name="Flowchart: Magnetic Disk 48">
                <a:extLst>
                  <a:ext uri="{FF2B5EF4-FFF2-40B4-BE49-F238E27FC236}">
                    <a16:creationId xmlns:a16="http://schemas.microsoft.com/office/drawing/2014/main" id="{D409C555-3DAC-4B28-9231-E9EAE3B3DC33}"/>
                  </a:ext>
                </a:extLst>
              </p:cNvPr>
              <p:cNvSpPr/>
              <p:nvPr/>
            </p:nvSpPr>
            <p:spPr>
              <a:xfrm>
                <a:off x="744327" y="2519751"/>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grpSp>
        <p:cxnSp>
          <p:nvCxnSpPr>
            <p:cNvPr id="50" name="Straight Connector 49">
              <a:extLst>
                <a:ext uri="{FF2B5EF4-FFF2-40B4-BE49-F238E27FC236}">
                  <a16:creationId xmlns:a16="http://schemas.microsoft.com/office/drawing/2014/main" id="{729F092F-CE14-70AA-FFA9-65051CB89DD7}"/>
                </a:ext>
              </a:extLst>
            </p:cNvPr>
            <p:cNvCxnSpPr>
              <a:cxnSpLocks/>
            </p:cNvCxnSpPr>
            <p:nvPr/>
          </p:nvCxnSpPr>
          <p:spPr>
            <a:xfrm>
              <a:off x="4040777" y="3749284"/>
              <a:ext cx="325697" cy="0"/>
            </a:xfrm>
            <a:prstGeom prst="line">
              <a:avLst/>
            </a:prstGeom>
            <a:noFill/>
            <a:ln w="12700" cap="sq" cmpd="sng" algn="ctr">
              <a:solidFill>
                <a:srgbClr val="787070"/>
              </a:solidFill>
              <a:prstDash val="dash"/>
            </a:ln>
            <a:effectLst/>
          </p:spPr>
        </p:cxnSp>
        <p:grpSp>
          <p:nvGrpSpPr>
            <p:cNvPr id="51" name="Group 50">
              <a:extLst>
                <a:ext uri="{FF2B5EF4-FFF2-40B4-BE49-F238E27FC236}">
                  <a16:creationId xmlns:a16="http://schemas.microsoft.com/office/drawing/2014/main" id="{B3E80E7B-7046-69BB-F10D-CA8341EA3CC2}"/>
                </a:ext>
              </a:extLst>
            </p:cNvPr>
            <p:cNvGrpSpPr/>
            <p:nvPr/>
          </p:nvGrpSpPr>
          <p:grpSpPr>
            <a:xfrm>
              <a:off x="4123512" y="4687281"/>
              <a:ext cx="275124" cy="303274"/>
              <a:chOff x="656279" y="2431702"/>
              <a:chExt cx="301414" cy="372538"/>
            </a:xfrm>
            <a:solidFill>
              <a:srgbClr val="BCBBBA"/>
            </a:solidFill>
          </p:grpSpPr>
          <p:sp>
            <p:nvSpPr>
              <p:cNvPr id="52" name="Flowchart: Magnetic Disk 51">
                <a:extLst>
                  <a:ext uri="{FF2B5EF4-FFF2-40B4-BE49-F238E27FC236}">
                    <a16:creationId xmlns:a16="http://schemas.microsoft.com/office/drawing/2014/main" id="{188DADEE-5F4F-331D-EEF5-A8E226BFE3AC}"/>
                  </a:ext>
                </a:extLst>
              </p:cNvPr>
              <p:cNvSpPr/>
              <p:nvPr/>
            </p:nvSpPr>
            <p:spPr>
              <a:xfrm>
                <a:off x="656279" y="2431702"/>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sp>
            <p:nvSpPr>
              <p:cNvPr id="53" name="Flowchart: Magnetic Disk 52">
                <a:extLst>
                  <a:ext uri="{FF2B5EF4-FFF2-40B4-BE49-F238E27FC236}">
                    <a16:creationId xmlns:a16="http://schemas.microsoft.com/office/drawing/2014/main" id="{395C32A5-FC16-0837-30B1-3EBAB13E776F}"/>
                  </a:ext>
                </a:extLst>
              </p:cNvPr>
              <p:cNvSpPr/>
              <p:nvPr/>
            </p:nvSpPr>
            <p:spPr>
              <a:xfrm>
                <a:off x="744327" y="2519751"/>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grpSp>
        <p:cxnSp>
          <p:nvCxnSpPr>
            <p:cNvPr id="54" name="Straight Connector 53">
              <a:extLst>
                <a:ext uri="{FF2B5EF4-FFF2-40B4-BE49-F238E27FC236}">
                  <a16:creationId xmlns:a16="http://schemas.microsoft.com/office/drawing/2014/main" id="{FE441054-38B9-5E38-3A66-04A318C5B1DB}"/>
                </a:ext>
              </a:extLst>
            </p:cNvPr>
            <p:cNvCxnSpPr>
              <a:cxnSpLocks/>
            </p:cNvCxnSpPr>
            <p:nvPr/>
          </p:nvCxnSpPr>
          <p:spPr>
            <a:xfrm flipH="1">
              <a:off x="3627718" y="4783591"/>
              <a:ext cx="437517" cy="0"/>
            </a:xfrm>
            <a:prstGeom prst="line">
              <a:avLst/>
            </a:prstGeom>
            <a:noFill/>
            <a:ln w="12700" cap="sq" cmpd="sng" algn="ctr">
              <a:solidFill>
                <a:srgbClr val="787070"/>
              </a:solidFill>
              <a:prstDash val="dash"/>
            </a:ln>
            <a:effectLst/>
          </p:spPr>
        </p:cxnSp>
        <p:sp>
          <p:nvSpPr>
            <p:cNvPr id="60" name="TextBox 59">
              <a:extLst>
                <a:ext uri="{FF2B5EF4-FFF2-40B4-BE49-F238E27FC236}">
                  <a16:creationId xmlns:a16="http://schemas.microsoft.com/office/drawing/2014/main" id="{E104105D-572B-E6C2-2A54-0B9EE97157AE}"/>
                </a:ext>
              </a:extLst>
            </p:cNvPr>
            <p:cNvSpPr txBox="1"/>
            <p:nvPr/>
          </p:nvSpPr>
          <p:spPr>
            <a:xfrm>
              <a:off x="2570944" y="3999534"/>
              <a:ext cx="1373351" cy="200789"/>
            </a:xfrm>
            <a:prstGeom prst="rect">
              <a:avLst/>
            </a:prstGeom>
            <a:noFill/>
          </p:spPr>
          <p:txBody>
            <a:bodyPr wrap="square" lIns="0" tIns="0" rIns="0" bIns="0" rtlCol="0">
              <a:spAutoFit/>
            </a:bodyPr>
            <a:lstStyle/>
            <a:p>
              <a:pPr algn="ctr" defTabSz="1828800">
                <a:buSzPct val="100000"/>
                <a:defRPr/>
              </a:pPr>
              <a:r>
                <a:rPr lang="en-US" sz="1600">
                  <a:solidFill>
                    <a:srgbClr val="403C3A"/>
                  </a:solidFill>
                  <a:latin typeface="Wells Fargo Sans" panose="020B0503020203020204" pitchFamily="34" charset="0"/>
                </a:rPr>
                <a:t>GPL</a:t>
              </a:r>
              <a:br>
                <a:rPr lang="en-US" sz="1600">
                  <a:solidFill>
                    <a:srgbClr val="403C3A"/>
                  </a:solidFill>
                  <a:latin typeface="Wells Fargo Sans" panose="020B0503020203020204" pitchFamily="34" charset="0"/>
                </a:rPr>
              </a:br>
              <a:r>
                <a:rPr lang="en-US" sz="1600">
                  <a:solidFill>
                    <a:srgbClr val="403C3A"/>
                  </a:solidFill>
                  <a:latin typeface="Wells Fargo Sans" panose="020B0503020203020204" pitchFamily="34" charset="0"/>
                </a:rPr>
                <a:t>Implementation</a:t>
              </a:r>
            </a:p>
          </p:txBody>
        </p:sp>
        <p:cxnSp>
          <p:nvCxnSpPr>
            <p:cNvPr id="61" name="Straight Connector 60">
              <a:extLst>
                <a:ext uri="{FF2B5EF4-FFF2-40B4-BE49-F238E27FC236}">
                  <a16:creationId xmlns:a16="http://schemas.microsoft.com/office/drawing/2014/main" id="{3BC6268B-3771-7AFF-8956-4C71575364B4}"/>
                </a:ext>
              </a:extLst>
            </p:cNvPr>
            <p:cNvCxnSpPr>
              <a:cxnSpLocks/>
            </p:cNvCxnSpPr>
            <p:nvPr/>
          </p:nvCxnSpPr>
          <p:spPr>
            <a:xfrm>
              <a:off x="3382682" y="3743508"/>
              <a:ext cx="321065" cy="0"/>
            </a:xfrm>
            <a:prstGeom prst="line">
              <a:avLst/>
            </a:prstGeom>
            <a:noFill/>
            <a:ln w="12700" cap="sq" cmpd="sng" algn="ctr">
              <a:solidFill>
                <a:srgbClr val="787070"/>
              </a:solidFill>
              <a:prstDash val="dash"/>
            </a:ln>
            <a:effectLst/>
          </p:spPr>
        </p:cxnSp>
        <p:sp>
          <p:nvSpPr>
            <p:cNvPr id="63" name="TextBox 62">
              <a:extLst>
                <a:ext uri="{FF2B5EF4-FFF2-40B4-BE49-F238E27FC236}">
                  <a16:creationId xmlns:a16="http://schemas.microsoft.com/office/drawing/2014/main" id="{B69BFEAA-28A0-72BA-22BA-35659D75A22D}"/>
                </a:ext>
              </a:extLst>
            </p:cNvPr>
            <p:cNvSpPr txBox="1"/>
            <p:nvPr/>
          </p:nvSpPr>
          <p:spPr>
            <a:xfrm>
              <a:off x="2512189" y="3175225"/>
              <a:ext cx="1373351" cy="100394"/>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403C3A"/>
                  </a:solidFill>
                  <a:latin typeface="Wells Fargo Sans" panose="020B0503020203020204" pitchFamily="34" charset="0"/>
                </a:rPr>
                <a:t>Case creation &amp; routing</a:t>
              </a:r>
            </a:p>
          </p:txBody>
        </p:sp>
        <p:grpSp>
          <p:nvGrpSpPr>
            <p:cNvPr id="110" name="Group 109">
              <a:extLst>
                <a:ext uri="{FF2B5EF4-FFF2-40B4-BE49-F238E27FC236}">
                  <a16:creationId xmlns:a16="http://schemas.microsoft.com/office/drawing/2014/main" id="{1AB86F34-26A1-DE28-32B0-098DE9953E62}"/>
                </a:ext>
              </a:extLst>
            </p:cNvPr>
            <p:cNvGrpSpPr/>
            <p:nvPr/>
          </p:nvGrpSpPr>
          <p:grpSpPr>
            <a:xfrm>
              <a:off x="3113004" y="3676020"/>
              <a:ext cx="282392" cy="300009"/>
              <a:chOff x="6143625" y="3217148"/>
              <a:chExt cx="1788867" cy="1788867"/>
            </a:xfrm>
            <a:solidFill>
              <a:srgbClr val="969493"/>
            </a:solidFill>
          </p:grpSpPr>
          <p:sp>
            <p:nvSpPr>
              <p:cNvPr id="111" name="Freeform 79">
                <a:extLst>
                  <a:ext uri="{FF2B5EF4-FFF2-40B4-BE49-F238E27FC236}">
                    <a16:creationId xmlns:a16="http://schemas.microsoft.com/office/drawing/2014/main" id="{23C27290-DB74-0BA2-622A-9D37A693E948}"/>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12" name="Oval 111">
                <a:extLst>
                  <a:ext uri="{FF2B5EF4-FFF2-40B4-BE49-F238E27FC236}">
                    <a16:creationId xmlns:a16="http://schemas.microsoft.com/office/drawing/2014/main" id="{5E2ED94F-A0BB-9E67-F1B6-BDD6C55CEB9E}"/>
                  </a:ext>
                </a:extLst>
              </p:cNvPr>
              <p:cNvSpPr/>
              <p:nvPr/>
            </p:nvSpPr>
            <p:spPr>
              <a:xfrm>
                <a:off x="6612956" y="3246771"/>
                <a:ext cx="850203" cy="850203"/>
              </a:xfrm>
              <a:prstGeom prst="ellipse">
                <a:avLst/>
              </a:pr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13" name="Freeform 67">
                <a:extLst>
                  <a:ext uri="{FF2B5EF4-FFF2-40B4-BE49-F238E27FC236}">
                    <a16:creationId xmlns:a16="http://schemas.microsoft.com/office/drawing/2014/main" id="{3B6AE311-78A1-4C73-C696-783B01531381}"/>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grp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nvGrpSpPr>
            <p:cNvPr id="114" name="Group 113">
              <a:extLst>
                <a:ext uri="{FF2B5EF4-FFF2-40B4-BE49-F238E27FC236}">
                  <a16:creationId xmlns:a16="http://schemas.microsoft.com/office/drawing/2014/main" id="{0C15758F-C39F-EDC7-F183-8268CE9023BF}"/>
                </a:ext>
              </a:extLst>
            </p:cNvPr>
            <p:cNvGrpSpPr/>
            <p:nvPr/>
          </p:nvGrpSpPr>
          <p:grpSpPr>
            <a:xfrm>
              <a:off x="2365946" y="3945746"/>
              <a:ext cx="282392" cy="300009"/>
              <a:chOff x="6143625" y="3217148"/>
              <a:chExt cx="1788867" cy="1788867"/>
            </a:xfrm>
            <a:solidFill>
              <a:srgbClr val="969493"/>
            </a:solidFill>
          </p:grpSpPr>
          <p:sp>
            <p:nvSpPr>
              <p:cNvPr id="115" name="Freeform 79">
                <a:extLst>
                  <a:ext uri="{FF2B5EF4-FFF2-40B4-BE49-F238E27FC236}">
                    <a16:creationId xmlns:a16="http://schemas.microsoft.com/office/drawing/2014/main" id="{9B5C90D4-3A91-AE2F-A445-28958B7BAEB3}"/>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16" name="Oval 115">
                <a:extLst>
                  <a:ext uri="{FF2B5EF4-FFF2-40B4-BE49-F238E27FC236}">
                    <a16:creationId xmlns:a16="http://schemas.microsoft.com/office/drawing/2014/main" id="{819ED4DA-0180-E4E1-7105-CBE658198505}"/>
                  </a:ext>
                </a:extLst>
              </p:cNvPr>
              <p:cNvSpPr/>
              <p:nvPr/>
            </p:nvSpPr>
            <p:spPr>
              <a:xfrm>
                <a:off x="6612956" y="3246771"/>
                <a:ext cx="850203" cy="850203"/>
              </a:xfrm>
              <a:prstGeom prst="ellipse">
                <a:avLst/>
              </a:pr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17" name="Freeform 67">
                <a:extLst>
                  <a:ext uri="{FF2B5EF4-FFF2-40B4-BE49-F238E27FC236}">
                    <a16:creationId xmlns:a16="http://schemas.microsoft.com/office/drawing/2014/main" id="{C18F6DC2-124F-F1EE-571B-24F9BF055EAE}"/>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grp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nvGrpSpPr>
            <p:cNvPr id="118" name="Group 117">
              <a:extLst>
                <a:ext uri="{FF2B5EF4-FFF2-40B4-BE49-F238E27FC236}">
                  <a16:creationId xmlns:a16="http://schemas.microsoft.com/office/drawing/2014/main" id="{8C999F45-59E3-C713-C315-DEF387C65A73}"/>
                </a:ext>
              </a:extLst>
            </p:cNvPr>
            <p:cNvGrpSpPr/>
            <p:nvPr/>
          </p:nvGrpSpPr>
          <p:grpSpPr>
            <a:xfrm>
              <a:off x="2365946" y="4621087"/>
              <a:ext cx="282392" cy="300009"/>
              <a:chOff x="6143625" y="3217148"/>
              <a:chExt cx="1788867" cy="1788867"/>
            </a:xfrm>
            <a:solidFill>
              <a:srgbClr val="969493"/>
            </a:solidFill>
          </p:grpSpPr>
          <p:sp>
            <p:nvSpPr>
              <p:cNvPr id="119" name="Freeform 79">
                <a:extLst>
                  <a:ext uri="{FF2B5EF4-FFF2-40B4-BE49-F238E27FC236}">
                    <a16:creationId xmlns:a16="http://schemas.microsoft.com/office/drawing/2014/main" id="{4415B993-418D-A6CF-C180-DCC7CE81EE10}"/>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20" name="Oval 119">
                <a:extLst>
                  <a:ext uri="{FF2B5EF4-FFF2-40B4-BE49-F238E27FC236}">
                    <a16:creationId xmlns:a16="http://schemas.microsoft.com/office/drawing/2014/main" id="{B61D32ED-CEA4-3E74-BFA6-A2162E9DF3B0}"/>
                  </a:ext>
                </a:extLst>
              </p:cNvPr>
              <p:cNvSpPr/>
              <p:nvPr/>
            </p:nvSpPr>
            <p:spPr>
              <a:xfrm>
                <a:off x="6612956" y="3246771"/>
                <a:ext cx="850203" cy="850203"/>
              </a:xfrm>
              <a:prstGeom prst="ellipse">
                <a:avLst/>
              </a:pr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21" name="Freeform 67">
                <a:extLst>
                  <a:ext uri="{FF2B5EF4-FFF2-40B4-BE49-F238E27FC236}">
                    <a16:creationId xmlns:a16="http://schemas.microsoft.com/office/drawing/2014/main" id="{EDC099AC-8FF8-8282-7C83-87E44E51489A}"/>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grp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nvGrpSpPr>
            <p:cNvPr id="126" name="Group 125">
              <a:extLst>
                <a:ext uri="{FF2B5EF4-FFF2-40B4-BE49-F238E27FC236}">
                  <a16:creationId xmlns:a16="http://schemas.microsoft.com/office/drawing/2014/main" id="{A09A0101-8C36-4E98-A745-44CE2C470CD5}"/>
                </a:ext>
              </a:extLst>
            </p:cNvPr>
            <p:cNvGrpSpPr/>
            <p:nvPr/>
          </p:nvGrpSpPr>
          <p:grpSpPr>
            <a:xfrm>
              <a:off x="1844836" y="2354815"/>
              <a:ext cx="282392" cy="300009"/>
              <a:chOff x="6143625" y="3217148"/>
              <a:chExt cx="1788867" cy="1788867"/>
            </a:xfrm>
          </p:grpSpPr>
          <p:sp>
            <p:nvSpPr>
              <p:cNvPr id="127" name="Freeform 79">
                <a:extLst>
                  <a:ext uri="{FF2B5EF4-FFF2-40B4-BE49-F238E27FC236}">
                    <a16:creationId xmlns:a16="http://schemas.microsoft.com/office/drawing/2014/main" id="{594476FE-0A95-0182-10D1-44D1C37F35ED}"/>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solidFill>
                <a:srgbClr val="FFFFFF"/>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28" name="Oval 127">
                <a:extLst>
                  <a:ext uri="{FF2B5EF4-FFF2-40B4-BE49-F238E27FC236}">
                    <a16:creationId xmlns:a16="http://schemas.microsoft.com/office/drawing/2014/main" id="{6CCBA3FD-6EEA-198E-96A6-ADEB2039A259}"/>
                  </a:ext>
                </a:extLst>
              </p:cNvPr>
              <p:cNvSpPr/>
              <p:nvPr/>
            </p:nvSpPr>
            <p:spPr>
              <a:xfrm>
                <a:off x="6612956" y="3246771"/>
                <a:ext cx="850203" cy="850203"/>
              </a:xfrm>
              <a:prstGeom prst="ellipse">
                <a:avLst/>
              </a:prstGeom>
              <a:solidFill>
                <a:srgbClr val="FFFFFF"/>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29" name="Freeform 67">
                <a:extLst>
                  <a:ext uri="{FF2B5EF4-FFF2-40B4-BE49-F238E27FC236}">
                    <a16:creationId xmlns:a16="http://schemas.microsoft.com/office/drawing/2014/main" id="{9AAA0B3B-E213-6F67-21EC-FED3DF9AF4E0}"/>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solidFill>
                <a:srgbClr val="141414"/>
              </a:solid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sp>
        <p:nvSpPr>
          <p:cNvPr id="16" name="Text Placeholder 6">
            <a:extLst>
              <a:ext uri="{FF2B5EF4-FFF2-40B4-BE49-F238E27FC236}">
                <a16:creationId xmlns:a16="http://schemas.microsoft.com/office/drawing/2014/main" id="{28BED72F-6D63-CC7E-06B6-56D615977599}"/>
              </a:ext>
            </a:extLst>
          </p:cNvPr>
          <p:cNvSpPr>
            <a:spLocks noGrp="1"/>
          </p:cNvSpPr>
          <p:nvPr>
            <p:ph type="body" sz="quarter" idx="36"/>
          </p:nvPr>
        </p:nvSpPr>
        <p:spPr>
          <a:xfrm>
            <a:off x="784082" y="1485900"/>
            <a:ext cx="22853650" cy="457200"/>
          </a:xfrm>
        </p:spPr>
        <p:txBody>
          <a:bodyPr/>
          <a:lstStyle/>
          <a:p>
            <a:r>
              <a:rPr lang="en-US">
                <a:latin typeface="IBM Plex Sans" panose="020B0503050203000203" pitchFamily="34" charset="0"/>
              </a:rPr>
              <a:t>Servicing today is conducted in product silos with multiple touchpoints, manual processes, and lack of visibility</a:t>
            </a:r>
          </a:p>
        </p:txBody>
      </p:sp>
      <p:sp>
        <p:nvSpPr>
          <p:cNvPr id="18" name="TextBox 17">
            <a:extLst>
              <a:ext uri="{FF2B5EF4-FFF2-40B4-BE49-F238E27FC236}">
                <a16:creationId xmlns:a16="http://schemas.microsoft.com/office/drawing/2014/main" id="{6DC0F867-9F2D-53E5-5A30-B3777BFBAE25}"/>
              </a:ext>
            </a:extLst>
          </p:cNvPr>
          <p:cNvSpPr txBox="1"/>
          <p:nvPr/>
        </p:nvSpPr>
        <p:spPr>
          <a:xfrm>
            <a:off x="552608" y="2359117"/>
            <a:ext cx="23173078" cy="1887696"/>
          </a:xfrm>
          <a:prstGeom prst="rect">
            <a:avLst/>
          </a:prstGeom>
          <a:noFill/>
        </p:spPr>
        <p:txBody>
          <a:bodyPr wrap="square">
            <a:spAutoFit/>
          </a:bodyPr>
          <a:lstStyle/>
          <a:p>
            <a:pPr marL="368300" indent="-342900" defTabSz="1828800">
              <a:spcBef>
                <a:spcPts val="200"/>
              </a:spcBef>
              <a:buFont typeface="Arial" panose="020B0604020202020204" pitchFamily="34" charset="0"/>
              <a:buChar char="•"/>
              <a:defRPr/>
            </a:pPr>
            <a:r>
              <a:rPr lang="en-US" sz="2200" kern="0">
                <a:solidFill>
                  <a:srgbClr val="403B39"/>
                </a:solidFill>
                <a:latin typeface="Wells Fargo Sans"/>
              </a:rPr>
              <a:t>Heavy reliance on e-mail to manage servicing cases – 66%* of e-mail volume with clients or internal partners are follow ups or status checks on open requests</a:t>
            </a:r>
          </a:p>
          <a:p>
            <a:pPr marL="368300" indent="-342900" defTabSz="1828800">
              <a:spcBef>
                <a:spcPts val="200"/>
              </a:spcBef>
              <a:buFont typeface="Arial" panose="020B0604020202020204" pitchFamily="34" charset="0"/>
              <a:buChar char="•"/>
              <a:defRPr/>
            </a:pPr>
            <a:r>
              <a:rPr lang="en-US" sz="2200" kern="0">
                <a:solidFill>
                  <a:srgbClr val="403B39"/>
                </a:solidFill>
                <a:latin typeface="Wells Fargo Sans"/>
              </a:rPr>
              <a:t>Confusion on internal team’s roles and where requests should be sent – 21* unique internal </a:t>
            </a:r>
            <a:r>
              <a:rPr lang="en-US" sz="2200">
                <a:solidFill>
                  <a:srgbClr val="141414"/>
                </a:solidFill>
                <a:latin typeface="Wells Fargo Sans" panose="020B0503020203020204" pitchFamily="34" charset="0"/>
              </a:rPr>
              <a:t>partners needed to support a single CIB client</a:t>
            </a:r>
          </a:p>
          <a:p>
            <a:pPr marL="368300" indent="-342900" defTabSz="1828800">
              <a:spcBef>
                <a:spcPts val="200"/>
              </a:spcBef>
              <a:buFont typeface="Arial" panose="020B0604020202020204" pitchFamily="34" charset="0"/>
              <a:buChar char="•"/>
              <a:defRPr/>
            </a:pPr>
            <a:r>
              <a:rPr lang="en-US" sz="2200">
                <a:solidFill>
                  <a:srgbClr val="403C3A"/>
                </a:solidFill>
                <a:latin typeface="Wells Fargo Sans" panose="020B0503020203020204" pitchFamily="34" charset="0"/>
              </a:rPr>
              <a:t>Client requests can contain multiple actions, which are separated and actioned independently resulting in n</a:t>
            </a:r>
            <a:r>
              <a:rPr lang="en-US" sz="2200" kern="0">
                <a:solidFill>
                  <a:srgbClr val="403B39"/>
                </a:solidFill>
                <a:latin typeface="Wells Fargo Sans"/>
              </a:rPr>
              <a:t>o ability to view relationship activity across products </a:t>
            </a:r>
            <a:r>
              <a:rPr lang="en-US" sz="2200">
                <a:solidFill>
                  <a:srgbClr val="141414"/>
                </a:solidFill>
                <a:latin typeface="Wells Fargo Sans" panose="020B0503020203020204" pitchFamily="34" charset="0"/>
              </a:rPr>
              <a:t>or track to SLAs</a:t>
            </a:r>
            <a:endParaRPr lang="en-US" sz="2200" kern="0">
              <a:solidFill>
                <a:srgbClr val="403B39"/>
              </a:solidFill>
              <a:latin typeface="Wells Fargo Sans"/>
              <a:cs typeface="Wells Fargo Sans"/>
            </a:endParaRPr>
          </a:p>
          <a:p>
            <a:pPr marL="368300" indent="-342900" defTabSz="1828800">
              <a:spcBef>
                <a:spcPts val="200"/>
              </a:spcBef>
              <a:buFont typeface="Arial" panose="020B0604020202020204" pitchFamily="34" charset="0"/>
              <a:buChar char="•"/>
              <a:defRPr/>
            </a:pPr>
            <a:r>
              <a:rPr lang="en-US" sz="2200" kern="0">
                <a:solidFill>
                  <a:srgbClr val="403B39"/>
                </a:solidFill>
                <a:latin typeface="Wells Fargo Sans"/>
              </a:rPr>
              <a:t>No assurance of completion which results </a:t>
            </a:r>
            <a:r>
              <a:rPr lang="en-US" sz="2200" kern="0">
                <a:solidFill>
                  <a:srgbClr val="403B39"/>
                </a:solidFill>
                <a:latin typeface="Wells Fargo Sans"/>
                <a:cs typeface="Wells Fargo Sans"/>
              </a:rPr>
              <a:t>in operating risk</a:t>
            </a:r>
          </a:p>
          <a:p>
            <a:pPr marL="368300" indent="-342900" defTabSz="1828800">
              <a:spcBef>
                <a:spcPts val="200"/>
              </a:spcBef>
              <a:buFont typeface="Arial" panose="020B0604020202020204" pitchFamily="34" charset="0"/>
              <a:buChar char="•"/>
              <a:defRPr/>
            </a:pPr>
            <a:endParaRPr lang="en-US" sz="2200" kern="0">
              <a:solidFill>
                <a:srgbClr val="403B39"/>
              </a:solidFill>
              <a:latin typeface="Wells Fargo Sans"/>
            </a:endParaRPr>
          </a:p>
        </p:txBody>
      </p:sp>
      <p:sp>
        <p:nvSpPr>
          <p:cNvPr id="13" name="TextBox 12">
            <a:extLst>
              <a:ext uri="{FF2B5EF4-FFF2-40B4-BE49-F238E27FC236}">
                <a16:creationId xmlns:a16="http://schemas.microsoft.com/office/drawing/2014/main" id="{27F77AB8-C1E3-78B6-DED1-421DAD50A230}"/>
              </a:ext>
            </a:extLst>
          </p:cNvPr>
          <p:cNvSpPr txBox="1"/>
          <p:nvPr/>
        </p:nvSpPr>
        <p:spPr>
          <a:xfrm>
            <a:off x="694315" y="4346864"/>
            <a:ext cx="12192000" cy="141577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1828800">
              <a:defRPr/>
            </a:pPr>
            <a:r>
              <a:rPr lang="en-US" i="1">
                <a:solidFill>
                  <a:srgbClr val="141414"/>
                </a:solidFill>
                <a:latin typeface="IBM Plex Sans Light"/>
              </a:rPr>
              <a:t>Utilizing AI simplifies the delivery model and lowers the cost</a:t>
            </a:r>
            <a:endParaRPr lang="en-US" i="1">
              <a:solidFill>
                <a:srgbClr val="141414"/>
              </a:solidFill>
              <a:latin typeface="Wells Fargo Sans" panose="020B0503020203020204" pitchFamily="34" charset="0"/>
            </a:endParaRPr>
          </a:p>
          <a:p>
            <a:pPr marL="457200" indent="-457200" algn="ctr" defTabSz="1828800">
              <a:spcBef>
                <a:spcPts val="2400"/>
              </a:spcBef>
              <a:buSzPct val="100000"/>
              <a:buFont typeface="Wells Fargo Sans"/>
              <a:buChar char="•"/>
              <a:defRPr/>
            </a:pPr>
            <a:endParaRPr lang="en-US" i="1">
              <a:solidFill>
                <a:srgbClr val="141414"/>
              </a:solidFill>
              <a:latin typeface="Wells Fargo Sans" panose="020B0503020203020204" pitchFamily="34" charset="0"/>
            </a:endParaRPr>
          </a:p>
        </p:txBody>
      </p:sp>
      <p:pic>
        <p:nvPicPr>
          <p:cNvPr id="15" name="Picture 14">
            <a:extLst>
              <a:ext uri="{FF2B5EF4-FFF2-40B4-BE49-F238E27FC236}">
                <a16:creationId xmlns:a16="http://schemas.microsoft.com/office/drawing/2014/main" id="{AA7C774D-C4DB-A4C0-3827-237BF9FA32EC}"/>
              </a:ext>
            </a:extLst>
          </p:cNvPr>
          <p:cNvPicPr>
            <a:picLocks noChangeAspect="1"/>
          </p:cNvPicPr>
          <p:nvPr/>
        </p:nvPicPr>
        <p:blipFill>
          <a:blip r:embed="rId3"/>
          <a:stretch>
            <a:fillRect/>
          </a:stretch>
        </p:blipFill>
        <p:spPr>
          <a:xfrm>
            <a:off x="22709181" y="539205"/>
            <a:ext cx="1277712" cy="475426"/>
          </a:xfrm>
          <a:prstGeom prst="rect">
            <a:avLst/>
          </a:prstGeom>
        </p:spPr>
      </p:pic>
      <p:pic>
        <p:nvPicPr>
          <p:cNvPr id="19" name="Picture 4" descr="Wells Fargo - Wikipedia">
            <a:extLst>
              <a:ext uri="{FF2B5EF4-FFF2-40B4-BE49-F238E27FC236}">
                <a16:creationId xmlns:a16="http://schemas.microsoft.com/office/drawing/2014/main" id="{2DECEDDA-54F8-5AF0-5190-630B2A156B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73075" y="426872"/>
            <a:ext cx="700088" cy="700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99247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8CFC7-6149-2919-C72B-E27802E85837}"/>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E361EC22-3FA6-FAE1-5C91-6A57F044E376}"/>
              </a:ext>
            </a:extLst>
          </p:cNvPr>
          <p:cNvSpPr/>
          <p:nvPr/>
        </p:nvSpPr>
        <p:spPr bwMode="auto">
          <a:xfrm>
            <a:off x="9675341" y="6668538"/>
            <a:ext cx="5468044" cy="2679704"/>
          </a:xfrm>
          <a:prstGeom prst="rect">
            <a:avLst/>
          </a:prstGeom>
          <a:solidFill>
            <a:srgbClr val="F6F2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760" tIns="182760" rIns="182760" bIns="182760"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827106" fontAlgn="base">
              <a:spcBef>
                <a:spcPct val="0"/>
              </a:spcBef>
              <a:spcAft>
                <a:spcPct val="0"/>
              </a:spcAft>
              <a:defRPr/>
            </a:pPr>
            <a:r>
              <a:rPr lang="en-US" sz="2400" b="1">
                <a:solidFill>
                  <a:srgbClr val="000000"/>
                </a:solidFill>
                <a:latin typeface="IBM Plex Sans Light"/>
                <a:sym typeface="IBM Plex Sans Light"/>
              </a:rPr>
              <a:t>AI-assisted automation</a:t>
            </a:r>
          </a:p>
        </p:txBody>
      </p:sp>
      <p:sp>
        <p:nvSpPr>
          <p:cNvPr id="4" name="Title 2">
            <a:extLst>
              <a:ext uri="{FF2B5EF4-FFF2-40B4-BE49-F238E27FC236}">
                <a16:creationId xmlns:a16="http://schemas.microsoft.com/office/drawing/2014/main" id="{99946C46-D008-5938-D66C-D3CC4F5F87BB}"/>
              </a:ext>
            </a:extLst>
          </p:cNvPr>
          <p:cNvSpPr>
            <a:spLocks noGrp="1"/>
          </p:cNvSpPr>
          <p:nvPr>
            <p:ph type="title"/>
          </p:nvPr>
        </p:nvSpPr>
        <p:spPr>
          <a:xfrm>
            <a:off x="289544" y="239000"/>
            <a:ext cx="19421254" cy="1587572"/>
          </a:xfrm>
        </p:spPr>
        <p:txBody>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798222">
              <a:defRPr/>
            </a:pPr>
            <a:r>
              <a:rPr lang="en-US" sz="4800"/>
              <a:t>Augment workflows with Agents to perform tasks autonomously</a:t>
            </a:r>
            <a:endParaRPr lang="en-US" sz="4800">
              <a:cs typeface="Arial"/>
              <a:sym typeface="Arial"/>
            </a:endParaRPr>
          </a:p>
        </p:txBody>
      </p:sp>
      <p:sp>
        <p:nvSpPr>
          <p:cNvPr id="41" name="TextBox 40">
            <a:extLst>
              <a:ext uri="{FF2B5EF4-FFF2-40B4-BE49-F238E27FC236}">
                <a16:creationId xmlns:a16="http://schemas.microsoft.com/office/drawing/2014/main" id="{DED6BB38-9A0B-C9DC-D846-273BB93B7181}"/>
              </a:ext>
            </a:extLst>
          </p:cNvPr>
          <p:cNvSpPr txBox="1"/>
          <p:nvPr/>
        </p:nvSpPr>
        <p:spPr>
          <a:xfrm>
            <a:off x="1151661" y="4472257"/>
            <a:ext cx="6209288" cy="1077218"/>
          </a:xfrm>
          <a:prstGeom prst="rect">
            <a:avLst/>
          </a:prstGeom>
          <a:noFill/>
          <a:ln w="12700">
            <a:miter lim="400000"/>
          </a:ln>
          <a:extLst>
            <a:ext uri="{C572A759-6A51-4108-AA02-DFA0A04FC94B}">
              <ma14:wrappingTextBoxFlag xmlns="" xmlns:a16="http://schemas.microsoft.com/office/drawing/2014/main" xmlns:p14="http://schemas.microsoft.com/office/powerpoint/2010/main" xmlns:m="http://schemas.openxmlformats.org/officeDocument/2006/math" xmlns:a14="http://schemas.microsoft.com/office/drawing/2010/main" xmlns:ma14="http://schemas.microsoft.com/office/mac/drawingml/2011/main" val="1"/>
            </a:ext>
          </a:extLst>
        </p:spPr>
        <p:txBody>
          <a:bodyPr wrap="square">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827688">
              <a:defRPr/>
            </a:pPr>
            <a:r>
              <a:rPr lang="en-US" sz="3200">
                <a:solidFill>
                  <a:srgbClr val="0F62FE"/>
                </a:solidFill>
                <a:latin typeface="IBM Plex Sans Light"/>
                <a:sym typeface="IBM Plex Sans Light"/>
              </a:rPr>
              <a:t>Deterministic Flow</a:t>
            </a:r>
          </a:p>
          <a:p>
            <a:pPr defTabSz="1827688">
              <a:defRPr/>
            </a:pPr>
            <a:r>
              <a:rPr lang="en-US" sz="3200">
                <a:solidFill>
                  <a:srgbClr val="000000">
                    <a:lumMod val="50000"/>
                    <a:lumOff val="50000"/>
                  </a:srgbClr>
                </a:solidFill>
                <a:latin typeface="IBM Plex Sans Light"/>
                <a:sym typeface="IBM Plex Sans Light"/>
              </a:rPr>
              <a:t>Act as programmed</a:t>
            </a:r>
          </a:p>
        </p:txBody>
      </p:sp>
      <p:sp>
        <p:nvSpPr>
          <p:cNvPr id="42" name="TextBox 41">
            <a:extLst>
              <a:ext uri="{FF2B5EF4-FFF2-40B4-BE49-F238E27FC236}">
                <a16:creationId xmlns:a16="http://schemas.microsoft.com/office/drawing/2014/main" id="{3BB3B8C7-857B-C020-D2AB-AFBFD40BFDCE}"/>
              </a:ext>
            </a:extLst>
          </p:cNvPr>
          <p:cNvSpPr txBox="1"/>
          <p:nvPr/>
        </p:nvSpPr>
        <p:spPr>
          <a:xfrm>
            <a:off x="17409897" y="4472259"/>
            <a:ext cx="5661976" cy="1077218"/>
          </a:xfrm>
          <a:prstGeom prst="rect">
            <a:avLst/>
          </a:prstGeom>
          <a:noFill/>
          <a:ln w="12700">
            <a:miter lim="400000"/>
          </a:ln>
          <a:extLst>
            <a:ext uri="{C572A759-6A51-4108-AA02-DFA0A04FC94B}">
              <ma14:wrappingTextBoxFlag xmlns="" xmlns:a16="http://schemas.microsoft.com/office/drawing/2014/main" xmlns:p14="http://schemas.microsoft.com/office/powerpoint/2010/main" xmlns:m="http://schemas.openxmlformats.org/officeDocument/2006/math" xmlns:a14="http://schemas.microsoft.com/office/drawing/2010/main" xmlns:ma14="http://schemas.microsoft.com/office/mac/drawingml/2011/main" val="1"/>
            </a:ext>
          </a:extLst>
        </p:spPr>
        <p:txBody>
          <a:bodyPr wrap="square">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r" defTabSz="1827688">
              <a:defRPr/>
            </a:pPr>
            <a:r>
              <a:rPr lang="en-US" sz="3200">
                <a:solidFill>
                  <a:srgbClr val="0F62FE"/>
                </a:solidFill>
                <a:latin typeface="IBM Plex Sans Light"/>
                <a:sym typeface="IBM Plex Sans Light"/>
              </a:rPr>
              <a:t>Non-deterministic Flow</a:t>
            </a:r>
          </a:p>
          <a:p>
            <a:pPr algn="r" defTabSz="1827688">
              <a:defRPr/>
            </a:pPr>
            <a:r>
              <a:rPr lang="en-US" sz="3200">
                <a:solidFill>
                  <a:srgbClr val="7F7F7F"/>
                </a:solidFill>
                <a:latin typeface="IBM Plex Sans Light"/>
                <a:sym typeface="IBM Plex Sans Light"/>
              </a:rPr>
              <a:t>Plan and self-correct</a:t>
            </a:r>
          </a:p>
        </p:txBody>
      </p:sp>
      <p:cxnSp>
        <p:nvCxnSpPr>
          <p:cNvPr id="43" name="Straight Connector 42">
            <a:extLst>
              <a:ext uri="{FF2B5EF4-FFF2-40B4-BE49-F238E27FC236}">
                <a16:creationId xmlns:a16="http://schemas.microsoft.com/office/drawing/2014/main" id="{A281E598-C37E-57A5-5F5D-DEA91A2B7260}"/>
              </a:ext>
            </a:extLst>
          </p:cNvPr>
          <p:cNvCxnSpPr>
            <a:cxnSpLocks/>
          </p:cNvCxnSpPr>
          <p:nvPr/>
        </p:nvCxnSpPr>
        <p:spPr bwMode="auto">
          <a:xfrm>
            <a:off x="582122" y="5701744"/>
            <a:ext cx="22477498"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8" name="Rectangle 47">
            <a:extLst>
              <a:ext uri="{FF2B5EF4-FFF2-40B4-BE49-F238E27FC236}">
                <a16:creationId xmlns:a16="http://schemas.microsoft.com/office/drawing/2014/main" id="{274BCBD1-5254-8A86-07B1-04AE136E9808}"/>
              </a:ext>
            </a:extLst>
          </p:cNvPr>
          <p:cNvSpPr/>
          <p:nvPr/>
        </p:nvSpPr>
        <p:spPr bwMode="auto">
          <a:xfrm>
            <a:off x="1706009" y="6749132"/>
            <a:ext cx="5672072" cy="2679704"/>
          </a:xfrm>
          <a:prstGeom prst="rect">
            <a:avLst/>
          </a:prstGeom>
          <a:solidFill>
            <a:srgbClr val="EDF5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760" tIns="182760" rIns="182760" bIns="182760"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827106" fontAlgn="base">
              <a:spcBef>
                <a:spcPct val="0"/>
              </a:spcBef>
              <a:spcAft>
                <a:spcPct val="0"/>
              </a:spcAft>
              <a:defRPr/>
            </a:pPr>
            <a:r>
              <a:rPr lang="en-US" sz="2400" b="1">
                <a:solidFill>
                  <a:srgbClr val="000000"/>
                </a:solidFill>
                <a:latin typeface="IBM Plex Sans Light"/>
                <a:sym typeface="IBM Plex Sans Light"/>
              </a:rPr>
              <a:t>Traditional task automation</a:t>
            </a:r>
          </a:p>
        </p:txBody>
      </p:sp>
      <p:sp>
        <p:nvSpPr>
          <p:cNvPr id="68" name="Rectangle 67">
            <a:extLst>
              <a:ext uri="{FF2B5EF4-FFF2-40B4-BE49-F238E27FC236}">
                <a16:creationId xmlns:a16="http://schemas.microsoft.com/office/drawing/2014/main" id="{4829055D-2D16-218C-6C3D-DE3708F84D78}"/>
              </a:ext>
            </a:extLst>
          </p:cNvPr>
          <p:cNvSpPr/>
          <p:nvPr/>
        </p:nvSpPr>
        <p:spPr bwMode="auto">
          <a:xfrm>
            <a:off x="17813337" y="6668538"/>
            <a:ext cx="4888428" cy="2679704"/>
          </a:xfrm>
          <a:prstGeom prst="rect">
            <a:avLst/>
          </a:prstGeom>
          <a:solidFill>
            <a:srgbClr val="E8DAFF"/>
          </a:solidFill>
          <a:ln w="28575">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760" tIns="182760" rIns="182760" bIns="182760"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827106" fontAlgn="base">
              <a:spcBef>
                <a:spcPct val="0"/>
              </a:spcBef>
              <a:spcAft>
                <a:spcPct val="0"/>
              </a:spcAft>
              <a:defRPr/>
            </a:pPr>
            <a:r>
              <a:rPr lang="en-US" sz="2400" b="1">
                <a:solidFill>
                  <a:srgbClr val="000000"/>
                </a:solidFill>
                <a:latin typeface="IBM Plex Sans Light"/>
                <a:sym typeface="IBM Plex Sans Light"/>
              </a:rPr>
              <a:t>Agentic AI orchestration</a:t>
            </a:r>
          </a:p>
        </p:txBody>
      </p:sp>
      <p:sp>
        <p:nvSpPr>
          <p:cNvPr id="69" name="TextBox 68">
            <a:extLst>
              <a:ext uri="{FF2B5EF4-FFF2-40B4-BE49-F238E27FC236}">
                <a16:creationId xmlns:a16="http://schemas.microsoft.com/office/drawing/2014/main" id="{998A737B-39F0-4012-FA8D-B09FEECC7655}"/>
              </a:ext>
            </a:extLst>
          </p:cNvPr>
          <p:cNvSpPr txBox="1"/>
          <p:nvPr/>
        </p:nvSpPr>
        <p:spPr>
          <a:xfrm>
            <a:off x="18023682" y="7420991"/>
            <a:ext cx="1979694" cy="646088"/>
          </a:xfrm>
          <a:prstGeom prst="rect">
            <a:avLst/>
          </a:prstGeom>
          <a:solidFill>
            <a:srgbClr val="D4BBFF"/>
          </a:solidFill>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382" tIns="182760" rIns="91382" bIns="18276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688">
              <a:defRPr/>
            </a:pPr>
            <a:r>
              <a:rPr lang="en-US">
                <a:solidFill>
                  <a:srgbClr val="000000"/>
                </a:solidFill>
                <a:latin typeface="IBM Plex Sans Light"/>
                <a:sym typeface="IBM Plex Sans Light"/>
              </a:rPr>
              <a:t>Reasoning</a:t>
            </a:r>
          </a:p>
        </p:txBody>
      </p:sp>
      <p:sp>
        <p:nvSpPr>
          <p:cNvPr id="71" name="TextBox 70">
            <a:extLst>
              <a:ext uri="{FF2B5EF4-FFF2-40B4-BE49-F238E27FC236}">
                <a16:creationId xmlns:a16="http://schemas.microsoft.com/office/drawing/2014/main" id="{3C9C0974-C5DF-8673-46B2-B2B6694A3496}"/>
              </a:ext>
            </a:extLst>
          </p:cNvPr>
          <p:cNvSpPr txBox="1"/>
          <p:nvPr/>
        </p:nvSpPr>
        <p:spPr>
          <a:xfrm>
            <a:off x="20182798" y="7398972"/>
            <a:ext cx="2197394" cy="646088"/>
          </a:xfrm>
          <a:prstGeom prst="rect">
            <a:avLst/>
          </a:prstGeom>
          <a:solidFill>
            <a:srgbClr val="D4BBFF"/>
          </a:solidFill>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382" tIns="182760" rIns="91382" bIns="18276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688">
              <a:defRPr/>
            </a:pPr>
            <a:r>
              <a:rPr lang="en-US">
                <a:solidFill>
                  <a:srgbClr val="000000"/>
                </a:solidFill>
                <a:latin typeface="IBM Plex Sans Light"/>
                <a:sym typeface="IBM Plex Sans Light"/>
              </a:rPr>
              <a:t>Planning</a:t>
            </a:r>
          </a:p>
        </p:txBody>
      </p:sp>
      <p:cxnSp>
        <p:nvCxnSpPr>
          <p:cNvPr id="11" name="Straight Arrow Connector 10">
            <a:extLst>
              <a:ext uri="{FF2B5EF4-FFF2-40B4-BE49-F238E27FC236}">
                <a16:creationId xmlns:a16="http://schemas.microsoft.com/office/drawing/2014/main" id="{359743CB-3581-BE9D-5D16-8350D522A94E}"/>
              </a:ext>
            </a:extLst>
          </p:cNvPr>
          <p:cNvCxnSpPr>
            <a:cxnSpLocks/>
          </p:cNvCxnSpPr>
          <p:nvPr/>
        </p:nvCxnSpPr>
        <p:spPr bwMode="auto">
          <a:xfrm flipH="1">
            <a:off x="15988747" y="8006046"/>
            <a:ext cx="1037664" cy="0"/>
          </a:xfrm>
          <a:prstGeom prst="straightConnector1">
            <a:avLst/>
          </a:prstGeom>
          <a:ln w="88900">
            <a:solidFill>
              <a:schemeClr val="accent1">
                <a:lumMod val="60000"/>
                <a:lumOff val="40000"/>
              </a:schemeClr>
            </a:solidFill>
            <a:headEnd type="none" w="lg" len="med"/>
            <a:tailEnd type="stealth"/>
          </a:ln>
          <a:effectLst/>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E29C2CD3-1A02-ED7E-1533-F7E96875EDCF}"/>
              </a:ext>
            </a:extLst>
          </p:cNvPr>
          <p:cNvCxnSpPr>
            <a:cxnSpLocks/>
          </p:cNvCxnSpPr>
          <p:nvPr/>
        </p:nvCxnSpPr>
        <p:spPr bwMode="auto">
          <a:xfrm>
            <a:off x="7994819" y="7984426"/>
            <a:ext cx="1074908" cy="0"/>
          </a:xfrm>
          <a:prstGeom prst="straightConnector1">
            <a:avLst/>
          </a:prstGeom>
          <a:ln w="88900">
            <a:solidFill>
              <a:schemeClr val="accent1">
                <a:lumMod val="60000"/>
                <a:lumOff val="40000"/>
              </a:schemeClr>
            </a:solidFill>
            <a:headEnd type="none" w="lg" len="med"/>
            <a:tailEnd type="stealth"/>
          </a:ln>
          <a:effectLst/>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CC98663F-0776-11E8-9B4E-8D0AAB384D35}"/>
              </a:ext>
            </a:extLst>
          </p:cNvPr>
          <p:cNvSpPr txBox="1"/>
          <p:nvPr/>
        </p:nvSpPr>
        <p:spPr>
          <a:xfrm>
            <a:off x="18023682" y="8348442"/>
            <a:ext cx="1979694" cy="646088"/>
          </a:xfrm>
          <a:prstGeom prst="rect">
            <a:avLst/>
          </a:prstGeom>
          <a:solidFill>
            <a:srgbClr val="D4BBFF"/>
          </a:solidFill>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382" tIns="182760" rIns="91382" bIns="18276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688">
              <a:defRPr/>
            </a:pPr>
            <a:r>
              <a:rPr lang="en-US">
                <a:solidFill>
                  <a:srgbClr val="000000"/>
                </a:solidFill>
                <a:latin typeface="IBM Plex Sans Light"/>
                <a:sym typeface="IBM Plex Sans Light"/>
              </a:rPr>
              <a:t>Routing</a:t>
            </a:r>
          </a:p>
        </p:txBody>
      </p:sp>
      <p:sp>
        <p:nvSpPr>
          <p:cNvPr id="7" name="TextBox 6">
            <a:extLst>
              <a:ext uri="{FF2B5EF4-FFF2-40B4-BE49-F238E27FC236}">
                <a16:creationId xmlns:a16="http://schemas.microsoft.com/office/drawing/2014/main" id="{A069173C-9F53-7CCB-C493-A7FE26990164}"/>
              </a:ext>
            </a:extLst>
          </p:cNvPr>
          <p:cNvSpPr txBox="1"/>
          <p:nvPr/>
        </p:nvSpPr>
        <p:spPr>
          <a:xfrm>
            <a:off x="20182798" y="8326429"/>
            <a:ext cx="2197394" cy="646088"/>
          </a:xfrm>
          <a:prstGeom prst="rect">
            <a:avLst/>
          </a:prstGeom>
          <a:solidFill>
            <a:srgbClr val="D4BBFF"/>
          </a:solidFill>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382" tIns="182760" rIns="91382" bIns="18276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688">
              <a:defRPr/>
            </a:pPr>
            <a:r>
              <a:rPr lang="en-US">
                <a:solidFill>
                  <a:srgbClr val="000000"/>
                </a:solidFill>
                <a:latin typeface="IBM Plex Sans Light"/>
                <a:sym typeface="IBM Plex Sans Light"/>
              </a:rPr>
              <a:t>Self-correction</a:t>
            </a:r>
          </a:p>
        </p:txBody>
      </p:sp>
      <p:sp>
        <p:nvSpPr>
          <p:cNvPr id="8" name="TextBox 7">
            <a:extLst>
              <a:ext uri="{FF2B5EF4-FFF2-40B4-BE49-F238E27FC236}">
                <a16:creationId xmlns:a16="http://schemas.microsoft.com/office/drawing/2014/main" id="{5847909D-1007-CE1B-BC5A-2CFD03A2081B}"/>
              </a:ext>
            </a:extLst>
          </p:cNvPr>
          <p:cNvSpPr txBox="1"/>
          <p:nvPr/>
        </p:nvSpPr>
        <p:spPr>
          <a:xfrm>
            <a:off x="10088520" y="7443005"/>
            <a:ext cx="1979694" cy="646088"/>
          </a:xfrm>
          <a:prstGeom prst="rect">
            <a:avLst/>
          </a:prstGeom>
          <a:solidFill>
            <a:schemeClr val="accent2">
              <a:lumMod val="20000"/>
              <a:lumOff val="80000"/>
            </a:schemeClr>
          </a:solidFill>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382" tIns="182760" rIns="91382" bIns="18276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688">
              <a:defRPr/>
            </a:pPr>
            <a:r>
              <a:rPr lang="en-US">
                <a:solidFill>
                  <a:srgbClr val="000000"/>
                </a:solidFill>
                <a:latin typeface="IBM Plex Sans Light"/>
                <a:sym typeface="IBM Plex Sans Light"/>
              </a:rPr>
              <a:t>AI Agents</a:t>
            </a:r>
          </a:p>
        </p:txBody>
      </p:sp>
      <p:sp>
        <p:nvSpPr>
          <p:cNvPr id="9" name="TextBox 8">
            <a:extLst>
              <a:ext uri="{FF2B5EF4-FFF2-40B4-BE49-F238E27FC236}">
                <a16:creationId xmlns:a16="http://schemas.microsoft.com/office/drawing/2014/main" id="{5FEC3BE2-2ABD-516E-14AF-E5979B2A4EB7}"/>
              </a:ext>
            </a:extLst>
          </p:cNvPr>
          <p:cNvSpPr txBox="1"/>
          <p:nvPr/>
        </p:nvSpPr>
        <p:spPr>
          <a:xfrm>
            <a:off x="12247632" y="7420988"/>
            <a:ext cx="2197394" cy="646088"/>
          </a:xfrm>
          <a:prstGeom prst="rect">
            <a:avLst/>
          </a:prstGeom>
          <a:solidFill>
            <a:schemeClr val="accent2">
              <a:lumMod val="20000"/>
              <a:lumOff val="80000"/>
            </a:schemeClr>
          </a:solidFill>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382" tIns="182760" rIns="91382" bIns="18276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688">
              <a:defRPr/>
            </a:pPr>
            <a:r>
              <a:rPr lang="en-US">
                <a:solidFill>
                  <a:srgbClr val="000000"/>
                </a:solidFill>
                <a:latin typeface="IBM Plex Sans Light"/>
                <a:sym typeface="IBM Plex Sans Light"/>
              </a:rPr>
              <a:t>RAG</a:t>
            </a:r>
          </a:p>
        </p:txBody>
      </p:sp>
      <p:sp>
        <p:nvSpPr>
          <p:cNvPr id="10" name="TextBox 9">
            <a:extLst>
              <a:ext uri="{FF2B5EF4-FFF2-40B4-BE49-F238E27FC236}">
                <a16:creationId xmlns:a16="http://schemas.microsoft.com/office/drawing/2014/main" id="{DB908C81-550C-4A9C-BE0B-6FA8B1F20765}"/>
              </a:ext>
            </a:extLst>
          </p:cNvPr>
          <p:cNvSpPr txBox="1"/>
          <p:nvPr/>
        </p:nvSpPr>
        <p:spPr>
          <a:xfrm>
            <a:off x="10088520" y="8370458"/>
            <a:ext cx="1979694" cy="646088"/>
          </a:xfrm>
          <a:prstGeom prst="rect">
            <a:avLst/>
          </a:prstGeom>
          <a:solidFill>
            <a:schemeClr val="accent2">
              <a:lumMod val="20000"/>
              <a:lumOff val="80000"/>
            </a:schemeClr>
          </a:solidFill>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382" tIns="182760" rIns="91382" bIns="18276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688">
              <a:defRPr/>
            </a:pPr>
            <a:r>
              <a:rPr lang="en-US">
                <a:solidFill>
                  <a:srgbClr val="000000"/>
                </a:solidFill>
                <a:latin typeface="IBM Plex Sans Light"/>
                <a:sym typeface="IBM Plex Sans Light"/>
              </a:rPr>
              <a:t>Tools</a:t>
            </a:r>
          </a:p>
        </p:txBody>
      </p:sp>
      <p:sp>
        <p:nvSpPr>
          <p:cNvPr id="12" name="TextBox 11">
            <a:extLst>
              <a:ext uri="{FF2B5EF4-FFF2-40B4-BE49-F238E27FC236}">
                <a16:creationId xmlns:a16="http://schemas.microsoft.com/office/drawing/2014/main" id="{0248418F-3B0B-7796-3810-26AA9562BA9B}"/>
              </a:ext>
            </a:extLst>
          </p:cNvPr>
          <p:cNvSpPr txBox="1"/>
          <p:nvPr/>
        </p:nvSpPr>
        <p:spPr>
          <a:xfrm>
            <a:off x="12247632" y="8348442"/>
            <a:ext cx="2197394" cy="646088"/>
          </a:xfrm>
          <a:prstGeom prst="rect">
            <a:avLst/>
          </a:prstGeom>
          <a:solidFill>
            <a:schemeClr val="accent2">
              <a:lumMod val="20000"/>
              <a:lumOff val="80000"/>
            </a:schemeClr>
          </a:solidFill>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382" tIns="182760" rIns="91382" bIns="18276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688">
              <a:defRPr/>
            </a:pPr>
            <a:r>
              <a:rPr lang="en-US">
                <a:solidFill>
                  <a:srgbClr val="000000"/>
                </a:solidFill>
                <a:latin typeface="IBM Plex Sans Light"/>
                <a:sym typeface="IBM Plex Sans Light"/>
              </a:rPr>
              <a:t>IDP</a:t>
            </a:r>
          </a:p>
        </p:txBody>
      </p:sp>
      <p:sp>
        <p:nvSpPr>
          <p:cNvPr id="14" name="TextBox 13">
            <a:extLst>
              <a:ext uri="{FF2B5EF4-FFF2-40B4-BE49-F238E27FC236}">
                <a16:creationId xmlns:a16="http://schemas.microsoft.com/office/drawing/2014/main" id="{208ADEFE-1251-1F75-2A68-ACC30D18A274}"/>
              </a:ext>
            </a:extLst>
          </p:cNvPr>
          <p:cNvSpPr txBox="1"/>
          <p:nvPr/>
        </p:nvSpPr>
        <p:spPr>
          <a:xfrm>
            <a:off x="2176626" y="7543707"/>
            <a:ext cx="1979694" cy="646088"/>
          </a:xfrm>
          <a:prstGeom prst="rect">
            <a:avLst/>
          </a:prstGeom>
          <a:solidFill>
            <a:schemeClr val="accent1">
              <a:lumMod val="20000"/>
              <a:lumOff val="80000"/>
            </a:schemeClr>
          </a:solidFill>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382" tIns="182760" rIns="91382" bIns="18276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688">
              <a:defRPr/>
            </a:pPr>
            <a:r>
              <a:rPr lang="en-US">
                <a:solidFill>
                  <a:srgbClr val="000000"/>
                </a:solidFill>
                <a:latin typeface="IBM Plex Sans Light"/>
                <a:sym typeface="IBM Plex Sans Light"/>
              </a:rPr>
              <a:t>Workflow Design</a:t>
            </a:r>
          </a:p>
        </p:txBody>
      </p:sp>
      <p:sp>
        <p:nvSpPr>
          <p:cNvPr id="15" name="TextBox 14">
            <a:extLst>
              <a:ext uri="{FF2B5EF4-FFF2-40B4-BE49-F238E27FC236}">
                <a16:creationId xmlns:a16="http://schemas.microsoft.com/office/drawing/2014/main" id="{EEB257FB-3FF6-E83D-73C7-34E27663E444}"/>
              </a:ext>
            </a:extLst>
          </p:cNvPr>
          <p:cNvSpPr txBox="1"/>
          <p:nvPr/>
        </p:nvSpPr>
        <p:spPr>
          <a:xfrm>
            <a:off x="4335742" y="7521695"/>
            <a:ext cx="2197394" cy="646088"/>
          </a:xfrm>
          <a:prstGeom prst="rect">
            <a:avLst/>
          </a:prstGeom>
          <a:solidFill>
            <a:schemeClr val="accent1">
              <a:lumMod val="20000"/>
              <a:lumOff val="80000"/>
            </a:schemeClr>
          </a:solidFill>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382" tIns="182760" rIns="91382" bIns="18276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688">
              <a:defRPr/>
            </a:pPr>
            <a:r>
              <a:rPr lang="en-US">
                <a:solidFill>
                  <a:srgbClr val="000000"/>
                </a:solidFill>
                <a:latin typeface="IBM Plex Sans Light"/>
                <a:sym typeface="IBM Plex Sans Light"/>
              </a:rPr>
              <a:t>Decision logic</a:t>
            </a:r>
          </a:p>
        </p:txBody>
      </p:sp>
      <p:sp>
        <p:nvSpPr>
          <p:cNvPr id="16" name="TextBox 15">
            <a:extLst>
              <a:ext uri="{FF2B5EF4-FFF2-40B4-BE49-F238E27FC236}">
                <a16:creationId xmlns:a16="http://schemas.microsoft.com/office/drawing/2014/main" id="{A6D4085A-C720-C84F-03F9-37CE95A64A80}"/>
              </a:ext>
            </a:extLst>
          </p:cNvPr>
          <p:cNvSpPr txBox="1"/>
          <p:nvPr/>
        </p:nvSpPr>
        <p:spPr>
          <a:xfrm>
            <a:off x="2176626" y="8471165"/>
            <a:ext cx="1979694" cy="646088"/>
          </a:xfrm>
          <a:prstGeom prst="rect">
            <a:avLst/>
          </a:prstGeom>
          <a:solidFill>
            <a:schemeClr val="accent1">
              <a:lumMod val="20000"/>
              <a:lumOff val="80000"/>
            </a:schemeClr>
          </a:solidFill>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382" tIns="182760" rIns="91382" bIns="18276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688">
              <a:defRPr/>
            </a:pPr>
            <a:r>
              <a:rPr lang="en-US">
                <a:solidFill>
                  <a:srgbClr val="000000"/>
                </a:solidFill>
                <a:latin typeface="IBM Plex Sans Light"/>
                <a:sym typeface="IBM Plex Sans Light"/>
              </a:rPr>
              <a:t>Process Mining</a:t>
            </a:r>
          </a:p>
        </p:txBody>
      </p:sp>
      <p:sp>
        <p:nvSpPr>
          <p:cNvPr id="17" name="TextBox 16">
            <a:extLst>
              <a:ext uri="{FF2B5EF4-FFF2-40B4-BE49-F238E27FC236}">
                <a16:creationId xmlns:a16="http://schemas.microsoft.com/office/drawing/2014/main" id="{9B811B5A-96AD-DBED-8A89-92A432354EA7}"/>
              </a:ext>
            </a:extLst>
          </p:cNvPr>
          <p:cNvSpPr txBox="1"/>
          <p:nvPr/>
        </p:nvSpPr>
        <p:spPr>
          <a:xfrm>
            <a:off x="4335742" y="8449149"/>
            <a:ext cx="2197394" cy="646088"/>
          </a:xfrm>
          <a:prstGeom prst="rect">
            <a:avLst/>
          </a:prstGeom>
          <a:solidFill>
            <a:schemeClr val="accent1">
              <a:lumMod val="20000"/>
              <a:lumOff val="80000"/>
            </a:schemeClr>
          </a:solidFill>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382" tIns="182760" rIns="91382" bIns="18276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688">
              <a:defRPr/>
            </a:pPr>
            <a:r>
              <a:rPr lang="en-US">
                <a:solidFill>
                  <a:srgbClr val="000000"/>
                </a:solidFill>
                <a:latin typeface="IBM Plex Sans Light"/>
                <a:sym typeface="IBM Plex Sans Light"/>
              </a:rPr>
              <a:t>Process Modeling</a:t>
            </a:r>
          </a:p>
        </p:txBody>
      </p:sp>
      <p:sp>
        <p:nvSpPr>
          <p:cNvPr id="18" name="TextBox 17">
            <a:extLst>
              <a:ext uri="{FF2B5EF4-FFF2-40B4-BE49-F238E27FC236}">
                <a16:creationId xmlns:a16="http://schemas.microsoft.com/office/drawing/2014/main" id="{0A679DF0-C725-2FED-80DF-EE27D8E583E6}"/>
              </a:ext>
            </a:extLst>
          </p:cNvPr>
          <p:cNvSpPr txBox="1"/>
          <p:nvPr/>
        </p:nvSpPr>
        <p:spPr>
          <a:xfrm>
            <a:off x="2187005" y="9876224"/>
            <a:ext cx="4494920" cy="1200329"/>
          </a:xfrm>
          <a:prstGeom prst="rect">
            <a:avLst/>
          </a:prstGeom>
          <a:no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106" fontAlgn="base">
              <a:spcBef>
                <a:spcPct val="0"/>
              </a:spcBef>
              <a:spcAft>
                <a:spcPct val="0"/>
              </a:spcAft>
              <a:defRPr/>
            </a:pPr>
            <a:r>
              <a:rPr lang="en-US" sz="2400" b="1">
                <a:solidFill>
                  <a:srgbClr val="000000"/>
                </a:solidFill>
                <a:latin typeface="IBM Plex Sans Light"/>
                <a:sym typeface="IBM Plex Sans Light"/>
              </a:rPr>
              <a:t>Accelerates and optimizes the design and building of automations</a:t>
            </a:r>
          </a:p>
        </p:txBody>
      </p:sp>
      <p:sp>
        <p:nvSpPr>
          <p:cNvPr id="19" name="TextBox 18">
            <a:extLst>
              <a:ext uri="{FF2B5EF4-FFF2-40B4-BE49-F238E27FC236}">
                <a16:creationId xmlns:a16="http://schemas.microsoft.com/office/drawing/2014/main" id="{5C05B3F6-D89C-DA3A-7753-77C4A7509BC7}"/>
              </a:ext>
            </a:extLst>
          </p:cNvPr>
          <p:cNvSpPr txBox="1"/>
          <p:nvPr/>
        </p:nvSpPr>
        <p:spPr>
          <a:xfrm>
            <a:off x="10000171" y="9795890"/>
            <a:ext cx="4494920" cy="1200329"/>
          </a:xfrm>
          <a:prstGeom prst="rect">
            <a:avLst/>
          </a:prstGeom>
          <a:no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106" fontAlgn="base">
              <a:spcBef>
                <a:spcPct val="0"/>
              </a:spcBef>
              <a:spcAft>
                <a:spcPct val="0"/>
              </a:spcAft>
              <a:defRPr/>
            </a:pPr>
            <a:r>
              <a:rPr lang="en-US" sz="2400" b="1">
                <a:solidFill>
                  <a:srgbClr val="000000"/>
                </a:solidFill>
                <a:latin typeface="IBM Plex Sans Light"/>
                <a:sym typeface="IBM Plex Sans Light"/>
              </a:rPr>
              <a:t>AI provides an enhanced user experience and drives higher task completion</a:t>
            </a:r>
          </a:p>
        </p:txBody>
      </p:sp>
      <p:sp>
        <p:nvSpPr>
          <p:cNvPr id="20" name="TextBox 19">
            <a:extLst>
              <a:ext uri="{FF2B5EF4-FFF2-40B4-BE49-F238E27FC236}">
                <a16:creationId xmlns:a16="http://schemas.microsoft.com/office/drawing/2014/main" id="{8C6F9437-249C-0655-7848-02D97254CA31}"/>
              </a:ext>
            </a:extLst>
          </p:cNvPr>
          <p:cNvSpPr txBox="1"/>
          <p:nvPr/>
        </p:nvSpPr>
        <p:spPr>
          <a:xfrm>
            <a:off x="18071855" y="9795890"/>
            <a:ext cx="4494920" cy="1200329"/>
          </a:xfrm>
          <a:prstGeom prst="rect">
            <a:avLst/>
          </a:prstGeom>
          <a:no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7106" fontAlgn="base">
              <a:spcBef>
                <a:spcPct val="0"/>
              </a:spcBef>
              <a:spcAft>
                <a:spcPct val="0"/>
              </a:spcAft>
              <a:defRPr/>
            </a:pPr>
            <a:r>
              <a:rPr lang="en-US" sz="2400" b="1">
                <a:solidFill>
                  <a:srgbClr val="000000"/>
                </a:solidFill>
                <a:latin typeface="IBM Plex Sans Light"/>
                <a:sym typeface="IBM Plex Sans Light"/>
              </a:rPr>
              <a:t>Allows AI to perform the work reducing the need for human intervention</a:t>
            </a:r>
          </a:p>
        </p:txBody>
      </p:sp>
      <p:sp>
        <p:nvSpPr>
          <p:cNvPr id="21" name="TextBox 20">
            <a:extLst>
              <a:ext uri="{FF2B5EF4-FFF2-40B4-BE49-F238E27FC236}">
                <a16:creationId xmlns:a16="http://schemas.microsoft.com/office/drawing/2014/main" id="{4E547E4F-CBD2-E6A6-3334-A822C22E3D21}"/>
              </a:ext>
            </a:extLst>
          </p:cNvPr>
          <p:cNvSpPr txBox="1"/>
          <p:nvPr/>
        </p:nvSpPr>
        <p:spPr>
          <a:xfrm>
            <a:off x="9280779" y="4040457"/>
            <a:ext cx="6707968" cy="1077218"/>
          </a:xfrm>
          <a:prstGeom prst="rect">
            <a:avLst/>
          </a:prstGeom>
          <a:noFill/>
          <a:ln w="12700">
            <a:miter lim="400000"/>
          </a:ln>
          <a:extLst>
            <a:ext uri="{C572A759-6A51-4108-AA02-DFA0A04FC94B}">
              <ma14:wrappingTextBoxFlag xmlns="" xmlns:a16="http://schemas.microsoft.com/office/drawing/2014/main" xmlns:p14="http://schemas.microsoft.com/office/powerpoint/2010/main" xmlns:m="http://schemas.openxmlformats.org/officeDocument/2006/math" xmlns:a14="http://schemas.microsoft.com/office/drawing/2010/main" xmlns:ma14="http://schemas.microsoft.com/office/mac/drawingml/2011/main" val="1"/>
            </a:ext>
          </a:extLst>
        </p:spPr>
        <p:txBody>
          <a:bodyPr wrap="square">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827688">
              <a:defRPr/>
            </a:pPr>
            <a:r>
              <a:rPr lang="en-US" sz="3200">
                <a:solidFill>
                  <a:srgbClr val="0F62FE"/>
                </a:solidFill>
                <a:latin typeface="IBM Plex Sans Light"/>
                <a:sym typeface="IBM Plex Sans Light"/>
              </a:rPr>
              <a:t>Hybrid flow</a:t>
            </a:r>
          </a:p>
          <a:p>
            <a:pPr defTabSz="1827688">
              <a:defRPr/>
            </a:pPr>
            <a:r>
              <a:rPr lang="en-US" sz="3200">
                <a:solidFill>
                  <a:srgbClr val="7F7F7F"/>
                </a:solidFill>
                <a:latin typeface="IBM Plex Sans Light"/>
                <a:sym typeface="IBM Plex Sans Light"/>
              </a:rPr>
              <a:t>Augmented with Gen AI &amp; AI Agents</a:t>
            </a:r>
          </a:p>
        </p:txBody>
      </p:sp>
      <p:sp>
        <p:nvSpPr>
          <p:cNvPr id="23" name="TextBox 22">
            <a:extLst>
              <a:ext uri="{FF2B5EF4-FFF2-40B4-BE49-F238E27FC236}">
                <a16:creationId xmlns:a16="http://schemas.microsoft.com/office/drawing/2014/main" id="{FEFAC480-030D-2AA2-ABD7-EBE66B2C4CBD}"/>
              </a:ext>
            </a:extLst>
          </p:cNvPr>
          <p:cNvSpPr txBox="1"/>
          <p:nvPr/>
        </p:nvSpPr>
        <p:spPr>
          <a:xfrm>
            <a:off x="1408630" y="3073794"/>
            <a:ext cx="20971558" cy="369332"/>
          </a:xfrm>
          <a:prstGeom prst="rect">
            <a:avLst/>
          </a:prstGeom>
          <a:solidFill>
            <a:schemeClr val="bg1">
              <a:lumMod val="85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828282">
              <a:defRPr/>
            </a:pPr>
            <a:r>
              <a:rPr lang="en-US">
                <a:solidFill>
                  <a:srgbClr val="000000"/>
                </a:solidFill>
                <a:latin typeface="IBM Plex Sans Light"/>
              </a:rPr>
              <a:t>While the future is Agentic AI, Enterprises need flexibility in the approach they take across workflows</a:t>
            </a:r>
          </a:p>
        </p:txBody>
      </p:sp>
      <p:sp>
        <p:nvSpPr>
          <p:cNvPr id="2" name="TextBox 1">
            <a:extLst>
              <a:ext uri="{FF2B5EF4-FFF2-40B4-BE49-F238E27FC236}">
                <a16:creationId xmlns:a16="http://schemas.microsoft.com/office/drawing/2014/main" id="{5547070A-9875-44BE-6B8C-976ECB2C89C8}"/>
              </a:ext>
            </a:extLst>
          </p:cNvPr>
          <p:cNvSpPr txBox="1"/>
          <p:nvPr/>
        </p:nvSpPr>
        <p:spPr>
          <a:xfrm>
            <a:off x="9049477" y="11663406"/>
            <a:ext cx="12192000" cy="2898229"/>
          </a:xfrm>
          <a:prstGeom prst="rect">
            <a:avLst/>
          </a:prstGeom>
          <a:no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1828800">
              <a:defRPr/>
            </a:pPr>
            <a:r>
              <a:rPr lang="en-US" sz="3200">
                <a:solidFill>
                  <a:srgbClr val="0F62FE"/>
                </a:solidFill>
                <a:latin typeface="IBM Plex Sans Light"/>
              </a:rPr>
              <a:t>Design practice for agentic workflows: </a:t>
            </a:r>
            <a:endParaRPr lang="en-US">
              <a:solidFill>
                <a:srgbClr val="000000"/>
              </a:solidFill>
              <a:latin typeface="IBM Plex Sans Light"/>
              <a:cs typeface="Segoe UI"/>
            </a:endParaRPr>
          </a:p>
          <a:p>
            <a:pPr marL="342900" indent="-342900" defTabSz="1828800">
              <a:buFont typeface="Arial"/>
              <a:buChar char="•"/>
              <a:defRPr/>
            </a:pPr>
            <a:r>
              <a:rPr lang="en-US" sz="2400" i="1">
                <a:solidFill>
                  <a:srgbClr val="000000"/>
                </a:solidFill>
                <a:latin typeface="IBM Plex Sans Light"/>
                <a:ea typeface="Segoe UI"/>
                <a:cs typeface="Segoe UI"/>
              </a:rPr>
              <a:t>Deterministic rules for routine steps, </a:t>
            </a:r>
            <a:endParaRPr lang="en-US">
              <a:solidFill>
                <a:srgbClr val="000000"/>
              </a:solidFill>
              <a:latin typeface="IBM Plex Sans Light"/>
              <a:ea typeface="Segoe UI"/>
              <a:cs typeface="Segoe UI"/>
            </a:endParaRPr>
          </a:p>
          <a:p>
            <a:pPr marL="342900" indent="-342900" defTabSz="1828800">
              <a:buFont typeface="Arial"/>
              <a:buChar char="•"/>
              <a:defRPr/>
            </a:pPr>
            <a:r>
              <a:rPr lang="en-US" sz="2400" i="1">
                <a:solidFill>
                  <a:srgbClr val="000000"/>
                </a:solidFill>
                <a:latin typeface="IBM Plex Sans Light"/>
                <a:ea typeface="Segoe UI"/>
                <a:cs typeface="Segoe UI"/>
              </a:rPr>
              <a:t>AI reasoning for judgment calls, and </a:t>
            </a:r>
            <a:endParaRPr lang="en-US">
              <a:solidFill>
                <a:srgbClr val="000000"/>
              </a:solidFill>
              <a:latin typeface="IBM Plex Sans Light"/>
              <a:ea typeface="Segoe UI"/>
              <a:cs typeface="Segoe UI"/>
            </a:endParaRPr>
          </a:p>
          <a:p>
            <a:pPr marL="342900" indent="-342900" defTabSz="1828800">
              <a:buFont typeface="Arial"/>
              <a:buChar char="•"/>
              <a:defRPr/>
            </a:pPr>
            <a:r>
              <a:rPr lang="en-US" sz="2400" i="1">
                <a:solidFill>
                  <a:srgbClr val="000000"/>
                </a:solidFill>
                <a:latin typeface="IBM Plex Sans Light"/>
                <a:ea typeface="Segoe UI"/>
                <a:cs typeface="Segoe UI"/>
              </a:rPr>
              <a:t>Human validation for anything that carries risk</a:t>
            </a:r>
            <a:endParaRPr lang="en-US">
              <a:solidFill>
                <a:srgbClr val="000000"/>
              </a:solidFill>
              <a:latin typeface="IBM Plex Sans Light"/>
            </a:endParaRPr>
          </a:p>
          <a:p>
            <a:pPr marL="888930" indent="-893498" defTabSz="4876800">
              <a:spcBef>
                <a:spcPts val="5800"/>
              </a:spcBef>
              <a:buSzPct val="100000"/>
              <a:buFont typeface="Arial"/>
              <a:buChar char="•"/>
              <a:defRPr/>
            </a:pPr>
            <a:endParaRPr lang="en-US" kern="0">
              <a:solidFill>
                <a:srgbClr val="000000"/>
              </a:solidFill>
              <a:latin typeface="IBM Plex Sans Light"/>
            </a:endParaRPr>
          </a:p>
        </p:txBody>
      </p:sp>
      <p:pic>
        <p:nvPicPr>
          <p:cNvPr id="6" name="Picture 5">
            <a:extLst>
              <a:ext uri="{FF2B5EF4-FFF2-40B4-BE49-F238E27FC236}">
                <a16:creationId xmlns:a16="http://schemas.microsoft.com/office/drawing/2014/main" id="{29D1283C-5E2D-54F7-6881-90009A27CED2}"/>
              </a:ext>
            </a:extLst>
          </p:cNvPr>
          <p:cNvPicPr>
            <a:picLocks noChangeAspect="1"/>
          </p:cNvPicPr>
          <p:nvPr/>
        </p:nvPicPr>
        <p:blipFill>
          <a:blip r:embed="rId3"/>
          <a:stretch>
            <a:fillRect/>
          </a:stretch>
        </p:blipFill>
        <p:spPr>
          <a:xfrm>
            <a:off x="22709181" y="539205"/>
            <a:ext cx="1277712" cy="475426"/>
          </a:xfrm>
          <a:prstGeom prst="rect">
            <a:avLst/>
          </a:prstGeom>
        </p:spPr>
      </p:pic>
      <p:pic>
        <p:nvPicPr>
          <p:cNvPr id="24" name="Picture 4" descr="Wells Fargo - Wikipedia">
            <a:extLst>
              <a:ext uri="{FF2B5EF4-FFF2-40B4-BE49-F238E27FC236}">
                <a16:creationId xmlns:a16="http://schemas.microsoft.com/office/drawing/2014/main" id="{9AD54423-9543-922A-562D-F1ACD1370F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73075" y="426872"/>
            <a:ext cx="700088" cy="700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86944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17130-5152-9FC3-F5CB-9AADEBFEABD8}"/>
            </a:ext>
          </a:extLst>
        </p:cNvPr>
        <p:cNvGrpSpPr/>
        <p:nvPr/>
      </p:nvGrpSpPr>
      <p:grpSpPr>
        <a:xfrm>
          <a:off x="0" y="0"/>
          <a:ext cx="0" cy="0"/>
          <a:chOff x="0" y="0"/>
          <a:chExt cx="0" cy="0"/>
        </a:xfrm>
      </p:grpSpPr>
      <p:pic>
        <p:nvPicPr>
          <p:cNvPr id="78" name="Picture 18" descr="CLOUDERA Logo PNG Vector (AI) Free Download">
            <a:extLst>
              <a:ext uri="{FF2B5EF4-FFF2-40B4-BE49-F238E27FC236}">
                <a16:creationId xmlns:a16="http://schemas.microsoft.com/office/drawing/2014/main" id="{2E7B171B-FDC6-BEFF-457B-FD398836FB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9076" y="10305341"/>
            <a:ext cx="1395526" cy="1395526"/>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8" descr="ServiceNow Logo and symbol, meaning, history, PNG">
            <a:extLst>
              <a:ext uri="{FF2B5EF4-FFF2-40B4-BE49-F238E27FC236}">
                <a16:creationId xmlns:a16="http://schemas.microsoft.com/office/drawing/2014/main" id="{16A50F49-A84D-53BA-C0F7-9E823AB61F64}"/>
              </a:ext>
            </a:extLst>
          </p:cNvPr>
          <p:cNvPicPr>
            <a:picLocks noChangeAspect="1"/>
          </p:cNvPicPr>
          <p:nvPr/>
        </p:nvPicPr>
        <p:blipFill>
          <a:blip r:embed="rId4"/>
          <a:stretch>
            <a:fillRect/>
          </a:stretch>
        </p:blipFill>
        <p:spPr>
          <a:xfrm>
            <a:off x="18149638" y="1395981"/>
            <a:ext cx="1360674" cy="911218"/>
          </a:xfrm>
          <a:prstGeom prst="rect">
            <a:avLst/>
          </a:prstGeom>
        </p:spPr>
      </p:pic>
      <p:sp>
        <p:nvSpPr>
          <p:cNvPr id="119" name="TextBox 118">
            <a:extLst>
              <a:ext uri="{FF2B5EF4-FFF2-40B4-BE49-F238E27FC236}">
                <a16:creationId xmlns:a16="http://schemas.microsoft.com/office/drawing/2014/main" id="{70292D04-7784-B1EF-AAC1-E94B4BFFE0FA}"/>
              </a:ext>
            </a:extLst>
          </p:cNvPr>
          <p:cNvSpPr txBox="1"/>
          <p:nvPr/>
        </p:nvSpPr>
        <p:spPr>
          <a:xfrm>
            <a:off x="6542969" y="4392269"/>
            <a:ext cx="2343888" cy="1193014"/>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854"/>
              </a:spcBef>
              <a:defRPr/>
            </a:pPr>
            <a:r>
              <a:rPr lang="en-US" sz="2400" kern="0">
                <a:solidFill>
                  <a:srgbClr val="000000"/>
                </a:solidFill>
                <a:latin typeface="IBM Plex Sans Light"/>
              </a:rPr>
              <a:t>Agentic control plane</a:t>
            </a:r>
            <a:endParaRPr lang="en-US" sz="5596" kern="0">
              <a:solidFill>
                <a:srgbClr val="000000"/>
              </a:solidFill>
              <a:latin typeface="IBM Plex Sans Light"/>
            </a:endParaRPr>
          </a:p>
          <a:p>
            <a:pPr algn="ctr" defTabSz="1298794">
              <a:defRPr/>
            </a:pPr>
            <a:endParaRPr lang="en-US" sz="2100" kern="0">
              <a:solidFill>
                <a:srgbClr val="000000"/>
              </a:solidFill>
              <a:latin typeface="IBM Plex Sans"/>
            </a:endParaRPr>
          </a:p>
        </p:txBody>
      </p:sp>
      <p:pic>
        <p:nvPicPr>
          <p:cNvPr id="120" name="Picture 2" descr="IBM Watson | Empowering Your Workforce with AI">
            <a:extLst>
              <a:ext uri="{FF2B5EF4-FFF2-40B4-BE49-F238E27FC236}">
                <a16:creationId xmlns:a16="http://schemas.microsoft.com/office/drawing/2014/main" id="{167C128D-18A1-BD34-5704-086905A333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01321" y="2946562"/>
            <a:ext cx="1427184" cy="1329904"/>
          </a:xfrm>
          <a:prstGeom prst="rect">
            <a:avLst/>
          </a:prstGeom>
          <a:noFill/>
          <a:extLst>
            <a:ext uri="{909E8E84-426E-40DD-AFC4-6F175D3DCCD1}">
              <a14:hiddenFill xmlns:a14="http://schemas.microsoft.com/office/drawing/2010/main">
                <a:solidFill>
                  <a:srgbClr val="FFFFFF"/>
                </a:solidFill>
              </a14:hiddenFill>
            </a:ext>
          </a:extLst>
        </p:spPr>
      </p:pic>
      <p:sp>
        <p:nvSpPr>
          <p:cNvPr id="121" name="Rectangle 4">
            <a:extLst>
              <a:ext uri="{FF2B5EF4-FFF2-40B4-BE49-F238E27FC236}">
                <a16:creationId xmlns:a16="http://schemas.microsoft.com/office/drawing/2014/main" id="{8C99ACF1-1B5B-3B7C-4708-193D5D515D94}"/>
              </a:ext>
            </a:extLst>
          </p:cNvPr>
          <p:cNvSpPr/>
          <p:nvPr/>
        </p:nvSpPr>
        <p:spPr>
          <a:xfrm rot="16200000">
            <a:off x="3891036" y="4811380"/>
            <a:ext cx="7748842" cy="3685348"/>
          </a:xfrm>
          <a:prstGeom prst="roundRect">
            <a:avLst/>
          </a:prstGeom>
          <a:noFill/>
          <a:ln w="12700" cap="flat" cmpd="sng" algn="ctr">
            <a:solidFill>
              <a:srgbClr val="F3F3F3">
                <a:lumMod val="90000"/>
              </a:srgbClr>
            </a:solidFill>
            <a:prstDash val="solid"/>
          </a:ln>
          <a:effectLst/>
        </p:spPr>
        <p:txBody>
          <a:bodyPr rtlCol="0" anchor="ctr"/>
          <a:lstStyle/>
          <a:p>
            <a:pPr algn="ctr" defTabSz="1298794">
              <a:defRPr/>
            </a:pPr>
            <a:endParaRPr lang="en-US" sz="2560" kern="0">
              <a:solidFill>
                <a:srgbClr val="000000"/>
              </a:solidFill>
              <a:latin typeface="Calibri" panose="020F0502020204030204"/>
            </a:endParaRPr>
          </a:p>
        </p:txBody>
      </p:sp>
      <p:sp>
        <p:nvSpPr>
          <p:cNvPr id="122" name="TextBox 121">
            <a:extLst>
              <a:ext uri="{FF2B5EF4-FFF2-40B4-BE49-F238E27FC236}">
                <a16:creationId xmlns:a16="http://schemas.microsoft.com/office/drawing/2014/main" id="{76318CF5-9C7D-1AC6-92B1-5C23579BB5E4}"/>
              </a:ext>
            </a:extLst>
          </p:cNvPr>
          <p:cNvSpPr txBox="1"/>
          <p:nvPr/>
        </p:nvSpPr>
        <p:spPr>
          <a:xfrm>
            <a:off x="6027482" y="2176056"/>
            <a:ext cx="3381054" cy="400110"/>
          </a:xfrm>
          <a:prstGeom prst="rect">
            <a:avLst/>
          </a:prstGeom>
          <a:noFill/>
        </p:spPr>
        <p:txBody>
          <a:bodyPr wrap="none" rtlCol="0">
            <a:spAutoFit/>
          </a:bodyPr>
          <a:lstStyle/>
          <a:p>
            <a:pPr algn="ctr" defTabSz="1299314">
              <a:defRPr/>
            </a:pPr>
            <a:r>
              <a:rPr lang="en-US" sz="2000" kern="0">
                <a:solidFill>
                  <a:srgbClr val="000000"/>
                </a:solidFill>
                <a:latin typeface="IBM Plex Sans" charset="0"/>
                <a:ea typeface="IBM Plex Sans" charset="0"/>
                <a:cs typeface="IBM Plex Sans" charset="0"/>
              </a:rPr>
              <a:t>Orchestration Engine (</a:t>
            </a:r>
            <a:r>
              <a:rPr lang="en-US" sz="2000" kern="0" err="1">
                <a:solidFill>
                  <a:srgbClr val="000000"/>
                </a:solidFill>
                <a:latin typeface="IBM Plex Sans" charset="0"/>
                <a:ea typeface="IBM Plex Sans" charset="0"/>
                <a:cs typeface="IBM Plex Sans" charset="0"/>
              </a:rPr>
              <a:t>WxO</a:t>
            </a:r>
            <a:r>
              <a:rPr lang="en-US" sz="2000" kern="0">
                <a:solidFill>
                  <a:srgbClr val="000000"/>
                </a:solidFill>
                <a:latin typeface="IBM Plex Sans" charset="0"/>
                <a:ea typeface="IBM Plex Sans" charset="0"/>
                <a:cs typeface="IBM Plex Sans" charset="0"/>
              </a:rPr>
              <a:t>)</a:t>
            </a:r>
          </a:p>
        </p:txBody>
      </p:sp>
      <p:pic>
        <p:nvPicPr>
          <p:cNvPr id="189" name="Graphic 188" descr="Document outline">
            <a:extLst>
              <a:ext uri="{FF2B5EF4-FFF2-40B4-BE49-F238E27FC236}">
                <a16:creationId xmlns:a16="http://schemas.microsoft.com/office/drawing/2014/main" id="{4DD9BE8A-BCAC-3A26-7FE5-D3C5846DF5B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214890" y="10292843"/>
            <a:ext cx="886062" cy="886062"/>
          </a:xfrm>
          <a:prstGeom prst="rect">
            <a:avLst/>
          </a:prstGeom>
        </p:spPr>
      </p:pic>
      <p:sp>
        <p:nvSpPr>
          <p:cNvPr id="208" name="TextBox 207">
            <a:extLst>
              <a:ext uri="{FF2B5EF4-FFF2-40B4-BE49-F238E27FC236}">
                <a16:creationId xmlns:a16="http://schemas.microsoft.com/office/drawing/2014/main" id="{401C75E0-4C3A-869B-4064-5331A323CD09}"/>
              </a:ext>
            </a:extLst>
          </p:cNvPr>
          <p:cNvSpPr txBox="1"/>
          <p:nvPr/>
        </p:nvSpPr>
        <p:spPr>
          <a:xfrm>
            <a:off x="3134378" y="2176056"/>
            <a:ext cx="1842171" cy="400110"/>
          </a:xfrm>
          <a:prstGeom prst="rect">
            <a:avLst/>
          </a:prstGeom>
          <a:noFill/>
        </p:spPr>
        <p:txBody>
          <a:bodyPr wrap="none" rtlCol="0">
            <a:spAutoFit/>
          </a:bodyPr>
          <a:lstStyle/>
          <a:p>
            <a:pPr defTabSz="1299314">
              <a:defRPr/>
            </a:pPr>
            <a:r>
              <a:rPr lang="en-US" sz="2000" kern="0">
                <a:solidFill>
                  <a:srgbClr val="000000"/>
                </a:solidFill>
                <a:latin typeface="IBM Plex Sans" charset="0"/>
                <a:ea typeface="IBM Plex Sans" charset="0"/>
                <a:cs typeface="IBM Plex Sans" charset="0"/>
              </a:rPr>
              <a:t>User Interface</a:t>
            </a:r>
          </a:p>
        </p:txBody>
      </p:sp>
      <p:grpSp>
        <p:nvGrpSpPr>
          <p:cNvPr id="201" name="Group 200">
            <a:extLst>
              <a:ext uri="{FF2B5EF4-FFF2-40B4-BE49-F238E27FC236}">
                <a16:creationId xmlns:a16="http://schemas.microsoft.com/office/drawing/2014/main" id="{38005172-B25C-5783-125B-ADDE328AC41D}"/>
              </a:ext>
            </a:extLst>
          </p:cNvPr>
          <p:cNvGrpSpPr/>
          <p:nvPr/>
        </p:nvGrpSpPr>
        <p:grpSpPr>
          <a:xfrm>
            <a:off x="3351091" y="10733939"/>
            <a:ext cx="1513608" cy="1465633"/>
            <a:chOff x="4571712" y="9889467"/>
            <a:chExt cx="1334442" cy="1132202"/>
          </a:xfrm>
        </p:grpSpPr>
        <p:sp>
          <p:nvSpPr>
            <p:cNvPr id="210" name="TextBox 209">
              <a:extLst>
                <a:ext uri="{FF2B5EF4-FFF2-40B4-BE49-F238E27FC236}">
                  <a16:creationId xmlns:a16="http://schemas.microsoft.com/office/drawing/2014/main" id="{1178D5AD-2A82-DC01-9656-C24ADFD9644F}"/>
                </a:ext>
              </a:extLst>
            </p:cNvPr>
            <p:cNvSpPr txBox="1"/>
            <p:nvPr/>
          </p:nvSpPr>
          <p:spPr>
            <a:xfrm>
              <a:off x="4571712" y="10265406"/>
              <a:ext cx="1334442" cy="756263"/>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326"/>
                </a:spcBef>
                <a:defRPr/>
              </a:pPr>
              <a:r>
                <a:rPr lang="en-US" sz="1136" kern="0">
                  <a:solidFill>
                    <a:prstClr val="black"/>
                  </a:solidFill>
                  <a:latin typeface="IBM Plex Sans Light"/>
                </a:rPr>
                <a:t>Language</a:t>
              </a:r>
            </a:p>
            <a:p>
              <a:pPr algn="ctr" defTabSz="1298794">
                <a:spcBef>
                  <a:spcPts val="326"/>
                </a:spcBef>
                <a:defRPr/>
              </a:pPr>
              <a:r>
                <a:rPr lang="en-US" sz="996" kern="0">
                  <a:solidFill>
                    <a:srgbClr val="000000"/>
                  </a:solidFill>
                  <a:latin typeface="IBM Plex Sans"/>
                </a:rPr>
                <a:t>Multiple Language Speech Transcription and Translation</a:t>
              </a:r>
            </a:p>
            <a:p>
              <a:pPr algn="ctr" defTabSz="1298794">
                <a:defRPr/>
              </a:pPr>
              <a:endParaRPr lang="en-US" sz="1136" kern="0">
                <a:solidFill>
                  <a:srgbClr val="000000"/>
                </a:solidFill>
                <a:latin typeface="IBM Plex Sans"/>
              </a:endParaRPr>
            </a:p>
          </p:txBody>
        </p:sp>
        <p:pic>
          <p:nvPicPr>
            <p:cNvPr id="211" name="Graphic 210" descr="Chat bubble outline">
              <a:extLst>
                <a:ext uri="{FF2B5EF4-FFF2-40B4-BE49-F238E27FC236}">
                  <a16:creationId xmlns:a16="http://schemas.microsoft.com/office/drawing/2014/main" id="{59090915-7EE7-8731-AE4A-DEC2E17AA92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66662" y="9889467"/>
              <a:ext cx="443388" cy="443388"/>
            </a:xfrm>
            <a:prstGeom prst="rect">
              <a:avLst/>
            </a:prstGeom>
          </p:spPr>
        </p:pic>
      </p:grpSp>
      <p:sp>
        <p:nvSpPr>
          <p:cNvPr id="13" name="Text Placeholder 3">
            <a:extLst>
              <a:ext uri="{FF2B5EF4-FFF2-40B4-BE49-F238E27FC236}">
                <a16:creationId xmlns:a16="http://schemas.microsoft.com/office/drawing/2014/main" id="{13D45F9F-4F8E-12EE-2AE9-01E639B66A20}"/>
              </a:ext>
            </a:extLst>
          </p:cNvPr>
          <p:cNvSpPr txBox="1">
            <a:spLocks/>
          </p:cNvSpPr>
          <p:nvPr/>
        </p:nvSpPr>
        <p:spPr>
          <a:xfrm>
            <a:off x="317805" y="6246274"/>
            <a:ext cx="2371052" cy="427720"/>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1299482">
              <a:lnSpc>
                <a:spcPct val="110000"/>
              </a:lnSpc>
              <a:defRPr/>
            </a:pPr>
            <a:r>
              <a:rPr lang="en-US" sz="2100">
                <a:solidFill>
                  <a:srgbClr val="000000"/>
                </a:solidFill>
              </a:rPr>
              <a:t>WF HR Professionals</a:t>
            </a:r>
          </a:p>
        </p:txBody>
      </p:sp>
      <p:grpSp>
        <p:nvGrpSpPr>
          <p:cNvPr id="16" name="Group 15">
            <a:extLst>
              <a:ext uri="{FF2B5EF4-FFF2-40B4-BE49-F238E27FC236}">
                <a16:creationId xmlns:a16="http://schemas.microsoft.com/office/drawing/2014/main" id="{0D188AC9-6A59-6396-BC3F-5E9AE9178652}"/>
              </a:ext>
            </a:extLst>
          </p:cNvPr>
          <p:cNvGrpSpPr/>
          <p:nvPr/>
        </p:nvGrpSpPr>
        <p:grpSpPr>
          <a:xfrm>
            <a:off x="1096819" y="5766852"/>
            <a:ext cx="965312" cy="366088"/>
            <a:chOff x="6026694" y="721170"/>
            <a:chExt cx="579338" cy="219710"/>
          </a:xfrm>
        </p:grpSpPr>
        <p:pic>
          <p:nvPicPr>
            <p:cNvPr id="25" name="Graphic 24">
              <a:extLst>
                <a:ext uri="{FF2B5EF4-FFF2-40B4-BE49-F238E27FC236}">
                  <a16:creationId xmlns:a16="http://schemas.microsoft.com/office/drawing/2014/main" id="{BEC7E55F-0747-6804-B9D2-358359F5535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206508" y="721170"/>
              <a:ext cx="219710" cy="219710"/>
            </a:xfrm>
            <a:prstGeom prst="rect">
              <a:avLst/>
            </a:prstGeom>
          </p:spPr>
        </p:pic>
        <p:pic>
          <p:nvPicPr>
            <p:cNvPr id="26" name="Graphic 25">
              <a:extLst>
                <a:ext uri="{FF2B5EF4-FFF2-40B4-BE49-F238E27FC236}">
                  <a16:creationId xmlns:a16="http://schemas.microsoft.com/office/drawing/2014/main" id="{C11E7C79-F501-B419-5BA5-9709B1404C1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386322" y="721170"/>
              <a:ext cx="219710" cy="219710"/>
            </a:xfrm>
            <a:prstGeom prst="rect">
              <a:avLst/>
            </a:prstGeom>
          </p:spPr>
        </p:pic>
        <p:pic>
          <p:nvPicPr>
            <p:cNvPr id="30" name="Graphic 29">
              <a:extLst>
                <a:ext uri="{FF2B5EF4-FFF2-40B4-BE49-F238E27FC236}">
                  <a16:creationId xmlns:a16="http://schemas.microsoft.com/office/drawing/2014/main" id="{FB6B6555-75C9-22C3-72C9-CCA0508FA25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026694" y="721170"/>
              <a:ext cx="219710" cy="219710"/>
            </a:xfrm>
            <a:prstGeom prst="rect">
              <a:avLst/>
            </a:prstGeom>
          </p:spPr>
        </p:pic>
      </p:grpSp>
      <p:grpSp>
        <p:nvGrpSpPr>
          <p:cNvPr id="75" name="Group 74">
            <a:extLst>
              <a:ext uri="{FF2B5EF4-FFF2-40B4-BE49-F238E27FC236}">
                <a16:creationId xmlns:a16="http://schemas.microsoft.com/office/drawing/2014/main" id="{D31527D5-4AE2-DDE5-E3ED-72FD7A378AD9}"/>
              </a:ext>
            </a:extLst>
          </p:cNvPr>
          <p:cNvGrpSpPr/>
          <p:nvPr/>
        </p:nvGrpSpPr>
        <p:grpSpPr>
          <a:xfrm>
            <a:off x="3161529" y="2758439"/>
            <a:ext cx="1754808" cy="9669978"/>
            <a:chOff x="4080763" y="1177675"/>
            <a:chExt cx="835288" cy="3116009"/>
          </a:xfrm>
        </p:grpSpPr>
        <p:pic>
          <p:nvPicPr>
            <p:cNvPr id="205" name="Picture 2" descr="Microsoft Teams Logo transparent PNG - StickPNG">
              <a:extLst>
                <a:ext uri="{FF2B5EF4-FFF2-40B4-BE49-F238E27FC236}">
                  <a16:creationId xmlns:a16="http://schemas.microsoft.com/office/drawing/2014/main" id="{3148F300-D7D7-4FEF-6A44-174A0DA90F20}"/>
                </a:ext>
              </a:extLst>
            </p:cNvPr>
            <p:cNvPicPr>
              <a:picLocks noChangeAspect="1" noChangeArrowheads="1"/>
            </p:cNvPicPr>
            <p:nvPr/>
          </p:nvPicPr>
          <p:blipFill rotWithShape="1">
            <a:blip r:embed="rId9" cstate="screen">
              <a:extLst>
                <a:ext uri="{28A0092B-C50C-407E-A947-70E740481C1C}">
                  <a14:useLocalDpi xmlns:a14="http://schemas.microsoft.com/office/drawing/2010/main"/>
                </a:ext>
              </a:extLst>
            </a:blip>
            <a:srcRect/>
            <a:stretch/>
          </p:blipFill>
          <p:spPr bwMode="auto">
            <a:xfrm>
              <a:off x="4359027" y="1925964"/>
              <a:ext cx="306737" cy="277106"/>
            </a:xfrm>
            <a:prstGeom prst="rect">
              <a:avLst/>
            </a:prstGeom>
            <a:noFill/>
            <a:extLst>
              <a:ext uri="{909E8E84-426E-40DD-AFC4-6F175D3DCCD1}">
                <a14:hiddenFill xmlns:a14="http://schemas.microsoft.com/office/drawing/2010/main">
                  <a:solidFill>
                    <a:srgbClr val="FFFFFF"/>
                  </a:solidFill>
                </a14:hiddenFill>
              </a:ext>
            </a:extLst>
          </p:spPr>
        </p:pic>
        <p:sp>
          <p:nvSpPr>
            <p:cNvPr id="213" name="Rectangle 4">
              <a:extLst>
                <a:ext uri="{FF2B5EF4-FFF2-40B4-BE49-F238E27FC236}">
                  <a16:creationId xmlns:a16="http://schemas.microsoft.com/office/drawing/2014/main" id="{9611679C-E12E-AECB-B7CD-D12C19CE9AFA}"/>
                </a:ext>
              </a:extLst>
            </p:cNvPr>
            <p:cNvSpPr/>
            <p:nvPr/>
          </p:nvSpPr>
          <p:spPr>
            <a:xfrm rot="16200000">
              <a:off x="2952232" y="2334066"/>
              <a:ext cx="3116009" cy="803228"/>
            </a:xfrm>
            <a:prstGeom prst="roundRect">
              <a:avLst/>
            </a:prstGeom>
            <a:noFill/>
            <a:ln w="12700" cap="flat" cmpd="sng" algn="ctr">
              <a:solidFill>
                <a:srgbClr val="F3F3F3">
                  <a:lumMod val="90000"/>
                </a:srgbClr>
              </a:solidFill>
              <a:prstDash val="solid"/>
            </a:ln>
            <a:effectLst/>
          </p:spPr>
          <p:txBody>
            <a:bodyPr rtlCol="0" anchor="ctr"/>
            <a:lstStyle/>
            <a:p>
              <a:pPr algn="ctr" defTabSz="1298794">
                <a:defRPr/>
              </a:pPr>
              <a:endParaRPr lang="en-US" sz="2560" kern="0">
                <a:solidFill>
                  <a:prstClr val="white"/>
                </a:solidFill>
                <a:latin typeface="Calibri" panose="020F0502020204030204"/>
              </a:endParaRPr>
            </a:p>
          </p:txBody>
        </p:sp>
        <p:grpSp>
          <p:nvGrpSpPr>
            <p:cNvPr id="45" name="Group 44">
              <a:extLst>
                <a:ext uri="{FF2B5EF4-FFF2-40B4-BE49-F238E27FC236}">
                  <a16:creationId xmlns:a16="http://schemas.microsoft.com/office/drawing/2014/main" id="{C4F4D5C2-FE75-5B82-A059-BACF50708A2B}"/>
                </a:ext>
              </a:extLst>
            </p:cNvPr>
            <p:cNvGrpSpPr/>
            <p:nvPr/>
          </p:nvGrpSpPr>
          <p:grpSpPr>
            <a:xfrm>
              <a:off x="4120004" y="1269084"/>
              <a:ext cx="796047" cy="492487"/>
              <a:chOff x="3755325" y="926894"/>
              <a:chExt cx="796047" cy="492487"/>
            </a:xfrm>
          </p:grpSpPr>
          <p:sp>
            <p:nvSpPr>
              <p:cNvPr id="242" name="TextBox 241">
                <a:extLst>
                  <a:ext uri="{FF2B5EF4-FFF2-40B4-BE49-F238E27FC236}">
                    <a16:creationId xmlns:a16="http://schemas.microsoft.com/office/drawing/2014/main" id="{EF9D52E6-6557-C2FC-E218-600B40C049A1}"/>
                  </a:ext>
                </a:extLst>
              </p:cNvPr>
              <p:cNvSpPr txBox="1"/>
              <p:nvPr/>
            </p:nvSpPr>
            <p:spPr>
              <a:xfrm>
                <a:off x="3755325" y="1202682"/>
                <a:ext cx="796047" cy="216699"/>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326"/>
                  </a:spcBef>
                  <a:defRPr/>
                </a:pPr>
                <a:r>
                  <a:rPr lang="en-US" sz="1136" kern="0">
                    <a:solidFill>
                      <a:prstClr val="black"/>
                    </a:solidFill>
                    <a:latin typeface="IBM Plex Sans Light"/>
                  </a:rPr>
                  <a:t>Authentication</a:t>
                </a:r>
              </a:p>
              <a:p>
                <a:pPr algn="ctr" defTabSz="1298794">
                  <a:spcBef>
                    <a:spcPts val="326"/>
                  </a:spcBef>
                  <a:defRPr/>
                </a:pPr>
                <a:r>
                  <a:rPr lang="en-US" sz="996" kern="0">
                    <a:solidFill>
                      <a:srgbClr val="000000"/>
                    </a:solidFill>
                    <a:latin typeface="IBM Plex Sans"/>
                  </a:rPr>
                  <a:t>SSO / OKTA / SAML 2.0</a:t>
                </a:r>
              </a:p>
              <a:p>
                <a:pPr algn="ctr" defTabSz="1298794">
                  <a:defRPr/>
                </a:pPr>
                <a:endParaRPr lang="en-US" sz="1136" kern="0">
                  <a:solidFill>
                    <a:srgbClr val="000000"/>
                  </a:solidFill>
                  <a:latin typeface="IBM Plex Sans"/>
                </a:endParaRPr>
              </a:p>
            </p:txBody>
          </p:sp>
          <p:pic>
            <p:nvPicPr>
              <p:cNvPr id="245" name="Graphic 244" descr="Lock outline">
                <a:extLst>
                  <a:ext uri="{FF2B5EF4-FFF2-40B4-BE49-F238E27FC236}">
                    <a16:creationId xmlns:a16="http://schemas.microsoft.com/office/drawing/2014/main" id="{9082C9E3-7717-9880-751A-860CD12BB6D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016297" y="926894"/>
                <a:ext cx="295893" cy="295893"/>
              </a:xfrm>
              <a:prstGeom prst="rect">
                <a:avLst/>
              </a:prstGeom>
            </p:spPr>
          </p:pic>
        </p:grpSp>
        <p:sp>
          <p:nvSpPr>
            <p:cNvPr id="71" name="TextBox 70">
              <a:extLst>
                <a:ext uri="{FF2B5EF4-FFF2-40B4-BE49-F238E27FC236}">
                  <a16:creationId xmlns:a16="http://schemas.microsoft.com/office/drawing/2014/main" id="{E772FF52-203D-15D5-CC1B-19D8DCD486E1}"/>
                </a:ext>
              </a:extLst>
            </p:cNvPr>
            <p:cNvSpPr txBox="1"/>
            <p:nvPr/>
          </p:nvSpPr>
          <p:spPr>
            <a:xfrm>
              <a:off x="4297981" y="2258317"/>
              <a:ext cx="479142" cy="98307"/>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854"/>
                </a:spcBef>
                <a:defRPr/>
              </a:pPr>
              <a:r>
                <a:rPr lang="en-US" sz="1130" kern="0">
                  <a:solidFill>
                    <a:prstClr val="black"/>
                  </a:solidFill>
                  <a:latin typeface="IBM Plex Sans Light"/>
                </a:rPr>
                <a:t>MS Teams</a:t>
              </a:r>
            </a:p>
          </p:txBody>
        </p:sp>
        <p:sp>
          <p:nvSpPr>
            <p:cNvPr id="72" name="TextBox 71">
              <a:extLst>
                <a:ext uri="{FF2B5EF4-FFF2-40B4-BE49-F238E27FC236}">
                  <a16:creationId xmlns:a16="http://schemas.microsoft.com/office/drawing/2014/main" id="{AE16D054-79FE-C107-0517-EBC4068953E9}"/>
                </a:ext>
              </a:extLst>
            </p:cNvPr>
            <p:cNvSpPr txBox="1"/>
            <p:nvPr/>
          </p:nvSpPr>
          <p:spPr>
            <a:xfrm>
              <a:off x="4080763" y="2657980"/>
              <a:ext cx="819084" cy="151367"/>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854"/>
                </a:spcBef>
                <a:defRPr/>
              </a:pPr>
              <a:r>
                <a:rPr lang="en-US" sz="1100" kern="0">
                  <a:solidFill>
                    <a:prstClr val="black"/>
                  </a:solidFill>
                  <a:latin typeface="IBM Plex Sans Light"/>
                </a:rPr>
                <a:t>Vantage View/Service  View</a:t>
              </a:r>
              <a:endParaRPr lang="en-US" sz="1130" kern="0" err="1">
                <a:solidFill>
                  <a:prstClr val="black"/>
                </a:solidFill>
                <a:latin typeface="IBM Plex Sans Light"/>
              </a:endParaRPr>
            </a:p>
          </p:txBody>
        </p:sp>
        <p:cxnSp>
          <p:nvCxnSpPr>
            <p:cNvPr id="73" name="Straight Connector 72">
              <a:extLst>
                <a:ext uri="{FF2B5EF4-FFF2-40B4-BE49-F238E27FC236}">
                  <a16:creationId xmlns:a16="http://schemas.microsoft.com/office/drawing/2014/main" id="{B6C2D7A6-90F1-1ABB-0CA6-915835BF7255}"/>
                </a:ext>
              </a:extLst>
            </p:cNvPr>
            <p:cNvCxnSpPr>
              <a:cxnSpLocks/>
            </p:cNvCxnSpPr>
            <p:nvPr/>
          </p:nvCxnSpPr>
          <p:spPr bwMode="auto">
            <a:xfrm rot="16200000">
              <a:off x="4519710" y="1649022"/>
              <a:ext cx="0" cy="457200"/>
            </a:xfrm>
            <a:prstGeom prst="line">
              <a:avLst/>
            </a:prstGeom>
            <a:noFill/>
            <a:ln w="19050" cap="flat" cmpd="sng" algn="ctr">
              <a:solidFill>
                <a:srgbClr val="FFFFFF">
                  <a:lumMod val="85000"/>
                </a:srgbClr>
              </a:solidFill>
              <a:prstDash val="sysDot"/>
              <a:headEnd type="none" w="med" len="med"/>
              <a:tailEnd type="none" w="med" len="med"/>
            </a:ln>
            <a:effectLst/>
          </p:spPr>
        </p:cxnSp>
      </p:grpSp>
      <p:sp>
        <p:nvSpPr>
          <p:cNvPr id="74" name="Rectangle 4">
            <a:extLst>
              <a:ext uri="{FF2B5EF4-FFF2-40B4-BE49-F238E27FC236}">
                <a16:creationId xmlns:a16="http://schemas.microsoft.com/office/drawing/2014/main" id="{8A230AF2-8E32-B395-C198-4E734D3DB8F1}"/>
              </a:ext>
            </a:extLst>
          </p:cNvPr>
          <p:cNvSpPr/>
          <p:nvPr/>
        </p:nvSpPr>
        <p:spPr>
          <a:xfrm>
            <a:off x="11423430" y="5572226"/>
            <a:ext cx="9999710" cy="3437776"/>
          </a:xfrm>
          <a:prstGeom prst="roundRect">
            <a:avLst/>
          </a:prstGeom>
          <a:noFill/>
          <a:ln w="12700" cap="flat" cmpd="sng" algn="ctr">
            <a:solidFill>
              <a:srgbClr val="F3F3F3">
                <a:lumMod val="90000"/>
              </a:srgbClr>
            </a:solidFill>
            <a:prstDash val="solid"/>
          </a:ln>
          <a:effectLst/>
        </p:spPr>
        <p:txBody>
          <a:bodyPr rtlCol="0" anchor="ctr"/>
          <a:lstStyle/>
          <a:p>
            <a:pPr algn="ctr" defTabSz="1298794">
              <a:defRPr/>
            </a:pPr>
            <a:endParaRPr lang="en-US" sz="2560" kern="0">
              <a:solidFill>
                <a:prstClr val="white"/>
              </a:solidFill>
              <a:latin typeface="Calibri" panose="020F0502020204030204"/>
            </a:endParaRPr>
          </a:p>
        </p:txBody>
      </p:sp>
      <p:sp>
        <p:nvSpPr>
          <p:cNvPr id="76" name="TextBox 75">
            <a:extLst>
              <a:ext uri="{FF2B5EF4-FFF2-40B4-BE49-F238E27FC236}">
                <a16:creationId xmlns:a16="http://schemas.microsoft.com/office/drawing/2014/main" id="{DE11E2B7-7082-42D3-B54F-1276F71FFADC}"/>
              </a:ext>
            </a:extLst>
          </p:cNvPr>
          <p:cNvSpPr txBox="1"/>
          <p:nvPr/>
        </p:nvSpPr>
        <p:spPr>
          <a:xfrm>
            <a:off x="11423427" y="5046065"/>
            <a:ext cx="7456172" cy="400110"/>
          </a:xfrm>
          <a:prstGeom prst="rect">
            <a:avLst/>
          </a:prstGeom>
          <a:noFill/>
        </p:spPr>
        <p:txBody>
          <a:bodyPr wrap="square" rtlCol="0">
            <a:spAutoFit/>
          </a:bodyPr>
          <a:lstStyle/>
          <a:p>
            <a:pPr defTabSz="1299314">
              <a:defRPr/>
            </a:pPr>
            <a:r>
              <a:rPr lang="en-US" sz="2000" kern="0">
                <a:solidFill>
                  <a:srgbClr val="000000"/>
                </a:solidFill>
                <a:latin typeface="IBM Plex Sans" charset="0"/>
                <a:ea typeface="IBM Plex Sans" charset="0"/>
                <a:cs typeface="IBM Plex Sans" charset="0"/>
              </a:rPr>
              <a:t>Tools/Integrations</a:t>
            </a:r>
            <a:r>
              <a:rPr lang="en-US" sz="2000" kern="0">
                <a:solidFill>
                  <a:srgbClr val="000000"/>
                </a:solidFill>
                <a:latin typeface="IBM Plex Sans Light"/>
                <a:ea typeface="IBM Plex Sans" charset="0"/>
                <a:cs typeface="IBM Plex Sans" charset="0"/>
              </a:rPr>
              <a:t>: Tool Builder &amp; Prebuilt Tools Catalog</a:t>
            </a:r>
          </a:p>
        </p:txBody>
      </p:sp>
      <p:sp>
        <p:nvSpPr>
          <p:cNvPr id="1024" name="Rectangle 4">
            <a:extLst>
              <a:ext uri="{FF2B5EF4-FFF2-40B4-BE49-F238E27FC236}">
                <a16:creationId xmlns:a16="http://schemas.microsoft.com/office/drawing/2014/main" id="{DB332A04-B5B5-7D53-8919-574FEDBD322E}"/>
              </a:ext>
            </a:extLst>
          </p:cNvPr>
          <p:cNvSpPr/>
          <p:nvPr/>
        </p:nvSpPr>
        <p:spPr>
          <a:xfrm>
            <a:off x="11450958" y="9781335"/>
            <a:ext cx="10294122" cy="2443542"/>
          </a:xfrm>
          <a:prstGeom prst="roundRect">
            <a:avLst/>
          </a:prstGeom>
          <a:noFill/>
          <a:ln w="12700" cap="flat" cmpd="sng" algn="ctr">
            <a:solidFill>
              <a:srgbClr val="F3F3F3">
                <a:lumMod val="90000"/>
              </a:srgbClr>
            </a:solidFill>
            <a:prstDash val="solid"/>
          </a:ln>
          <a:effectLst/>
        </p:spPr>
        <p:txBody>
          <a:bodyPr rtlCol="0" anchor="ctr"/>
          <a:lstStyle/>
          <a:p>
            <a:pPr algn="ctr" defTabSz="1298794">
              <a:defRPr/>
            </a:pPr>
            <a:endParaRPr lang="en-US" sz="2560" kern="0">
              <a:solidFill>
                <a:prstClr val="white"/>
              </a:solidFill>
              <a:latin typeface="Calibri" panose="020F0502020204030204"/>
            </a:endParaRPr>
          </a:p>
        </p:txBody>
      </p:sp>
      <p:sp>
        <p:nvSpPr>
          <p:cNvPr id="1025" name="TextBox 1024">
            <a:extLst>
              <a:ext uri="{FF2B5EF4-FFF2-40B4-BE49-F238E27FC236}">
                <a16:creationId xmlns:a16="http://schemas.microsoft.com/office/drawing/2014/main" id="{4B11A43E-22E9-30F9-3238-902977AD90BA}"/>
              </a:ext>
            </a:extLst>
          </p:cNvPr>
          <p:cNvSpPr txBox="1"/>
          <p:nvPr/>
        </p:nvSpPr>
        <p:spPr>
          <a:xfrm>
            <a:off x="11450954" y="9229842"/>
            <a:ext cx="11920190" cy="400110"/>
          </a:xfrm>
          <a:prstGeom prst="rect">
            <a:avLst/>
          </a:prstGeom>
          <a:noFill/>
        </p:spPr>
        <p:txBody>
          <a:bodyPr wrap="square" rtlCol="0">
            <a:spAutoFit/>
          </a:bodyPr>
          <a:lstStyle/>
          <a:p>
            <a:pPr defTabSz="1299314">
              <a:defRPr/>
            </a:pPr>
            <a:r>
              <a:rPr lang="en-US" sz="2000" kern="0">
                <a:solidFill>
                  <a:srgbClr val="000000"/>
                </a:solidFill>
                <a:latin typeface="IBM Plex Sans" charset="0"/>
                <a:ea typeface="IBM Plex Sans" charset="0"/>
                <a:cs typeface="IBM Plex Sans" charset="0"/>
              </a:rPr>
              <a:t>Knowledge / Data: </a:t>
            </a:r>
            <a:r>
              <a:rPr lang="en-US" sz="2000" kern="0">
                <a:solidFill>
                  <a:srgbClr val="000000"/>
                </a:solidFill>
                <a:latin typeface="IBM Plex Sans Light"/>
                <a:ea typeface="IBM Plex Sans" charset="0"/>
                <a:cs typeface="IBM Plex Sans" charset="0"/>
              </a:rPr>
              <a:t>Client specific and general data </a:t>
            </a:r>
            <a:endParaRPr lang="en-US" sz="2000" kern="0">
              <a:solidFill>
                <a:srgbClr val="000000"/>
              </a:solidFill>
              <a:latin typeface="IBM Plex Sans" charset="0"/>
              <a:ea typeface="IBM Plex Sans" charset="0"/>
              <a:cs typeface="IBM Plex Sans" charset="0"/>
            </a:endParaRPr>
          </a:p>
        </p:txBody>
      </p:sp>
      <p:pic>
        <p:nvPicPr>
          <p:cNvPr id="1027" name="Graphic 1026" descr="Database outline">
            <a:extLst>
              <a:ext uri="{FF2B5EF4-FFF2-40B4-BE49-F238E27FC236}">
                <a16:creationId xmlns:a16="http://schemas.microsoft.com/office/drawing/2014/main" id="{524E2726-9E03-FE3F-B7E0-D72461A83564}"/>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3682323" y="10271869"/>
            <a:ext cx="886064" cy="886062"/>
          </a:xfrm>
          <a:prstGeom prst="rect">
            <a:avLst/>
          </a:prstGeom>
        </p:spPr>
      </p:pic>
      <p:sp>
        <p:nvSpPr>
          <p:cNvPr id="1028" name="TextBox 1027">
            <a:extLst>
              <a:ext uri="{FF2B5EF4-FFF2-40B4-BE49-F238E27FC236}">
                <a16:creationId xmlns:a16="http://schemas.microsoft.com/office/drawing/2014/main" id="{17685E73-37F4-E64A-3DC5-5C9280E23B14}"/>
              </a:ext>
            </a:extLst>
          </p:cNvPr>
          <p:cNvSpPr txBox="1"/>
          <p:nvPr/>
        </p:nvSpPr>
        <p:spPr>
          <a:xfrm>
            <a:off x="11716758" y="11102918"/>
            <a:ext cx="1866114" cy="602068"/>
          </a:xfrm>
          <a:prstGeom prst="rect">
            <a:avLst/>
          </a:prstGeom>
          <a:noFill/>
        </p:spPr>
        <p:txBody>
          <a:bodyPr wrap="square">
            <a:noAutofit/>
          </a:bodyPr>
          <a:lstStyle/>
          <a:p>
            <a:pPr algn="ctr" defTabSz="1504610">
              <a:defRPr/>
            </a:pPr>
            <a:r>
              <a:rPr lang="en-US" sz="1600" kern="0">
                <a:solidFill>
                  <a:srgbClr val="000000"/>
                </a:solidFill>
                <a:latin typeface="IBM Plex Sans Light"/>
              </a:rPr>
              <a:t>Agent Knowledge</a:t>
            </a:r>
          </a:p>
        </p:txBody>
      </p:sp>
      <p:sp>
        <p:nvSpPr>
          <p:cNvPr id="1032" name="TextBox 1031">
            <a:extLst>
              <a:ext uri="{FF2B5EF4-FFF2-40B4-BE49-F238E27FC236}">
                <a16:creationId xmlns:a16="http://schemas.microsoft.com/office/drawing/2014/main" id="{57BA0BBE-764F-679A-EE8C-BFBEACD76A00}"/>
              </a:ext>
            </a:extLst>
          </p:cNvPr>
          <p:cNvSpPr txBox="1"/>
          <p:nvPr/>
        </p:nvSpPr>
        <p:spPr>
          <a:xfrm>
            <a:off x="13126775" y="11110058"/>
            <a:ext cx="2068960" cy="602068"/>
          </a:xfrm>
          <a:prstGeom prst="rect">
            <a:avLst/>
          </a:prstGeom>
          <a:noFill/>
        </p:spPr>
        <p:txBody>
          <a:bodyPr wrap="square">
            <a:noAutofit/>
          </a:bodyPr>
          <a:lstStyle/>
          <a:p>
            <a:pPr algn="ctr" defTabSz="1504610">
              <a:defRPr/>
            </a:pPr>
            <a:r>
              <a:rPr lang="en-US" sz="1600" kern="0">
                <a:solidFill>
                  <a:srgbClr val="000000"/>
                </a:solidFill>
                <a:latin typeface="IBM Plex Sans Light"/>
              </a:rPr>
              <a:t>WF </a:t>
            </a:r>
            <a:br>
              <a:rPr lang="en-US" sz="1600" kern="0">
                <a:solidFill>
                  <a:srgbClr val="000000"/>
                </a:solidFill>
                <a:latin typeface="IBM Plex Sans Light"/>
              </a:rPr>
            </a:br>
            <a:r>
              <a:rPr lang="en-US" sz="1600" kern="0">
                <a:solidFill>
                  <a:srgbClr val="000000"/>
                </a:solidFill>
                <a:latin typeface="IBM Plex Sans Light"/>
              </a:rPr>
              <a:t>Data System</a:t>
            </a:r>
          </a:p>
          <a:p>
            <a:pPr algn="ctr" defTabSz="1504610">
              <a:defRPr/>
            </a:pPr>
            <a:endParaRPr lang="en-US" sz="1600" kern="0">
              <a:solidFill>
                <a:srgbClr val="000000"/>
              </a:solidFill>
              <a:latin typeface="IBM Plex Sans Light"/>
            </a:endParaRPr>
          </a:p>
        </p:txBody>
      </p:sp>
      <p:cxnSp>
        <p:nvCxnSpPr>
          <p:cNvPr id="1037" name="Straight Connector 1036">
            <a:extLst>
              <a:ext uri="{FF2B5EF4-FFF2-40B4-BE49-F238E27FC236}">
                <a16:creationId xmlns:a16="http://schemas.microsoft.com/office/drawing/2014/main" id="{0DE71049-9AF9-502B-A559-920B7D5512DA}"/>
              </a:ext>
            </a:extLst>
          </p:cNvPr>
          <p:cNvCxnSpPr>
            <a:cxnSpLocks/>
          </p:cNvCxnSpPr>
          <p:nvPr/>
        </p:nvCxnSpPr>
        <p:spPr bwMode="auto">
          <a:xfrm rot="16200000">
            <a:off x="4012231" y="10040776"/>
            <a:ext cx="0" cy="914160"/>
          </a:xfrm>
          <a:prstGeom prst="line">
            <a:avLst/>
          </a:prstGeom>
          <a:noFill/>
          <a:ln w="19050" cap="flat" cmpd="sng" algn="ctr">
            <a:solidFill>
              <a:srgbClr val="FFFFFF">
                <a:lumMod val="85000"/>
              </a:srgbClr>
            </a:solidFill>
            <a:prstDash val="sysDot"/>
            <a:headEnd type="none" w="med" len="med"/>
            <a:tailEnd type="none" w="med" len="med"/>
          </a:ln>
          <a:effectLst/>
        </p:spPr>
      </p:cxnSp>
      <p:sp>
        <p:nvSpPr>
          <p:cNvPr id="1038" name="TextBox 1037">
            <a:extLst>
              <a:ext uri="{FF2B5EF4-FFF2-40B4-BE49-F238E27FC236}">
                <a16:creationId xmlns:a16="http://schemas.microsoft.com/office/drawing/2014/main" id="{268B93E8-60AF-2946-E194-9C65875FBF89}"/>
              </a:ext>
            </a:extLst>
          </p:cNvPr>
          <p:cNvSpPr txBox="1"/>
          <p:nvPr/>
        </p:nvSpPr>
        <p:spPr>
          <a:xfrm>
            <a:off x="5987116" y="10769334"/>
            <a:ext cx="3542026" cy="16442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6936" hangingPunct="0">
              <a:spcBef>
                <a:spcPts val="6396"/>
              </a:spcBef>
              <a:defRPr sz="1600">
                <a:solidFill>
                  <a:srgbClr val="000000"/>
                </a:solidFill>
              </a:defRPr>
            </a:pPr>
            <a:r>
              <a:rPr lang="en-US" sz="2000" i="1" kern="0">
                <a:solidFill>
                  <a:srgbClr val="FFFFFF">
                    <a:lumMod val="50000"/>
                  </a:srgbClr>
                </a:solidFill>
                <a:latin typeface="IBM Plex Sans Light"/>
                <a:sym typeface="IBM Plex Sans Light"/>
              </a:rPr>
              <a:t>The Orchestration control plane is a multi-agent, multi-tool supervisor, router, and planner, facilitating complex task execution</a:t>
            </a:r>
          </a:p>
          <a:p>
            <a:pPr defTabSz="4874848">
              <a:buSzPct val="100000"/>
              <a:defRPr/>
            </a:pPr>
            <a:r>
              <a:rPr lang="en-US" sz="2000">
                <a:solidFill>
                  <a:srgbClr val="000000"/>
                </a:solidFill>
                <a:latin typeface="IBM Plex Sans Light"/>
                <a:cs typeface="Arial" panose="020B0604020202020204" pitchFamily="34" charset="0"/>
              </a:rPr>
              <a:t> </a:t>
            </a:r>
          </a:p>
        </p:txBody>
      </p:sp>
      <p:sp>
        <p:nvSpPr>
          <p:cNvPr id="1050" name="TextBox 1049">
            <a:extLst>
              <a:ext uri="{FF2B5EF4-FFF2-40B4-BE49-F238E27FC236}">
                <a16:creationId xmlns:a16="http://schemas.microsoft.com/office/drawing/2014/main" id="{00D5CA39-D467-DE9A-9847-8906F8F7F794}"/>
              </a:ext>
            </a:extLst>
          </p:cNvPr>
          <p:cNvSpPr txBox="1"/>
          <p:nvPr/>
        </p:nvSpPr>
        <p:spPr>
          <a:xfrm>
            <a:off x="14361151" y="6599344"/>
            <a:ext cx="1693516" cy="602068"/>
          </a:xfrm>
          <a:prstGeom prst="rect">
            <a:avLst/>
          </a:prstGeom>
          <a:noFill/>
        </p:spPr>
        <p:txBody>
          <a:bodyPr wrap="square">
            <a:noAutofit/>
          </a:bodyPr>
          <a:lstStyle/>
          <a:p>
            <a:pPr algn="ctr" defTabSz="1504610">
              <a:defRPr/>
            </a:pPr>
            <a:r>
              <a:rPr lang="en-US" sz="1600" kern="0">
                <a:solidFill>
                  <a:srgbClr val="000000"/>
                </a:solidFill>
                <a:latin typeface="IBM Plex Sans Light"/>
              </a:rPr>
              <a:t>Data Sources (SQL, etc.)</a:t>
            </a:r>
          </a:p>
          <a:p>
            <a:pPr algn="ctr" defTabSz="1504610">
              <a:defRPr/>
            </a:pPr>
            <a:endParaRPr lang="en-US" sz="1600" kern="0">
              <a:solidFill>
                <a:srgbClr val="000000"/>
              </a:solidFill>
              <a:latin typeface="IBM Plex Sans Light"/>
            </a:endParaRPr>
          </a:p>
        </p:txBody>
      </p:sp>
      <p:sp>
        <p:nvSpPr>
          <p:cNvPr id="1054" name="TextBox 1053">
            <a:extLst>
              <a:ext uri="{FF2B5EF4-FFF2-40B4-BE49-F238E27FC236}">
                <a16:creationId xmlns:a16="http://schemas.microsoft.com/office/drawing/2014/main" id="{207EA649-A555-DE74-CAA0-B995B9EF3F75}"/>
              </a:ext>
            </a:extLst>
          </p:cNvPr>
          <p:cNvSpPr txBox="1"/>
          <p:nvPr/>
        </p:nvSpPr>
        <p:spPr>
          <a:xfrm>
            <a:off x="15795259" y="6624222"/>
            <a:ext cx="1693516" cy="602068"/>
          </a:xfrm>
          <a:prstGeom prst="rect">
            <a:avLst/>
          </a:prstGeom>
          <a:noFill/>
        </p:spPr>
        <p:txBody>
          <a:bodyPr wrap="square">
            <a:noAutofit/>
          </a:bodyPr>
          <a:lstStyle/>
          <a:p>
            <a:pPr algn="ctr" defTabSz="1504610">
              <a:defRPr/>
            </a:pPr>
            <a:r>
              <a:rPr lang="en-US" sz="1600" kern="0">
                <a:solidFill>
                  <a:srgbClr val="000000"/>
                </a:solidFill>
                <a:latin typeface="IBM Plex Sans Light"/>
              </a:rPr>
              <a:t>GenAI </a:t>
            </a:r>
          </a:p>
          <a:p>
            <a:pPr algn="ctr" defTabSz="1504610">
              <a:defRPr/>
            </a:pPr>
            <a:r>
              <a:rPr lang="en-US" sz="1600" kern="0">
                <a:solidFill>
                  <a:srgbClr val="000000"/>
                </a:solidFill>
                <a:latin typeface="IBM Plex Sans Light"/>
              </a:rPr>
              <a:t>Tools</a:t>
            </a:r>
          </a:p>
          <a:p>
            <a:pPr algn="ctr" defTabSz="1504610">
              <a:defRPr/>
            </a:pPr>
            <a:endParaRPr lang="en-US" sz="1600" kern="0">
              <a:solidFill>
                <a:srgbClr val="000000"/>
              </a:solidFill>
              <a:latin typeface="IBM Plex Sans Light"/>
            </a:endParaRPr>
          </a:p>
        </p:txBody>
      </p:sp>
      <p:grpSp>
        <p:nvGrpSpPr>
          <p:cNvPr id="1079" name="Group 1078">
            <a:extLst>
              <a:ext uri="{FF2B5EF4-FFF2-40B4-BE49-F238E27FC236}">
                <a16:creationId xmlns:a16="http://schemas.microsoft.com/office/drawing/2014/main" id="{0B1DDBC1-9678-85EC-5117-CE926E30DC85}"/>
              </a:ext>
            </a:extLst>
          </p:cNvPr>
          <p:cNvGrpSpPr/>
          <p:nvPr/>
        </p:nvGrpSpPr>
        <p:grpSpPr>
          <a:xfrm>
            <a:off x="11357890" y="5839459"/>
            <a:ext cx="6136730" cy="2960570"/>
            <a:chOff x="5058127" y="3328956"/>
            <a:chExt cx="3069164" cy="1480671"/>
          </a:xfrm>
        </p:grpSpPr>
        <p:sp>
          <p:nvSpPr>
            <p:cNvPr id="1044" name="TextBox 1043">
              <a:extLst>
                <a:ext uri="{FF2B5EF4-FFF2-40B4-BE49-F238E27FC236}">
                  <a16:creationId xmlns:a16="http://schemas.microsoft.com/office/drawing/2014/main" id="{53AE0F04-BB89-714A-FC5B-BDCC5EB9226E}"/>
                </a:ext>
              </a:extLst>
            </p:cNvPr>
            <p:cNvSpPr txBox="1"/>
            <p:nvPr/>
          </p:nvSpPr>
          <p:spPr>
            <a:xfrm>
              <a:off x="5058127" y="3733001"/>
              <a:ext cx="846979" cy="301112"/>
            </a:xfrm>
            <a:prstGeom prst="rect">
              <a:avLst/>
            </a:prstGeom>
            <a:noFill/>
          </p:spPr>
          <p:txBody>
            <a:bodyPr wrap="square">
              <a:noAutofit/>
            </a:bodyPr>
            <a:lstStyle/>
            <a:p>
              <a:pPr algn="ctr" defTabSz="1504610">
                <a:defRPr/>
              </a:pPr>
              <a:r>
                <a:rPr lang="en-US" sz="1600" kern="0">
                  <a:solidFill>
                    <a:srgbClr val="000000"/>
                  </a:solidFill>
                  <a:latin typeface="IBM Plex Sans Light"/>
                </a:rPr>
                <a:t>Collaborator </a:t>
              </a:r>
            </a:p>
            <a:p>
              <a:pPr algn="ctr" defTabSz="1504610">
                <a:defRPr/>
              </a:pPr>
              <a:r>
                <a:rPr lang="en-US" sz="1600" kern="0">
                  <a:solidFill>
                    <a:srgbClr val="000000"/>
                  </a:solidFill>
                  <a:latin typeface="IBM Plex Sans Light"/>
                </a:rPr>
                <a:t>Agents</a:t>
              </a:r>
            </a:p>
          </p:txBody>
        </p:sp>
        <p:grpSp>
          <p:nvGrpSpPr>
            <p:cNvPr id="1045" name="Group 1044">
              <a:extLst>
                <a:ext uri="{FF2B5EF4-FFF2-40B4-BE49-F238E27FC236}">
                  <a16:creationId xmlns:a16="http://schemas.microsoft.com/office/drawing/2014/main" id="{8A39E589-E706-8306-C6D2-FF9765BA0D24}"/>
                </a:ext>
              </a:extLst>
            </p:cNvPr>
            <p:cNvGrpSpPr/>
            <p:nvPr/>
          </p:nvGrpSpPr>
          <p:grpSpPr>
            <a:xfrm>
              <a:off x="5312660" y="3328956"/>
              <a:ext cx="361007" cy="361008"/>
              <a:chOff x="976157" y="3931862"/>
              <a:chExt cx="361007" cy="361008"/>
            </a:xfrm>
          </p:grpSpPr>
          <p:sp>
            <p:nvSpPr>
              <p:cNvPr id="1074" name="Rounded Rectangle 1073">
                <a:extLst>
                  <a:ext uri="{FF2B5EF4-FFF2-40B4-BE49-F238E27FC236}">
                    <a16:creationId xmlns:a16="http://schemas.microsoft.com/office/drawing/2014/main" id="{2157864C-9E46-491E-E63A-BF4D69FA9F5A}"/>
                  </a:ext>
                </a:extLst>
              </p:cNvPr>
              <p:cNvSpPr/>
              <p:nvPr/>
            </p:nvSpPr>
            <p:spPr bwMode="auto">
              <a:xfrm>
                <a:off x="976157" y="3931862"/>
                <a:ext cx="361007" cy="361008"/>
              </a:xfrm>
              <a:prstGeom prst="roundRect">
                <a:avLst/>
              </a:prstGeom>
              <a:solidFill>
                <a:srgbClr val="C9DEFF">
                  <a:alpha val="42682"/>
                </a:srgbClr>
              </a:solidFill>
              <a:ln w="19050" cap="flat" cmpd="sng" algn="ctr">
                <a:noFill/>
                <a:prstDash val="solid"/>
                <a:headEnd type="none" w="med" len="med"/>
                <a:tailEnd type="none" w="med" len="med"/>
              </a:ln>
              <a:effectLst/>
            </p:spPr>
            <p:txBody>
              <a:bodyPr vert="horz" wrap="square" lIns="71042" tIns="71042" rIns="71042" bIns="71042" numCol="1" rtlCol="0" anchor="t" anchorCtr="0" compatLnSpc="1">
                <a:prstTxWarp prst="textNoShape">
                  <a:avLst/>
                </a:prstTxWarp>
              </a:bodyPr>
              <a:lstStyle/>
              <a:p>
                <a:pPr defTabSz="1804432" fontAlgn="base">
                  <a:lnSpc>
                    <a:spcPct val="90000"/>
                  </a:lnSpc>
                  <a:spcBef>
                    <a:spcPct val="0"/>
                  </a:spcBef>
                  <a:spcAft>
                    <a:spcPct val="0"/>
                  </a:spcAft>
                  <a:defRPr/>
                </a:pPr>
                <a:endParaRPr lang="en-US" sz="3948" kern="0">
                  <a:solidFill>
                    <a:srgbClr val="191919"/>
                  </a:solidFill>
                  <a:latin typeface="HelvNeue Light for IBM" pitchFamily="34" charset="0"/>
                </a:endParaRPr>
              </a:p>
            </p:txBody>
          </p:sp>
          <p:pic>
            <p:nvPicPr>
              <p:cNvPr id="1075" name="Picture Placeholder 24" descr="DevOps, Blue 60 pictogram">
                <a:extLst>
                  <a:ext uri="{FF2B5EF4-FFF2-40B4-BE49-F238E27FC236}">
                    <a16:creationId xmlns:a16="http://schemas.microsoft.com/office/drawing/2014/main" id="{0DD0824A-E46C-24E0-25B0-D1745EC624A1}"/>
                  </a:ext>
                </a:extLst>
              </p:cNvPr>
              <p:cNvPicPr>
                <a:picLocks noChangeAspect="1"/>
              </p:cNvPicPr>
              <p:nvPr/>
            </p:nvPicPr>
            <p:blipFill>
              <a:blip>
                <a:extLst>
                  <a:ext uri="{96DAC541-7B7A-43D3-8B79-37D633B846F1}">
                    <asvg:svgBlip xmlns:asvg="http://schemas.microsoft.com/office/drawing/2016/SVG/main" r:embed="rId12"/>
                  </a:ext>
                </a:extLst>
              </a:blip>
              <a:srcRect t="87" b="87"/>
              <a:stretch>
                <a:fillRect/>
              </a:stretch>
            </p:blipFill>
            <p:spPr>
              <a:xfrm>
                <a:off x="1022060" y="3982387"/>
                <a:ext cx="269208" cy="270756"/>
              </a:xfrm>
              <a:prstGeom prst="rect">
                <a:avLst/>
              </a:prstGeom>
            </p:spPr>
          </p:pic>
        </p:grpSp>
        <p:grpSp>
          <p:nvGrpSpPr>
            <p:cNvPr id="1046" name="Group 1045">
              <a:extLst>
                <a:ext uri="{FF2B5EF4-FFF2-40B4-BE49-F238E27FC236}">
                  <a16:creationId xmlns:a16="http://schemas.microsoft.com/office/drawing/2014/main" id="{E4A4A471-F183-5A7A-17F0-52DC53C59F9D}"/>
                </a:ext>
              </a:extLst>
            </p:cNvPr>
            <p:cNvGrpSpPr/>
            <p:nvPr/>
          </p:nvGrpSpPr>
          <p:grpSpPr>
            <a:xfrm>
              <a:off x="5289556" y="4124672"/>
              <a:ext cx="361007" cy="361007"/>
              <a:chOff x="1212008" y="4801057"/>
              <a:chExt cx="361007" cy="361007"/>
            </a:xfrm>
          </p:grpSpPr>
          <p:sp>
            <p:nvSpPr>
              <p:cNvPr id="1072" name="Rounded Rectangle 1071">
                <a:extLst>
                  <a:ext uri="{FF2B5EF4-FFF2-40B4-BE49-F238E27FC236}">
                    <a16:creationId xmlns:a16="http://schemas.microsoft.com/office/drawing/2014/main" id="{EA409A53-ED03-F149-6922-419774D56BCB}"/>
                  </a:ext>
                </a:extLst>
              </p:cNvPr>
              <p:cNvSpPr/>
              <p:nvPr/>
            </p:nvSpPr>
            <p:spPr bwMode="auto">
              <a:xfrm>
                <a:off x="1212008" y="4801057"/>
                <a:ext cx="361007" cy="361007"/>
              </a:xfrm>
              <a:prstGeom prst="roundRect">
                <a:avLst/>
              </a:prstGeom>
              <a:solidFill>
                <a:srgbClr val="C9DEFF">
                  <a:alpha val="42682"/>
                </a:srgbClr>
              </a:solidFill>
              <a:ln w="19050" cap="flat" cmpd="sng" algn="ctr">
                <a:noFill/>
                <a:prstDash val="solid"/>
                <a:headEnd type="none" w="med" len="med"/>
                <a:tailEnd type="none" w="med" len="med"/>
              </a:ln>
              <a:effectLst/>
            </p:spPr>
            <p:txBody>
              <a:bodyPr vert="horz" wrap="square" lIns="71042" tIns="71042" rIns="71042" bIns="71042" numCol="1" rtlCol="0" anchor="t" anchorCtr="0" compatLnSpc="1">
                <a:prstTxWarp prst="textNoShape">
                  <a:avLst/>
                </a:prstTxWarp>
              </a:bodyPr>
              <a:lstStyle/>
              <a:p>
                <a:pPr defTabSz="1804432" fontAlgn="base">
                  <a:lnSpc>
                    <a:spcPct val="90000"/>
                  </a:lnSpc>
                  <a:spcBef>
                    <a:spcPct val="0"/>
                  </a:spcBef>
                  <a:spcAft>
                    <a:spcPct val="0"/>
                  </a:spcAft>
                  <a:defRPr/>
                </a:pPr>
                <a:endParaRPr lang="en-US" sz="3948" kern="0">
                  <a:solidFill>
                    <a:srgbClr val="191919"/>
                  </a:solidFill>
                  <a:latin typeface="HelvNeue Light for IBM" pitchFamily="34" charset="0"/>
                </a:endParaRPr>
              </a:p>
            </p:txBody>
          </p:sp>
          <p:pic>
            <p:nvPicPr>
              <p:cNvPr id="1073" name="Picture 1072" descr="Network services, Blue 60 pictogram">
                <a:extLst>
                  <a:ext uri="{FF2B5EF4-FFF2-40B4-BE49-F238E27FC236}">
                    <a16:creationId xmlns:a16="http://schemas.microsoft.com/office/drawing/2014/main" id="{9EEE8D2B-0221-A46E-7C39-20C389BAC8AA}"/>
                  </a:ext>
                </a:extLst>
              </p:cNvPr>
              <p:cNvPicPr>
                <a:picLocks noChangeAspect="1"/>
              </p:cNvPicPr>
              <p:nvPr/>
            </p:nvPicPr>
            <p:blipFill>
              <a:blip r:embed="rId13"/>
              <a:srcRect/>
              <a:stretch/>
            </p:blipFill>
            <p:spPr>
              <a:xfrm>
                <a:off x="1270634" y="4846183"/>
                <a:ext cx="243756" cy="270755"/>
              </a:xfrm>
              <a:prstGeom prst="rect">
                <a:avLst/>
              </a:prstGeom>
            </p:spPr>
          </p:pic>
        </p:grpSp>
        <p:sp>
          <p:nvSpPr>
            <p:cNvPr id="1047" name="TextBox 1046">
              <a:extLst>
                <a:ext uri="{FF2B5EF4-FFF2-40B4-BE49-F238E27FC236}">
                  <a16:creationId xmlns:a16="http://schemas.microsoft.com/office/drawing/2014/main" id="{20E4E8A1-9264-A915-A5B6-C12D5F2909A5}"/>
                </a:ext>
              </a:extLst>
            </p:cNvPr>
            <p:cNvSpPr txBox="1"/>
            <p:nvPr/>
          </p:nvSpPr>
          <p:spPr>
            <a:xfrm>
              <a:off x="5104671" y="4494418"/>
              <a:ext cx="735193" cy="301112"/>
            </a:xfrm>
            <a:prstGeom prst="rect">
              <a:avLst/>
            </a:prstGeom>
            <a:noFill/>
          </p:spPr>
          <p:txBody>
            <a:bodyPr wrap="square">
              <a:noAutofit/>
            </a:bodyPr>
            <a:lstStyle/>
            <a:p>
              <a:pPr algn="ctr" defTabSz="1504610">
                <a:defRPr/>
              </a:pPr>
              <a:r>
                <a:rPr lang="en-US" sz="1600" kern="0">
                  <a:solidFill>
                    <a:srgbClr val="000000"/>
                  </a:solidFill>
                  <a:latin typeface="IBM Plex Sans Light"/>
                </a:rPr>
                <a:t>API’s &amp; Apps</a:t>
              </a:r>
            </a:p>
            <a:p>
              <a:pPr algn="ctr" defTabSz="1504610">
                <a:defRPr/>
              </a:pPr>
              <a:endParaRPr lang="en-US" sz="1600" kern="0">
                <a:solidFill>
                  <a:srgbClr val="000000"/>
                </a:solidFill>
                <a:latin typeface="IBM Plex Sans Light"/>
              </a:endParaRPr>
            </a:p>
          </p:txBody>
        </p:sp>
        <p:sp>
          <p:nvSpPr>
            <p:cNvPr id="1048" name="TextBox 1047">
              <a:extLst>
                <a:ext uri="{FF2B5EF4-FFF2-40B4-BE49-F238E27FC236}">
                  <a16:creationId xmlns:a16="http://schemas.microsoft.com/office/drawing/2014/main" id="{89E502D7-1B31-6BE2-F8CE-2996AA3A9B24}"/>
                </a:ext>
              </a:extLst>
            </p:cNvPr>
            <p:cNvSpPr txBox="1"/>
            <p:nvPr/>
          </p:nvSpPr>
          <p:spPr>
            <a:xfrm>
              <a:off x="5795299" y="3718571"/>
              <a:ext cx="846978" cy="301112"/>
            </a:xfrm>
            <a:prstGeom prst="rect">
              <a:avLst/>
            </a:prstGeom>
            <a:noFill/>
          </p:spPr>
          <p:txBody>
            <a:bodyPr wrap="square">
              <a:noAutofit/>
            </a:bodyPr>
            <a:lstStyle/>
            <a:p>
              <a:pPr algn="ctr" defTabSz="1504610">
                <a:defRPr/>
              </a:pPr>
              <a:r>
                <a:rPr lang="en-US" sz="1600" kern="0">
                  <a:solidFill>
                    <a:srgbClr val="000000"/>
                  </a:solidFill>
                  <a:latin typeface="IBM Plex Sans Light"/>
                </a:rPr>
                <a:t>Agentic RAG</a:t>
              </a:r>
            </a:p>
            <a:p>
              <a:pPr algn="ctr" defTabSz="1504610">
                <a:defRPr/>
              </a:pPr>
              <a:endParaRPr lang="en-US" sz="1600" kern="0">
                <a:solidFill>
                  <a:srgbClr val="000000"/>
                </a:solidFill>
                <a:latin typeface="IBM Plex Sans Light"/>
              </a:endParaRPr>
            </a:p>
          </p:txBody>
        </p:sp>
        <p:grpSp>
          <p:nvGrpSpPr>
            <p:cNvPr id="1049" name="Group 1048">
              <a:extLst>
                <a:ext uri="{FF2B5EF4-FFF2-40B4-BE49-F238E27FC236}">
                  <a16:creationId xmlns:a16="http://schemas.microsoft.com/office/drawing/2014/main" id="{280965E2-91A6-DE62-CB2E-6A9E204489DD}"/>
                </a:ext>
              </a:extLst>
            </p:cNvPr>
            <p:cNvGrpSpPr/>
            <p:nvPr/>
          </p:nvGrpSpPr>
          <p:grpSpPr>
            <a:xfrm>
              <a:off x="6035590" y="3336317"/>
              <a:ext cx="361007" cy="361007"/>
              <a:chOff x="1883942" y="3904220"/>
              <a:chExt cx="361007" cy="361007"/>
            </a:xfrm>
          </p:grpSpPr>
          <p:sp>
            <p:nvSpPr>
              <p:cNvPr id="1070" name="Rounded Rectangle 1069">
                <a:extLst>
                  <a:ext uri="{FF2B5EF4-FFF2-40B4-BE49-F238E27FC236}">
                    <a16:creationId xmlns:a16="http://schemas.microsoft.com/office/drawing/2014/main" id="{E3FEFEDD-E77A-9A88-136E-00F222480699}"/>
                  </a:ext>
                </a:extLst>
              </p:cNvPr>
              <p:cNvSpPr/>
              <p:nvPr/>
            </p:nvSpPr>
            <p:spPr bwMode="auto">
              <a:xfrm>
                <a:off x="1883942" y="3904220"/>
                <a:ext cx="361007" cy="361007"/>
              </a:xfrm>
              <a:prstGeom prst="roundRect">
                <a:avLst/>
              </a:prstGeom>
              <a:solidFill>
                <a:srgbClr val="C9DEFF">
                  <a:alpha val="42682"/>
                </a:srgbClr>
              </a:solidFill>
              <a:ln w="19050" cap="flat" cmpd="sng" algn="ctr">
                <a:noFill/>
                <a:prstDash val="solid"/>
                <a:headEnd type="none" w="med" len="med"/>
                <a:tailEnd type="none" w="med" len="med"/>
              </a:ln>
              <a:effectLst/>
            </p:spPr>
            <p:txBody>
              <a:bodyPr vert="horz" wrap="square" lIns="71042" tIns="71042" rIns="71042" bIns="71042" numCol="1" rtlCol="0" anchor="t" anchorCtr="0" compatLnSpc="1">
                <a:prstTxWarp prst="textNoShape">
                  <a:avLst/>
                </a:prstTxWarp>
              </a:bodyPr>
              <a:lstStyle/>
              <a:p>
                <a:pPr defTabSz="1804432" fontAlgn="base">
                  <a:lnSpc>
                    <a:spcPct val="90000"/>
                  </a:lnSpc>
                  <a:spcBef>
                    <a:spcPct val="0"/>
                  </a:spcBef>
                  <a:spcAft>
                    <a:spcPct val="0"/>
                  </a:spcAft>
                  <a:defRPr/>
                </a:pPr>
                <a:endParaRPr lang="en-US" sz="3948" kern="0">
                  <a:solidFill>
                    <a:srgbClr val="191919"/>
                  </a:solidFill>
                  <a:latin typeface="HelvNeue Light for IBM" pitchFamily="34" charset="0"/>
                </a:endParaRPr>
              </a:p>
            </p:txBody>
          </p:sp>
          <p:pic>
            <p:nvPicPr>
              <p:cNvPr id="1071" name="Picture 1070" descr="Retrieve and rank, Blue 60 pictogram">
                <a:extLst>
                  <a:ext uri="{FF2B5EF4-FFF2-40B4-BE49-F238E27FC236}">
                    <a16:creationId xmlns:a16="http://schemas.microsoft.com/office/drawing/2014/main" id="{11442CD5-64A9-CA78-E936-DBEB690079C0}"/>
                  </a:ext>
                </a:extLst>
              </p:cNvPr>
              <p:cNvPicPr>
                <a:picLocks noChangeAspect="1"/>
              </p:cNvPicPr>
              <p:nvPr/>
            </p:nvPicPr>
            <p:blipFill>
              <a:blip r:embed="rId14"/>
              <a:srcRect/>
              <a:stretch/>
            </p:blipFill>
            <p:spPr>
              <a:xfrm>
                <a:off x="1942900" y="3949343"/>
                <a:ext cx="243756" cy="270755"/>
              </a:xfrm>
              <a:prstGeom prst="rect">
                <a:avLst/>
              </a:prstGeom>
            </p:spPr>
          </p:pic>
        </p:grpSp>
        <p:grpSp>
          <p:nvGrpSpPr>
            <p:cNvPr id="1051" name="Group 1050">
              <a:extLst>
                <a:ext uri="{FF2B5EF4-FFF2-40B4-BE49-F238E27FC236}">
                  <a16:creationId xmlns:a16="http://schemas.microsoft.com/office/drawing/2014/main" id="{F0E912F5-A424-0822-131F-6539CEFC5B8C}"/>
                </a:ext>
              </a:extLst>
            </p:cNvPr>
            <p:cNvGrpSpPr/>
            <p:nvPr/>
          </p:nvGrpSpPr>
          <p:grpSpPr>
            <a:xfrm>
              <a:off x="6795257" y="3341352"/>
              <a:ext cx="361007" cy="361007"/>
              <a:chOff x="2584054" y="3904222"/>
              <a:chExt cx="361007" cy="361007"/>
            </a:xfrm>
          </p:grpSpPr>
          <p:sp>
            <p:nvSpPr>
              <p:cNvPr id="1068" name="Rounded Rectangle 1067">
                <a:extLst>
                  <a:ext uri="{FF2B5EF4-FFF2-40B4-BE49-F238E27FC236}">
                    <a16:creationId xmlns:a16="http://schemas.microsoft.com/office/drawing/2014/main" id="{1C1E3DB0-97DA-62A7-6BD3-92CF909CCC38}"/>
                  </a:ext>
                </a:extLst>
              </p:cNvPr>
              <p:cNvSpPr/>
              <p:nvPr/>
            </p:nvSpPr>
            <p:spPr bwMode="auto">
              <a:xfrm>
                <a:off x="2584054" y="3904222"/>
                <a:ext cx="361007" cy="361007"/>
              </a:xfrm>
              <a:prstGeom prst="roundRect">
                <a:avLst/>
              </a:prstGeom>
              <a:solidFill>
                <a:srgbClr val="C9DEFF">
                  <a:alpha val="42682"/>
                </a:srgbClr>
              </a:solidFill>
              <a:ln w="19050" cap="flat" cmpd="sng" algn="ctr">
                <a:noFill/>
                <a:prstDash val="solid"/>
                <a:headEnd type="none" w="med" len="med"/>
                <a:tailEnd type="none" w="med" len="med"/>
              </a:ln>
              <a:effectLst/>
            </p:spPr>
            <p:txBody>
              <a:bodyPr vert="horz" wrap="square" lIns="71042" tIns="71042" rIns="71042" bIns="71042" numCol="1" rtlCol="0" anchor="t" anchorCtr="0" compatLnSpc="1">
                <a:prstTxWarp prst="textNoShape">
                  <a:avLst/>
                </a:prstTxWarp>
              </a:bodyPr>
              <a:lstStyle/>
              <a:p>
                <a:pPr defTabSz="1804432" fontAlgn="base">
                  <a:lnSpc>
                    <a:spcPct val="90000"/>
                  </a:lnSpc>
                  <a:spcBef>
                    <a:spcPct val="0"/>
                  </a:spcBef>
                  <a:spcAft>
                    <a:spcPct val="0"/>
                  </a:spcAft>
                  <a:defRPr/>
                </a:pPr>
                <a:endParaRPr lang="en-US" sz="3948" kern="0">
                  <a:solidFill>
                    <a:srgbClr val="191919"/>
                  </a:solidFill>
                  <a:latin typeface="HelvNeue Light for IBM" pitchFamily="34" charset="0"/>
                </a:endParaRPr>
              </a:p>
            </p:txBody>
          </p:sp>
          <p:pic>
            <p:nvPicPr>
              <p:cNvPr id="1069" name="Graphic 1068" descr="Database outline">
                <a:extLst>
                  <a:ext uri="{FF2B5EF4-FFF2-40B4-BE49-F238E27FC236}">
                    <a16:creationId xmlns:a16="http://schemas.microsoft.com/office/drawing/2014/main" id="{0FA07BA8-7E39-8114-952A-80BA2D475FA6}"/>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2626518" y="3949345"/>
                <a:ext cx="270755" cy="270754"/>
              </a:xfrm>
              <a:prstGeom prst="rect">
                <a:avLst/>
              </a:prstGeom>
            </p:spPr>
          </p:pic>
        </p:grpSp>
        <p:sp>
          <p:nvSpPr>
            <p:cNvPr id="1052" name="TextBox 1051">
              <a:extLst>
                <a:ext uri="{FF2B5EF4-FFF2-40B4-BE49-F238E27FC236}">
                  <a16:creationId xmlns:a16="http://schemas.microsoft.com/office/drawing/2014/main" id="{A7434BB7-229E-C680-0F3D-9E318437E266}"/>
                </a:ext>
              </a:extLst>
            </p:cNvPr>
            <p:cNvSpPr txBox="1"/>
            <p:nvPr/>
          </p:nvSpPr>
          <p:spPr>
            <a:xfrm>
              <a:off x="6536757" y="4490625"/>
              <a:ext cx="846978" cy="301112"/>
            </a:xfrm>
            <a:prstGeom prst="rect">
              <a:avLst/>
            </a:prstGeom>
            <a:noFill/>
          </p:spPr>
          <p:txBody>
            <a:bodyPr wrap="square">
              <a:noAutofit/>
            </a:bodyPr>
            <a:lstStyle/>
            <a:p>
              <a:pPr algn="ctr" defTabSz="1504610">
                <a:defRPr/>
              </a:pPr>
              <a:r>
                <a:rPr lang="en-US" sz="1600" kern="0">
                  <a:solidFill>
                    <a:srgbClr val="000000"/>
                  </a:solidFill>
                  <a:latin typeface="IBM Plex Sans Light"/>
                </a:rPr>
                <a:t>MCP / A2A / </a:t>
              </a:r>
              <a:br>
                <a:rPr lang="en-US" sz="1600" kern="0">
                  <a:solidFill>
                    <a:srgbClr val="000000"/>
                  </a:solidFill>
                  <a:latin typeface="IBM Plex Sans Light"/>
                </a:rPr>
              </a:br>
              <a:r>
                <a:rPr lang="en-US" sz="1600" kern="0">
                  <a:solidFill>
                    <a:srgbClr val="000000"/>
                  </a:solidFill>
                  <a:latin typeface="IBM Plex Sans Light"/>
                </a:rPr>
                <a:t>ACP Tools</a:t>
              </a:r>
            </a:p>
          </p:txBody>
        </p:sp>
        <p:grpSp>
          <p:nvGrpSpPr>
            <p:cNvPr id="1053" name="Group 1052">
              <a:extLst>
                <a:ext uri="{FF2B5EF4-FFF2-40B4-BE49-F238E27FC236}">
                  <a16:creationId xmlns:a16="http://schemas.microsoft.com/office/drawing/2014/main" id="{D4FEBF43-9C9D-A203-8A24-1C816400942D}"/>
                </a:ext>
              </a:extLst>
            </p:cNvPr>
            <p:cNvGrpSpPr/>
            <p:nvPr/>
          </p:nvGrpSpPr>
          <p:grpSpPr>
            <a:xfrm>
              <a:off x="6773320" y="4123177"/>
              <a:ext cx="361007" cy="361007"/>
              <a:chOff x="2589907" y="4741393"/>
              <a:chExt cx="361007" cy="361007"/>
            </a:xfrm>
          </p:grpSpPr>
          <p:sp>
            <p:nvSpPr>
              <p:cNvPr id="1066" name="Rounded Rectangle 1065">
                <a:extLst>
                  <a:ext uri="{FF2B5EF4-FFF2-40B4-BE49-F238E27FC236}">
                    <a16:creationId xmlns:a16="http://schemas.microsoft.com/office/drawing/2014/main" id="{A9A85DFA-1C35-6216-EB6D-7820D1AF9A50}"/>
                  </a:ext>
                </a:extLst>
              </p:cNvPr>
              <p:cNvSpPr/>
              <p:nvPr/>
            </p:nvSpPr>
            <p:spPr bwMode="auto">
              <a:xfrm>
                <a:off x="2589907" y="4741393"/>
                <a:ext cx="361007" cy="361007"/>
              </a:xfrm>
              <a:prstGeom prst="roundRect">
                <a:avLst/>
              </a:prstGeom>
              <a:solidFill>
                <a:srgbClr val="C9DEFF">
                  <a:alpha val="42682"/>
                </a:srgbClr>
              </a:solidFill>
              <a:ln w="19050" cap="flat" cmpd="sng" algn="ctr">
                <a:noFill/>
                <a:prstDash val="solid"/>
                <a:headEnd type="none" w="med" len="med"/>
                <a:tailEnd type="none" w="med" len="med"/>
              </a:ln>
              <a:effectLst/>
            </p:spPr>
            <p:txBody>
              <a:bodyPr vert="horz" wrap="square" lIns="71042" tIns="71042" rIns="71042" bIns="71042" numCol="1" rtlCol="0" anchor="t" anchorCtr="0" compatLnSpc="1">
                <a:prstTxWarp prst="textNoShape">
                  <a:avLst/>
                </a:prstTxWarp>
              </a:bodyPr>
              <a:lstStyle/>
              <a:p>
                <a:pPr defTabSz="1804432" fontAlgn="base">
                  <a:lnSpc>
                    <a:spcPct val="90000"/>
                  </a:lnSpc>
                  <a:spcBef>
                    <a:spcPct val="0"/>
                  </a:spcBef>
                  <a:spcAft>
                    <a:spcPct val="0"/>
                  </a:spcAft>
                  <a:defRPr/>
                </a:pPr>
                <a:endParaRPr lang="en-US" sz="3948" kern="0">
                  <a:solidFill>
                    <a:srgbClr val="191919"/>
                  </a:solidFill>
                  <a:latin typeface="HelvNeue Light for IBM" pitchFamily="34" charset="0"/>
                </a:endParaRPr>
              </a:p>
            </p:txBody>
          </p:sp>
          <p:pic>
            <p:nvPicPr>
              <p:cNvPr id="1067" name="Picture 1066" descr="IBM Automation Platform, Blue 60 pictogram">
                <a:extLst>
                  <a:ext uri="{FF2B5EF4-FFF2-40B4-BE49-F238E27FC236}">
                    <a16:creationId xmlns:a16="http://schemas.microsoft.com/office/drawing/2014/main" id="{0E380B1A-2BEA-DBC9-EA25-38D739AB1CFD}"/>
                  </a:ext>
                </a:extLst>
              </p:cNvPr>
              <p:cNvPicPr>
                <a:picLocks noChangeAspect="1"/>
              </p:cNvPicPr>
              <p:nvPr/>
            </p:nvPicPr>
            <p:blipFill>
              <a:blip r:embed="rId16"/>
              <a:srcRect/>
              <a:stretch/>
            </p:blipFill>
            <p:spPr>
              <a:xfrm>
                <a:off x="2636559" y="4771520"/>
                <a:ext cx="270755" cy="300745"/>
              </a:xfrm>
              <a:prstGeom prst="rect">
                <a:avLst/>
              </a:prstGeom>
            </p:spPr>
          </p:pic>
        </p:grpSp>
        <p:grpSp>
          <p:nvGrpSpPr>
            <p:cNvPr id="1055" name="Group 1054">
              <a:extLst>
                <a:ext uri="{FF2B5EF4-FFF2-40B4-BE49-F238E27FC236}">
                  <a16:creationId xmlns:a16="http://schemas.microsoft.com/office/drawing/2014/main" id="{172957B0-9C0B-61C1-F356-74615FF07DC1}"/>
                </a:ext>
              </a:extLst>
            </p:cNvPr>
            <p:cNvGrpSpPr/>
            <p:nvPr/>
          </p:nvGrpSpPr>
          <p:grpSpPr>
            <a:xfrm>
              <a:off x="7533171" y="3347991"/>
              <a:ext cx="361007" cy="361007"/>
              <a:chOff x="3251959" y="3899309"/>
              <a:chExt cx="361007" cy="361007"/>
            </a:xfrm>
          </p:grpSpPr>
          <p:sp>
            <p:nvSpPr>
              <p:cNvPr id="1064" name="Rounded Rectangle 1063">
                <a:extLst>
                  <a:ext uri="{FF2B5EF4-FFF2-40B4-BE49-F238E27FC236}">
                    <a16:creationId xmlns:a16="http://schemas.microsoft.com/office/drawing/2014/main" id="{9FCD36D5-1357-E88D-6CD4-C4E1A74B1583}"/>
                  </a:ext>
                </a:extLst>
              </p:cNvPr>
              <p:cNvSpPr/>
              <p:nvPr/>
            </p:nvSpPr>
            <p:spPr bwMode="auto">
              <a:xfrm>
                <a:off x="3251959" y="3899309"/>
                <a:ext cx="361007" cy="361007"/>
              </a:xfrm>
              <a:prstGeom prst="roundRect">
                <a:avLst/>
              </a:prstGeom>
              <a:solidFill>
                <a:srgbClr val="C9DEFF">
                  <a:alpha val="42682"/>
                </a:srgbClr>
              </a:solidFill>
              <a:ln w="19050" cap="flat" cmpd="sng" algn="ctr">
                <a:noFill/>
                <a:prstDash val="solid"/>
                <a:headEnd type="none" w="med" len="med"/>
                <a:tailEnd type="none" w="med" len="med"/>
              </a:ln>
              <a:effectLst/>
            </p:spPr>
            <p:txBody>
              <a:bodyPr vert="horz" wrap="square" lIns="71042" tIns="71042" rIns="71042" bIns="71042" numCol="1" rtlCol="0" anchor="t" anchorCtr="0" compatLnSpc="1">
                <a:prstTxWarp prst="textNoShape">
                  <a:avLst/>
                </a:prstTxWarp>
              </a:bodyPr>
              <a:lstStyle/>
              <a:p>
                <a:pPr defTabSz="1804432" fontAlgn="base">
                  <a:lnSpc>
                    <a:spcPct val="90000"/>
                  </a:lnSpc>
                  <a:spcBef>
                    <a:spcPct val="0"/>
                  </a:spcBef>
                  <a:spcAft>
                    <a:spcPct val="0"/>
                  </a:spcAft>
                  <a:defRPr/>
                </a:pPr>
                <a:endParaRPr lang="en-US" sz="3948" kern="0">
                  <a:solidFill>
                    <a:srgbClr val="191919"/>
                  </a:solidFill>
                  <a:latin typeface="HelvNeue Light for IBM" pitchFamily="34" charset="0"/>
                </a:endParaRPr>
              </a:p>
            </p:txBody>
          </p:sp>
          <p:pic>
            <p:nvPicPr>
              <p:cNvPr id="1065" name="Graphic 1064" descr="Artificial Intelligence outline">
                <a:extLst>
                  <a:ext uri="{FF2B5EF4-FFF2-40B4-BE49-F238E27FC236}">
                    <a16:creationId xmlns:a16="http://schemas.microsoft.com/office/drawing/2014/main" id="{B12133BF-0D96-4D35-772D-EF9845B85733}"/>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3301804" y="3931865"/>
                <a:ext cx="270755" cy="270755"/>
              </a:xfrm>
              <a:prstGeom prst="rect">
                <a:avLst/>
              </a:prstGeom>
            </p:spPr>
          </p:pic>
        </p:grpSp>
        <p:sp>
          <p:nvSpPr>
            <p:cNvPr id="1056" name="TextBox 1055">
              <a:extLst>
                <a:ext uri="{FF2B5EF4-FFF2-40B4-BE49-F238E27FC236}">
                  <a16:creationId xmlns:a16="http://schemas.microsoft.com/office/drawing/2014/main" id="{475269CB-60B5-3B67-DACB-94C17B93C278}"/>
                </a:ext>
              </a:extLst>
            </p:cNvPr>
            <p:cNvSpPr txBox="1"/>
            <p:nvPr/>
          </p:nvSpPr>
          <p:spPr>
            <a:xfrm>
              <a:off x="5745559" y="4508515"/>
              <a:ext cx="846978" cy="301112"/>
            </a:xfrm>
            <a:prstGeom prst="rect">
              <a:avLst/>
            </a:prstGeom>
            <a:noFill/>
          </p:spPr>
          <p:txBody>
            <a:bodyPr wrap="square">
              <a:noAutofit/>
            </a:bodyPr>
            <a:lstStyle/>
            <a:p>
              <a:pPr algn="ctr" defTabSz="1504610">
                <a:defRPr/>
              </a:pPr>
              <a:r>
                <a:rPr lang="en-US" sz="1600" kern="0">
                  <a:solidFill>
                    <a:srgbClr val="000000"/>
                  </a:solidFill>
                  <a:latin typeface="IBM Plex Sans Light"/>
                </a:rPr>
                <a:t>Web Search</a:t>
              </a:r>
            </a:p>
            <a:p>
              <a:pPr algn="ctr" defTabSz="1504610">
                <a:defRPr/>
              </a:pPr>
              <a:endParaRPr lang="en-US" sz="1600" kern="0">
                <a:solidFill>
                  <a:srgbClr val="000000"/>
                </a:solidFill>
                <a:latin typeface="IBM Plex Sans Light"/>
              </a:endParaRPr>
            </a:p>
          </p:txBody>
        </p:sp>
        <p:grpSp>
          <p:nvGrpSpPr>
            <p:cNvPr id="1057" name="Group 1056">
              <a:extLst>
                <a:ext uri="{FF2B5EF4-FFF2-40B4-BE49-F238E27FC236}">
                  <a16:creationId xmlns:a16="http://schemas.microsoft.com/office/drawing/2014/main" id="{8BB195DD-3BE6-9911-A27A-9FDA5D0BB6B6}"/>
                </a:ext>
              </a:extLst>
            </p:cNvPr>
            <p:cNvGrpSpPr/>
            <p:nvPr/>
          </p:nvGrpSpPr>
          <p:grpSpPr>
            <a:xfrm>
              <a:off x="5988790" y="4133610"/>
              <a:ext cx="361007" cy="361008"/>
              <a:chOff x="1895644" y="4774665"/>
              <a:chExt cx="361007" cy="361008"/>
            </a:xfrm>
          </p:grpSpPr>
          <p:sp>
            <p:nvSpPr>
              <p:cNvPr id="1062" name="Rounded Rectangle 1061">
                <a:extLst>
                  <a:ext uri="{FF2B5EF4-FFF2-40B4-BE49-F238E27FC236}">
                    <a16:creationId xmlns:a16="http://schemas.microsoft.com/office/drawing/2014/main" id="{4845B4F0-25D4-E603-55CA-4E1C673E7F25}"/>
                  </a:ext>
                </a:extLst>
              </p:cNvPr>
              <p:cNvSpPr/>
              <p:nvPr/>
            </p:nvSpPr>
            <p:spPr bwMode="auto">
              <a:xfrm>
                <a:off x="1895644" y="4774665"/>
                <a:ext cx="361007" cy="361008"/>
              </a:xfrm>
              <a:prstGeom prst="roundRect">
                <a:avLst/>
              </a:prstGeom>
              <a:solidFill>
                <a:srgbClr val="C9DEFF">
                  <a:alpha val="42682"/>
                </a:srgbClr>
              </a:solidFill>
              <a:ln w="19050" cap="flat" cmpd="sng" algn="ctr">
                <a:noFill/>
                <a:prstDash val="solid"/>
                <a:headEnd type="none" w="med" len="med"/>
                <a:tailEnd type="none" w="med" len="med"/>
              </a:ln>
              <a:effectLst/>
            </p:spPr>
            <p:txBody>
              <a:bodyPr vert="horz" wrap="square" lIns="71042" tIns="71042" rIns="71042" bIns="71042" numCol="1" rtlCol="0" anchor="t" anchorCtr="0" compatLnSpc="1">
                <a:prstTxWarp prst="textNoShape">
                  <a:avLst/>
                </a:prstTxWarp>
              </a:bodyPr>
              <a:lstStyle/>
              <a:p>
                <a:pPr defTabSz="1804432" fontAlgn="base">
                  <a:lnSpc>
                    <a:spcPct val="90000"/>
                  </a:lnSpc>
                  <a:spcBef>
                    <a:spcPct val="0"/>
                  </a:spcBef>
                  <a:spcAft>
                    <a:spcPct val="0"/>
                  </a:spcAft>
                  <a:defRPr/>
                </a:pPr>
                <a:endParaRPr lang="en-US" sz="3948" kern="0">
                  <a:solidFill>
                    <a:srgbClr val="191919"/>
                  </a:solidFill>
                  <a:latin typeface="HelvNeue Light for IBM" pitchFamily="34" charset="0"/>
                </a:endParaRPr>
              </a:p>
            </p:txBody>
          </p:sp>
          <p:pic>
            <p:nvPicPr>
              <p:cNvPr id="1063" name="Graphic 1062" descr="Internet Of Things outline">
                <a:extLst>
                  <a:ext uri="{FF2B5EF4-FFF2-40B4-BE49-F238E27FC236}">
                    <a16:creationId xmlns:a16="http://schemas.microsoft.com/office/drawing/2014/main" id="{65438ACE-2DAF-839C-E876-25760F94273E}"/>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938111" y="4819792"/>
                <a:ext cx="270755" cy="270756"/>
              </a:xfrm>
              <a:prstGeom prst="rect">
                <a:avLst/>
              </a:prstGeom>
            </p:spPr>
          </p:pic>
        </p:grpSp>
        <p:sp>
          <p:nvSpPr>
            <p:cNvPr id="1058" name="TextBox 1057">
              <a:extLst>
                <a:ext uri="{FF2B5EF4-FFF2-40B4-BE49-F238E27FC236}">
                  <a16:creationId xmlns:a16="http://schemas.microsoft.com/office/drawing/2014/main" id="{8D0EE01B-486C-3879-E81E-75D27F4B92BE}"/>
                </a:ext>
              </a:extLst>
            </p:cNvPr>
            <p:cNvSpPr txBox="1"/>
            <p:nvPr/>
          </p:nvSpPr>
          <p:spPr>
            <a:xfrm>
              <a:off x="7290921" y="4489457"/>
              <a:ext cx="836370" cy="301112"/>
            </a:xfrm>
            <a:prstGeom prst="rect">
              <a:avLst/>
            </a:prstGeom>
            <a:noFill/>
          </p:spPr>
          <p:txBody>
            <a:bodyPr wrap="square">
              <a:noAutofit/>
            </a:bodyPr>
            <a:lstStyle/>
            <a:p>
              <a:pPr algn="ctr" defTabSz="1504610">
                <a:defRPr/>
              </a:pPr>
              <a:r>
                <a:rPr lang="en-US" sz="1600" kern="0">
                  <a:solidFill>
                    <a:srgbClr val="000000"/>
                  </a:solidFill>
                  <a:latin typeface="IBM Plex Sans Light"/>
                </a:rPr>
                <a:t>Actions and workflows</a:t>
              </a:r>
            </a:p>
            <a:p>
              <a:pPr algn="ctr" defTabSz="1504610">
                <a:defRPr/>
              </a:pPr>
              <a:endParaRPr lang="en-US" sz="1600" kern="0">
                <a:solidFill>
                  <a:srgbClr val="000000"/>
                </a:solidFill>
                <a:latin typeface="IBM Plex Sans Light"/>
              </a:endParaRPr>
            </a:p>
          </p:txBody>
        </p:sp>
        <p:grpSp>
          <p:nvGrpSpPr>
            <p:cNvPr id="1059" name="Group 1058">
              <a:extLst>
                <a:ext uri="{FF2B5EF4-FFF2-40B4-BE49-F238E27FC236}">
                  <a16:creationId xmlns:a16="http://schemas.microsoft.com/office/drawing/2014/main" id="{E2E97A2D-DC7F-19F0-9549-AC1F7F56DD77}"/>
                </a:ext>
              </a:extLst>
            </p:cNvPr>
            <p:cNvGrpSpPr/>
            <p:nvPr/>
          </p:nvGrpSpPr>
          <p:grpSpPr>
            <a:xfrm>
              <a:off x="7515069" y="4104386"/>
              <a:ext cx="361007" cy="361007"/>
              <a:chOff x="3244892" y="4742526"/>
              <a:chExt cx="361007" cy="361007"/>
            </a:xfrm>
          </p:grpSpPr>
          <p:sp>
            <p:nvSpPr>
              <p:cNvPr id="1060" name="Rounded Rectangle 1059">
                <a:extLst>
                  <a:ext uri="{FF2B5EF4-FFF2-40B4-BE49-F238E27FC236}">
                    <a16:creationId xmlns:a16="http://schemas.microsoft.com/office/drawing/2014/main" id="{40ED83C5-BAE0-3CA4-2D1B-0676C4332BE8}"/>
                  </a:ext>
                </a:extLst>
              </p:cNvPr>
              <p:cNvSpPr/>
              <p:nvPr/>
            </p:nvSpPr>
            <p:spPr bwMode="auto">
              <a:xfrm>
                <a:off x="3244892" y="4742526"/>
                <a:ext cx="361007" cy="361007"/>
              </a:xfrm>
              <a:prstGeom prst="roundRect">
                <a:avLst/>
              </a:prstGeom>
              <a:solidFill>
                <a:srgbClr val="C9DEFF">
                  <a:alpha val="42682"/>
                </a:srgbClr>
              </a:solidFill>
              <a:ln w="19050" cap="flat" cmpd="sng" algn="ctr">
                <a:noFill/>
                <a:prstDash val="solid"/>
                <a:headEnd type="none" w="med" len="med"/>
                <a:tailEnd type="none" w="med" len="med"/>
              </a:ln>
              <a:effectLst/>
            </p:spPr>
            <p:txBody>
              <a:bodyPr vert="horz" wrap="square" lIns="71042" tIns="71042" rIns="71042" bIns="71042" numCol="1" rtlCol="0" anchor="t" anchorCtr="0" compatLnSpc="1">
                <a:prstTxWarp prst="textNoShape">
                  <a:avLst/>
                </a:prstTxWarp>
              </a:bodyPr>
              <a:lstStyle/>
              <a:p>
                <a:pPr defTabSz="1804432" fontAlgn="base">
                  <a:lnSpc>
                    <a:spcPct val="90000"/>
                  </a:lnSpc>
                  <a:spcBef>
                    <a:spcPct val="0"/>
                  </a:spcBef>
                  <a:spcAft>
                    <a:spcPct val="0"/>
                  </a:spcAft>
                  <a:defRPr/>
                </a:pPr>
                <a:endParaRPr lang="en-US" sz="3948" kern="0">
                  <a:solidFill>
                    <a:srgbClr val="191919"/>
                  </a:solidFill>
                  <a:latin typeface="HelvNeue Light for IBM" pitchFamily="34" charset="0"/>
                </a:endParaRPr>
              </a:p>
            </p:txBody>
          </p:sp>
          <p:pic>
            <p:nvPicPr>
              <p:cNvPr id="1061" name="Graphic 1060" descr="Flowchart outline">
                <a:extLst>
                  <a:ext uri="{FF2B5EF4-FFF2-40B4-BE49-F238E27FC236}">
                    <a16:creationId xmlns:a16="http://schemas.microsoft.com/office/drawing/2014/main" id="{0C3BC845-6925-D440-62F2-931465C0470D}"/>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3293378" y="4784914"/>
                <a:ext cx="270755" cy="270755"/>
              </a:xfrm>
              <a:prstGeom prst="rect">
                <a:avLst/>
              </a:prstGeom>
            </p:spPr>
          </p:pic>
        </p:grpSp>
      </p:grpSp>
      <p:cxnSp>
        <p:nvCxnSpPr>
          <p:cNvPr id="1076" name="Straight Connector 1075">
            <a:extLst>
              <a:ext uri="{FF2B5EF4-FFF2-40B4-BE49-F238E27FC236}">
                <a16:creationId xmlns:a16="http://schemas.microsoft.com/office/drawing/2014/main" id="{ED87F726-7E8F-BD8C-C37E-109FEF9A231F}"/>
              </a:ext>
            </a:extLst>
          </p:cNvPr>
          <p:cNvCxnSpPr>
            <a:cxnSpLocks/>
          </p:cNvCxnSpPr>
          <p:nvPr/>
        </p:nvCxnSpPr>
        <p:spPr bwMode="auto">
          <a:xfrm>
            <a:off x="17508275" y="5739706"/>
            <a:ext cx="0" cy="3001372"/>
          </a:xfrm>
          <a:prstGeom prst="line">
            <a:avLst/>
          </a:prstGeom>
          <a:noFill/>
          <a:ln w="19050" cap="flat" cmpd="sng" algn="ctr">
            <a:solidFill>
              <a:srgbClr val="FFFFFF">
                <a:lumMod val="85000"/>
              </a:srgbClr>
            </a:solidFill>
            <a:prstDash val="sysDot"/>
            <a:headEnd type="none" w="med" len="med"/>
            <a:tailEnd type="none" w="med" len="med"/>
          </a:ln>
          <a:effectLst/>
        </p:spPr>
      </p:cxnSp>
      <p:cxnSp>
        <p:nvCxnSpPr>
          <p:cNvPr id="1078" name="Straight Connector 1077">
            <a:extLst>
              <a:ext uri="{FF2B5EF4-FFF2-40B4-BE49-F238E27FC236}">
                <a16:creationId xmlns:a16="http://schemas.microsoft.com/office/drawing/2014/main" id="{11CEA8A6-6518-49CF-2659-CB2EB05A80B2}"/>
              </a:ext>
            </a:extLst>
          </p:cNvPr>
          <p:cNvCxnSpPr>
            <a:cxnSpLocks/>
          </p:cNvCxnSpPr>
          <p:nvPr/>
        </p:nvCxnSpPr>
        <p:spPr bwMode="auto">
          <a:xfrm>
            <a:off x="16243561" y="1949608"/>
            <a:ext cx="0" cy="2762176"/>
          </a:xfrm>
          <a:prstGeom prst="line">
            <a:avLst/>
          </a:prstGeom>
          <a:noFill/>
          <a:ln w="19050" cap="flat" cmpd="sng" algn="ctr">
            <a:solidFill>
              <a:srgbClr val="FFFFFF">
                <a:lumMod val="85000"/>
              </a:srgbClr>
            </a:solidFill>
            <a:prstDash val="sysDot"/>
            <a:headEnd type="none" w="med" len="med"/>
            <a:tailEnd type="none" w="med" len="med"/>
          </a:ln>
          <a:effectLst/>
        </p:spPr>
      </p:cxnSp>
      <p:pic>
        <p:nvPicPr>
          <p:cNvPr id="1087" name="Picture 1086" descr="A blue infinity symbol on a black background&#10;&#10;Description automatically generated">
            <a:extLst>
              <a:ext uri="{FF2B5EF4-FFF2-40B4-BE49-F238E27FC236}">
                <a16:creationId xmlns:a16="http://schemas.microsoft.com/office/drawing/2014/main" id="{37DAADAE-1F3A-490C-F2F1-36A0DFAD5626}"/>
              </a:ext>
            </a:extLst>
          </p:cNvPr>
          <p:cNvPicPr>
            <a:picLocks noChangeAspect="1"/>
          </p:cNvPicPr>
          <p:nvPr/>
        </p:nvPicPr>
        <p:blipFill rotWithShape="1">
          <a:blip r:embed="rId20"/>
          <a:srcRect l="27021" t="26365" r="27418" b="18802"/>
          <a:stretch/>
        </p:blipFill>
        <p:spPr>
          <a:xfrm flipH="1">
            <a:off x="6197215" y="6563323"/>
            <a:ext cx="741480" cy="464738"/>
          </a:xfrm>
          <a:prstGeom prst="rect">
            <a:avLst/>
          </a:prstGeom>
        </p:spPr>
      </p:pic>
      <p:sp>
        <p:nvSpPr>
          <p:cNvPr id="197" name="TextBox 196">
            <a:extLst>
              <a:ext uri="{FF2B5EF4-FFF2-40B4-BE49-F238E27FC236}">
                <a16:creationId xmlns:a16="http://schemas.microsoft.com/office/drawing/2014/main" id="{FD2752A7-5C0C-1C57-C5BD-A61767596C19}"/>
              </a:ext>
            </a:extLst>
          </p:cNvPr>
          <p:cNvSpPr txBox="1"/>
          <p:nvPr/>
        </p:nvSpPr>
        <p:spPr>
          <a:xfrm>
            <a:off x="6492961" y="5967390"/>
            <a:ext cx="2628032" cy="4375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4874848">
              <a:buSzPct val="100000"/>
              <a:defRPr/>
            </a:pPr>
            <a:r>
              <a:rPr lang="en-US" sz="1800">
                <a:solidFill>
                  <a:srgbClr val="000000"/>
                </a:solidFill>
                <a:latin typeface="IBM Plex Sans Light"/>
                <a:cs typeface="Arial" panose="020B0604020202020204" pitchFamily="34" charset="0"/>
              </a:rPr>
              <a:t>(Bring-your-own model)</a:t>
            </a:r>
          </a:p>
        </p:txBody>
      </p:sp>
      <p:sp>
        <p:nvSpPr>
          <p:cNvPr id="202" name="TextBox 201">
            <a:extLst>
              <a:ext uri="{FF2B5EF4-FFF2-40B4-BE49-F238E27FC236}">
                <a16:creationId xmlns:a16="http://schemas.microsoft.com/office/drawing/2014/main" id="{3AD50542-1D5D-0385-D28D-E933E0B81258}"/>
              </a:ext>
            </a:extLst>
          </p:cNvPr>
          <p:cNvSpPr txBox="1"/>
          <p:nvPr/>
        </p:nvSpPr>
        <p:spPr>
          <a:xfrm>
            <a:off x="19607239" y="6336291"/>
            <a:ext cx="1583464" cy="846765"/>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326"/>
              </a:spcBef>
              <a:defRPr/>
            </a:pPr>
            <a:r>
              <a:rPr lang="en-US" sz="1600" kern="0">
                <a:solidFill>
                  <a:srgbClr val="000000"/>
                </a:solidFill>
                <a:latin typeface="IBM Plex Sans Light"/>
              </a:rPr>
              <a:t>IBM OOTB General tools</a:t>
            </a:r>
          </a:p>
          <a:p>
            <a:pPr algn="ctr" defTabSz="1298794">
              <a:spcBef>
                <a:spcPts val="326"/>
              </a:spcBef>
              <a:defRPr/>
            </a:pPr>
            <a:r>
              <a:rPr lang="en-US" sz="1200" kern="0">
                <a:solidFill>
                  <a:srgbClr val="000000"/>
                </a:solidFill>
                <a:latin typeface="IBM Plex Sans"/>
              </a:rPr>
              <a:t> </a:t>
            </a:r>
          </a:p>
        </p:txBody>
      </p:sp>
      <p:pic>
        <p:nvPicPr>
          <p:cNvPr id="203" name="Picture 2" descr="AWS Marketplace: IBM watsonx Orchestrate as a Service">
            <a:extLst>
              <a:ext uri="{FF2B5EF4-FFF2-40B4-BE49-F238E27FC236}">
                <a16:creationId xmlns:a16="http://schemas.microsoft.com/office/drawing/2014/main" id="{AD5715D6-27A6-B43A-E9DB-5C93AEC4FFBB}"/>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0188438" y="5925641"/>
            <a:ext cx="421066" cy="421066"/>
          </a:xfrm>
          <a:prstGeom prst="rect">
            <a:avLst/>
          </a:prstGeom>
          <a:noFill/>
          <a:extLst>
            <a:ext uri="{909E8E84-426E-40DD-AFC4-6F175D3DCCD1}">
              <a14:hiddenFill xmlns:a14="http://schemas.microsoft.com/office/drawing/2010/main">
                <a:solidFill>
                  <a:srgbClr val="FFFFFF"/>
                </a:solidFill>
              </a14:hiddenFill>
            </a:ext>
          </a:extLst>
        </p:spPr>
      </p:pic>
      <p:pic>
        <p:nvPicPr>
          <p:cNvPr id="204" name="Picture 203">
            <a:extLst>
              <a:ext uri="{FF2B5EF4-FFF2-40B4-BE49-F238E27FC236}">
                <a16:creationId xmlns:a16="http://schemas.microsoft.com/office/drawing/2014/main" id="{BF583502-1426-4899-065E-92DBD0D6D3A7}"/>
              </a:ext>
            </a:extLst>
          </p:cNvPr>
          <p:cNvPicPr>
            <a:picLocks noChangeAspect="1"/>
          </p:cNvPicPr>
          <p:nvPr/>
        </p:nvPicPr>
        <p:blipFill>
          <a:blip r:embed="rId22"/>
          <a:stretch>
            <a:fillRect/>
          </a:stretch>
        </p:blipFill>
        <p:spPr>
          <a:xfrm>
            <a:off x="18968048" y="5834748"/>
            <a:ext cx="653938" cy="805748"/>
          </a:xfrm>
          <a:prstGeom prst="rect">
            <a:avLst/>
          </a:prstGeom>
        </p:spPr>
      </p:pic>
      <p:pic>
        <p:nvPicPr>
          <p:cNvPr id="209" name="Picture 208" descr="ServiceNow Logo and symbol, meaning, history, PNG">
            <a:extLst>
              <a:ext uri="{FF2B5EF4-FFF2-40B4-BE49-F238E27FC236}">
                <a16:creationId xmlns:a16="http://schemas.microsoft.com/office/drawing/2014/main" id="{8025DD62-36C1-9112-B71D-CDECD13B0F3A}"/>
              </a:ext>
            </a:extLst>
          </p:cNvPr>
          <p:cNvPicPr>
            <a:picLocks noChangeAspect="1"/>
          </p:cNvPicPr>
          <p:nvPr/>
        </p:nvPicPr>
        <p:blipFill>
          <a:blip r:embed="rId4"/>
          <a:stretch>
            <a:fillRect/>
          </a:stretch>
        </p:blipFill>
        <p:spPr>
          <a:xfrm>
            <a:off x="17822045" y="6400974"/>
            <a:ext cx="1681676" cy="1126188"/>
          </a:xfrm>
          <a:prstGeom prst="rect">
            <a:avLst/>
          </a:prstGeom>
        </p:spPr>
      </p:pic>
      <p:sp>
        <p:nvSpPr>
          <p:cNvPr id="212" name="TextBox 211">
            <a:extLst>
              <a:ext uri="{FF2B5EF4-FFF2-40B4-BE49-F238E27FC236}">
                <a16:creationId xmlns:a16="http://schemas.microsoft.com/office/drawing/2014/main" id="{B3314B54-0A69-E8F8-4B3A-20AA95CAC070}"/>
              </a:ext>
            </a:extLst>
          </p:cNvPr>
          <p:cNvSpPr txBox="1"/>
          <p:nvPr/>
        </p:nvSpPr>
        <p:spPr>
          <a:xfrm>
            <a:off x="19508087" y="8470264"/>
            <a:ext cx="1525500" cy="7235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defTabSz="4874848">
              <a:buSzPct val="100000"/>
              <a:defRPr/>
            </a:pPr>
            <a:r>
              <a:rPr lang="en-US" sz="2200">
                <a:solidFill>
                  <a:srgbClr val="FFFFFF">
                    <a:lumMod val="50000"/>
                  </a:srgbClr>
                </a:solidFill>
                <a:latin typeface="IBM Plex Sans Light"/>
                <a:cs typeface="Arial" panose="020B0604020202020204" pitchFamily="34" charset="0"/>
              </a:rPr>
              <a:t>+100s more…</a:t>
            </a:r>
          </a:p>
        </p:txBody>
      </p:sp>
      <p:cxnSp>
        <p:nvCxnSpPr>
          <p:cNvPr id="214" name="Straight Arrow Connector 81">
            <a:extLst>
              <a:ext uri="{FF2B5EF4-FFF2-40B4-BE49-F238E27FC236}">
                <a16:creationId xmlns:a16="http://schemas.microsoft.com/office/drawing/2014/main" id="{1F602AC1-75FC-D865-B769-D1B9DFDB35E4}"/>
              </a:ext>
            </a:extLst>
          </p:cNvPr>
          <p:cNvCxnSpPr>
            <a:cxnSpLocks/>
            <a:endCxn id="121" idx="2"/>
          </p:cNvCxnSpPr>
          <p:nvPr/>
        </p:nvCxnSpPr>
        <p:spPr bwMode="auto">
          <a:xfrm rot="10800000" flipV="1">
            <a:off x="9608131" y="3240111"/>
            <a:ext cx="1842820" cy="3413942"/>
          </a:xfrm>
          <a:prstGeom prst="bentConnector5">
            <a:avLst>
              <a:gd name="adj1" fmla="val 24810"/>
              <a:gd name="adj2" fmla="val 45490"/>
              <a:gd name="adj3" fmla="val 75190"/>
            </a:avLst>
          </a:prstGeom>
          <a:noFill/>
          <a:ln w="19050" cap="flat" cmpd="sng" algn="ctr">
            <a:solidFill>
              <a:srgbClr val="FFFFFF">
                <a:lumMod val="85000"/>
              </a:srgbClr>
            </a:solidFill>
            <a:prstDash val="solid"/>
            <a:headEnd type="triangle"/>
            <a:tailEnd type="triangle"/>
          </a:ln>
          <a:effectLst/>
        </p:spPr>
      </p:cxnSp>
      <p:cxnSp>
        <p:nvCxnSpPr>
          <p:cNvPr id="217" name="Straight Arrow Connector 81">
            <a:extLst>
              <a:ext uri="{FF2B5EF4-FFF2-40B4-BE49-F238E27FC236}">
                <a16:creationId xmlns:a16="http://schemas.microsoft.com/office/drawing/2014/main" id="{732665A7-6E9B-1D18-CDA6-0718CF8CB3FC}"/>
              </a:ext>
            </a:extLst>
          </p:cNvPr>
          <p:cNvCxnSpPr>
            <a:cxnSpLocks/>
          </p:cNvCxnSpPr>
          <p:nvPr/>
        </p:nvCxnSpPr>
        <p:spPr bwMode="auto">
          <a:xfrm rot="10800000">
            <a:off x="9621894" y="6690544"/>
            <a:ext cx="1815298" cy="637060"/>
          </a:xfrm>
          <a:prstGeom prst="bentConnector5">
            <a:avLst>
              <a:gd name="adj1" fmla="val 25186"/>
              <a:gd name="adj2" fmla="val -87"/>
              <a:gd name="adj3" fmla="val 74814"/>
            </a:avLst>
          </a:prstGeom>
          <a:noFill/>
          <a:ln w="19050" cap="flat" cmpd="sng" algn="ctr">
            <a:solidFill>
              <a:srgbClr val="FFFFFF">
                <a:lumMod val="85000"/>
              </a:srgbClr>
            </a:solidFill>
            <a:prstDash val="solid"/>
            <a:headEnd type="triangle"/>
            <a:tailEnd type="triangle"/>
          </a:ln>
          <a:effectLst/>
        </p:spPr>
      </p:cxnSp>
      <p:cxnSp>
        <p:nvCxnSpPr>
          <p:cNvPr id="220" name="Straight Arrow Connector 81">
            <a:extLst>
              <a:ext uri="{FF2B5EF4-FFF2-40B4-BE49-F238E27FC236}">
                <a16:creationId xmlns:a16="http://schemas.microsoft.com/office/drawing/2014/main" id="{2CA843DE-D576-E23B-4399-59102B62EF16}"/>
              </a:ext>
            </a:extLst>
          </p:cNvPr>
          <p:cNvCxnSpPr>
            <a:cxnSpLocks/>
            <a:stCxn id="1024" idx="1"/>
            <a:endCxn id="121" idx="2"/>
          </p:cNvCxnSpPr>
          <p:nvPr/>
        </p:nvCxnSpPr>
        <p:spPr bwMode="auto">
          <a:xfrm rot="10800000">
            <a:off x="9608134" y="6654054"/>
            <a:ext cx="1842826" cy="4349052"/>
          </a:xfrm>
          <a:prstGeom prst="bentConnector5">
            <a:avLst>
              <a:gd name="adj1" fmla="val 75532"/>
              <a:gd name="adj2" fmla="val 42862"/>
              <a:gd name="adj3" fmla="val 75190"/>
            </a:avLst>
          </a:prstGeom>
          <a:noFill/>
          <a:ln w="19050" cap="flat" cmpd="sng" algn="ctr">
            <a:solidFill>
              <a:srgbClr val="FFFFFF">
                <a:lumMod val="85000"/>
              </a:srgbClr>
            </a:solidFill>
            <a:prstDash val="solid"/>
            <a:headEnd type="triangle"/>
            <a:tailEnd type="triangle"/>
          </a:ln>
          <a:effectLst/>
        </p:spPr>
      </p:cxnSp>
      <p:cxnSp>
        <p:nvCxnSpPr>
          <p:cNvPr id="225" name="Straight Arrow Connector 81">
            <a:extLst>
              <a:ext uri="{FF2B5EF4-FFF2-40B4-BE49-F238E27FC236}">
                <a16:creationId xmlns:a16="http://schemas.microsoft.com/office/drawing/2014/main" id="{D15FE3D0-45B6-CE89-A0E0-DAC02B104C17}"/>
              </a:ext>
            </a:extLst>
          </p:cNvPr>
          <p:cNvCxnSpPr>
            <a:cxnSpLocks/>
          </p:cNvCxnSpPr>
          <p:nvPr/>
        </p:nvCxnSpPr>
        <p:spPr bwMode="auto">
          <a:xfrm rot="10800000" flipV="1">
            <a:off x="4922539" y="6051966"/>
            <a:ext cx="1037328" cy="829648"/>
          </a:xfrm>
          <a:prstGeom prst="bentConnector3">
            <a:avLst>
              <a:gd name="adj1" fmla="val 50000"/>
            </a:avLst>
          </a:prstGeom>
          <a:noFill/>
          <a:ln w="19050" cap="flat" cmpd="sng" algn="ctr">
            <a:solidFill>
              <a:srgbClr val="FFFFFF">
                <a:lumMod val="85000"/>
              </a:srgbClr>
            </a:solidFill>
            <a:prstDash val="solid"/>
            <a:headEnd type="triangle"/>
            <a:tailEnd type="triangle"/>
          </a:ln>
          <a:effectLst/>
        </p:spPr>
      </p:cxnSp>
      <p:sp>
        <p:nvSpPr>
          <p:cNvPr id="228" name="TextBox 227">
            <a:extLst>
              <a:ext uri="{FF2B5EF4-FFF2-40B4-BE49-F238E27FC236}">
                <a16:creationId xmlns:a16="http://schemas.microsoft.com/office/drawing/2014/main" id="{B327675B-B173-11A7-160F-AFF44E63063E}"/>
              </a:ext>
            </a:extLst>
          </p:cNvPr>
          <p:cNvSpPr txBox="1"/>
          <p:nvPr/>
        </p:nvSpPr>
        <p:spPr>
          <a:xfrm>
            <a:off x="21692645" y="2108580"/>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defTabSz="4874848">
              <a:buSzPct val="100000"/>
              <a:defRPr/>
            </a:pPr>
            <a:endParaRPr lang="en-US" sz="4800">
              <a:solidFill>
                <a:srgbClr val="000000"/>
              </a:solidFill>
              <a:latin typeface="IBM Plex Sans Light"/>
              <a:cs typeface="Arial" panose="020B0604020202020204" pitchFamily="34" charset="0"/>
            </a:endParaRPr>
          </a:p>
        </p:txBody>
      </p:sp>
      <p:cxnSp>
        <p:nvCxnSpPr>
          <p:cNvPr id="9" name="Straight Connector 8">
            <a:extLst>
              <a:ext uri="{FF2B5EF4-FFF2-40B4-BE49-F238E27FC236}">
                <a16:creationId xmlns:a16="http://schemas.microsoft.com/office/drawing/2014/main" id="{868E635A-726F-B131-4412-B3934705568A}"/>
              </a:ext>
            </a:extLst>
          </p:cNvPr>
          <p:cNvCxnSpPr>
            <a:cxnSpLocks/>
          </p:cNvCxnSpPr>
          <p:nvPr/>
        </p:nvCxnSpPr>
        <p:spPr bwMode="auto">
          <a:xfrm rot="16200000">
            <a:off x="7763133" y="4257672"/>
            <a:ext cx="0" cy="3108152"/>
          </a:xfrm>
          <a:prstGeom prst="line">
            <a:avLst/>
          </a:prstGeom>
          <a:noFill/>
          <a:ln w="19050" cap="flat" cmpd="sng" algn="ctr">
            <a:solidFill>
              <a:srgbClr val="FFFFFF">
                <a:lumMod val="85000"/>
              </a:srgbClr>
            </a:solidFill>
            <a:prstDash val="sysDot"/>
            <a:headEnd type="none" w="med" len="med"/>
            <a:tailEnd type="none" w="med" len="med"/>
          </a:ln>
          <a:effectLst/>
        </p:spPr>
      </p:cxnSp>
      <p:pic>
        <p:nvPicPr>
          <p:cNvPr id="10" name="Picture 9">
            <a:extLst>
              <a:ext uri="{FF2B5EF4-FFF2-40B4-BE49-F238E27FC236}">
                <a16:creationId xmlns:a16="http://schemas.microsoft.com/office/drawing/2014/main" id="{B8BE6620-85B7-9A2A-AF82-6504F460320E}"/>
              </a:ext>
            </a:extLst>
          </p:cNvPr>
          <p:cNvPicPr>
            <a:picLocks noChangeAspect="1"/>
          </p:cNvPicPr>
          <p:nvPr/>
        </p:nvPicPr>
        <p:blipFill>
          <a:blip r:embed="rId23"/>
          <a:stretch>
            <a:fillRect/>
          </a:stretch>
        </p:blipFill>
        <p:spPr>
          <a:xfrm>
            <a:off x="7985064" y="6530981"/>
            <a:ext cx="464298" cy="464298"/>
          </a:xfrm>
          <a:prstGeom prst="rect">
            <a:avLst/>
          </a:prstGeom>
        </p:spPr>
      </p:pic>
      <p:sp>
        <p:nvSpPr>
          <p:cNvPr id="7" name="TextBox 6">
            <a:extLst>
              <a:ext uri="{FF2B5EF4-FFF2-40B4-BE49-F238E27FC236}">
                <a16:creationId xmlns:a16="http://schemas.microsoft.com/office/drawing/2014/main" id="{959EAD71-E9E8-EE96-1A5F-FD21C6862E1C}"/>
              </a:ext>
            </a:extLst>
          </p:cNvPr>
          <p:cNvSpPr txBox="1"/>
          <p:nvPr/>
        </p:nvSpPr>
        <p:spPr>
          <a:xfrm>
            <a:off x="21644025" y="2006285"/>
            <a:ext cx="2333452" cy="25326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2436936" hangingPunct="0">
              <a:spcBef>
                <a:spcPts val="6396"/>
              </a:spcBef>
              <a:defRPr sz="1600">
                <a:solidFill>
                  <a:srgbClr val="000000"/>
                </a:solidFill>
              </a:defRPr>
            </a:pPr>
            <a:r>
              <a:rPr lang="en-US" sz="2000" i="1" kern="0">
                <a:solidFill>
                  <a:srgbClr val="FFFFFF">
                    <a:lumMod val="50000"/>
                  </a:srgbClr>
                </a:solidFill>
                <a:latin typeface="IBM Plex Sans Light"/>
                <a:sym typeface="IBM Plex Sans Light"/>
              </a:rPr>
              <a:t>Custom, 3</a:t>
            </a:r>
            <a:r>
              <a:rPr lang="en-US" sz="2000" i="1" kern="0" baseline="30000">
                <a:solidFill>
                  <a:srgbClr val="FFFFFF">
                    <a:lumMod val="50000"/>
                  </a:srgbClr>
                </a:solidFill>
                <a:latin typeface="IBM Plex Sans Light"/>
                <a:sym typeface="IBM Plex Sans Light"/>
              </a:rPr>
              <a:t>rd</a:t>
            </a:r>
            <a:r>
              <a:rPr lang="en-US" sz="2000" i="1" kern="0">
                <a:solidFill>
                  <a:srgbClr val="FFFFFF">
                    <a:lumMod val="50000"/>
                  </a:srgbClr>
                </a:solidFill>
                <a:latin typeface="IBM Plex Sans Light"/>
                <a:sym typeface="IBM Plex Sans Light"/>
              </a:rPr>
              <a:t> party and IBM pre-built agents that can leverage tools and knowledge to complete tasks </a:t>
            </a:r>
          </a:p>
          <a:p>
            <a:pPr defTabSz="4874848">
              <a:buSzPct val="100000"/>
              <a:defRPr/>
            </a:pPr>
            <a:r>
              <a:rPr lang="en-US" sz="2200" i="1">
                <a:solidFill>
                  <a:srgbClr val="FFFFFF">
                    <a:lumMod val="50000"/>
                  </a:srgbClr>
                </a:solidFill>
                <a:latin typeface="IBM Plex Sans Light"/>
                <a:cs typeface="Arial" panose="020B0604020202020204" pitchFamily="34" charset="0"/>
              </a:rPr>
              <a:t> </a:t>
            </a:r>
          </a:p>
        </p:txBody>
      </p:sp>
      <p:sp>
        <p:nvSpPr>
          <p:cNvPr id="8" name="TextBox 7">
            <a:extLst>
              <a:ext uri="{FF2B5EF4-FFF2-40B4-BE49-F238E27FC236}">
                <a16:creationId xmlns:a16="http://schemas.microsoft.com/office/drawing/2014/main" id="{793819F0-24D6-6EFC-9F9A-2CE2BC03FFA3}"/>
              </a:ext>
            </a:extLst>
          </p:cNvPr>
          <p:cNvSpPr txBox="1"/>
          <p:nvPr/>
        </p:nvSpPr>
        <p:spPr>
          <a:xfrm>
            <a:off x="21719687" y="5834749"/>
            <a:ext cx="2333452" cy="25326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2436936" hangingPunct="0">
              <a:spcBef>
                <a:spcPts val="6396"/>
              </a:spcBef>
              <a:defRPr sz="1600">
                <a:solidFill>
                  <a:srgbClr val="000000"/>
                </a:solidFill>
              </a:defRPr>
            </a:pPr>
            <a:r>
              <a:rPr lang="en-US" sz="2000" i="1" kern="0">
                <a:solidFill>
                  <a:srgbClr val="FFFFFF">
                    <a:lumMod val="50000"/>
                  </a:srgbClr>
                </a:solidFill>
                <a:latin typeface="IBM Plex Sans Light"/>
                <a:sym typeface="IBM Plex Sans Light"/>
              </a:rPr>
              <a:t>Connectors, integrations and tools: Things the agent can access and utilize to complete tasks</a:t>
            </a:r>
          </a:p>
          <a:p>
            <a:pPr defTabSz="4874848">
              <a:buSzPct val="100000"/>
              <a:defRPr/>
            </a:pPr>
            <a:r>
              <a:rPr lang="en-US" sz="2200" i="1">
                <a:solidFill>
                  <a:srgbClr val="FFFFFF">
                    <a:lumMod val="50000"/>
                  </a:srgbClr>
                </a:solidFill>
                <a:latin typeface="IBM Plex Sans Light"/>
                <a:cs typeface="Arial" panose="020B0604020202020204" pitchFamily="34" charset="0"/>
              </a:rPr>
              <a:t> </a:t>
            </a:r>
          </a:p>
        </p:txBody>
      </p:sp>
      <p:sp>
        <p:nvSpPr>
          <p:cNvPr id="12" name="TextBox 11">
            <a:extLst>
              <a:ext uri="{FF2B5EF4-FFF2-40B4-BE49-F238E27FC236}">
                <a16:creationId xmlns:a16="http://schemas.microsoft.com/office/drawing/2014/main" id="{D6F5DBD5-5652-52CF-6269-D932163DAA60}"/>
              </a:ext>
            </a:extLst>
          </p:cNvPr>
          <p:cNvSpPr txBox="1"/>
          <p:nvPr/>
        </p:nvSpPr>
        <p:spPr>
          <a:xfrm>
            <a:off x="22021762" y="9941997"/>
            <a:ext cx="1804046" cy="25326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2436936" hangingPunct="0">
              <a:spcBef>
                <a:spcPts val="6396"/>
              </a:spcBef>
              <a:defRPr sz="1600">
                <a:solidFill>
                  <a:srgbClr val="000000"/>
                </a:solidFill>
              </a:defRPr>
            </a:pPr>
            <a:r>
              <a:rPr lang="en-US" sz="2000" i="1" kern="0">
                <a:solidFill>
                  <a:srgbClr val="FFFFFF">
                    <a:lumMod val="50000"/>
                  </a:srgbClr>
                </a:solidFill>
                <a:latin typeface="IBM Plex Sans Light"/>
                <a:sym typeface="IBM Plex Sans Light"/>
              </a:rPr>
              <a:t>Integrated knowledge and data layer the agent can use to surface insights </a:t>
            </a:r>
          </a:p>
          <a:p>
            <a:pPr defTabSz="4874848">
              <a:buSzPct val="100000"/>
              <a:defRPr/>
            </a:pPr>
            <a:r>
              <a:rPr lang="en-US" sz="2200" i="1">
                <a:solidFill>
                  <a:srgbClr val="FFFFFF">
                    <a:lumMod val="50000"/>
                  </a:srgbClr>
                </a:solidFill>
                <a:latin typeface="IBM Plex Sans Light"/>
                <a:cs typeface="Arial" panose="020B0604020202020204" pitchFamily="34" charset="0"/>
              </a:rPr>
              <a:t> </a:t>
            </a:r>
          </a:p>
        </p:txBody>
      </p:sp>
      <p:sp>
        <p:nvSpPr>
          <p:cNvPr id="18" name="TextBox 17">
            <a:extLst>
              <a:ext uri="{FF2B5EF4-FFF2-40B4-BE49-F238E27FC236}">
                <a16:creationId xmlns:a16="http://schemas.microsoft.com/office/drawing/2014/main" id="{A2D44EBB-57B8-32FA-2167-1C134095E333}"/>
              </a:ext>
            </a:extLst>
          </p:cNvPr>
          <p:cNvSpPr txBox="1"/>
          <p:nvPr/>
        </p:nvSpPr>
        <p:spPr>
          <a:xfrm>
            <a:off x="15371110" y="10546935"/>
            <a:ext cx="683554" cy="4448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defTabSz="4874848">
              <a:buSzPct val="100000"/>
              <a:defRPr/>
            </a:pPr>
            <a:endParaRPr lang="en-US" sz="3200">
              <a:solidFill>
                <a:srgbClr val="000000"/>
              </a:solidFill>
              <a:latin typeface="IBM Plex Sans Light"/>
              <a:cs typeface="Arial" panose="020B0604020202020204" pitchFamily="34" charset="0"/>
            </a:endParaRPr>
          </a:p>
        </p:txBody>
      </p:sp>
      <p:grpSp>
        <p:nvGrpSpPr>
          <p:cNvPr id="21" name="Group 20">
            <a:extLst>
              <a:ext uri="{FF2B5EF4-FFF2-40B4-BE49-F238E27FC236}">
                <a16:creationId xmlns:a16="http://schemas.microsoft.com/office/drawing/2014/main" id="{20E2D499-0BB9-DEE9-3721-952E43115751}"/>
              </a:ext>
            </a:extLst>
          </p:cNvPr>
          <p:cNvGrpSpPr/>
          <p:nvPr/>
        </p:nvGrpSpPr>
        <p:grpSpPr>
          <a:xfrm>
            <a:off x="258296" y="4018291"/>
            <a:ext cx="2523850" cy="949198"/>
            <a:chOff x="4198401" y="292779"/>
            <a:chExt cx="1262254" cy="474723"/>
          </a:xfrm>
        </p:grpSpPr>
        <p:sp>
          <p:nvSpPr>
            <p:cNvPr id="22" name="Text Placeholder 3">
              <a:extLst>
                <a:ext uri="{FF2B5EF4-FFF2-40B4-BE49-F238E27FC236}">
                  <a16:creationId xmlns:a16="http://schemas.microsoft.com/office/drawing/2014/main" id="{5916427E-4B62-6B31-4687-DE379D7F1B0A}"/>
                </a:ext>
              </a:extLst>
            </p:cNvPr>
            <p:cNvSpPr txBox="1">
              <a:spLocks/>
            </p:cNvSpPr>
            <p:nvPr/>
          </p:nvSpPr>
          <p:spPr>
            <a:xfrm>
              <a:off x="4198401" y="553586"/>
              <a:ext cx="1262254" cy="213916"/>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1299482">
                <a:lnSpc>
                  <a:spcPct val="110000"/>
                </a:lnSpc>
                <a:defRPr/>
              </a:pPr>
              <a:r>
                <a:rPr lang="en-US" sz="2100">
                  <a:solidFill>
                    <a:srgbClr val="000000"/>
                  </a:solidFill>
                </a:rPr>
                <a:t>WF Employees</a:t>
              </a:r>
            </a:p>
          </p:txBody>
        </p:sp>
        <p:grpSp>
          <p:nvGrpSpPr>
            <p:cNvPr id="23" name="Group 22">
              <a:extLst>
                <a:ext uri="{FF2B5EF4-FFF2-40B4-BE49-F238E27FC236}">
                  <a16:creationId xmlns:a16="http://schemas.microsoft.com/office/drawing/2014/main" id="{F1CADB00-49A1-56FB-16E0-CFACFFE8F506}"/>
                </a:ext>
              </a:extLst>
            </p:cNvPr>
            <p:cNvGrpSpPr/>
            <p:nvPr/>
          </p:nvGrpSpPr>
          <p:grpSpPr>
            <a:xfrm>
              <a:off x="4570666" y="292779"/>
              <a:ext cx="482782" cy="183092"/>
              <a:chOff x="6026694" y="721170"/>
              <a:chExt cx="579338" cy="219710"/>
            </a:xfrm>
          </p:grpSpPr>
          <p:pic>
            <p:nvPicPr>
              <p:cNvPr id="24" name="Graphic 23">
                <a:extLst>
                  <a:ext uri="{FF2B5EF4-FFF2-40B4-BE49-F238E27FC236}">
                    <a16:creationId xmlns:a16="http://schemas.microsoft.com/office/drawing/2014/main" id="{CAA5D622-45C7-C04E-DE85-22B1F6C0FF0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206508" y="721170"/>
                <a:ext cx="219710" cy="219710"/>
              </a:xfrm>
              <a:prstGeom prst="rect">
                <a:avLst/>
              </a:prstGeom>
            </p:spPr>
          </p:pic>
          <p:pic>
            <p:nvPicPr>
              <p:cNvPr id="27" name="Graphic 26">
                <a:extLst>
                  <a:ext uri="{FF2B5EF4-FFF2-40B4-BE49-F238E27FC236}">
                    <a16:creationId xmlns:a16="http://schemas.microsoft.com/office/drawing/2014/main" id="{3164EA79-9858-C2BB-5563-ED7E33860FB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386322" y="721170"/>
                <a:ext cx="219710" cy="219710"/>
              </a:xfrm>
              <a:prstGeom prst="rect">
                <a:avLst/>
              </a:prstGeom>
            </p:spPr>
          </p:pic>
          <p:pic>
            <p:nvPicPr>
              <p:cNvPr id="28" name="Graphic 27">
                <a:extLst>
                  <a:ext uri="{FF2B5EF4-FFF2-40B4-BE49-F238E27FC236}">
                    <a16:creationId xmlns:a16="http://schemas.microsoft.com/office/drawing/2014/main" id="{287FEBBB-1CD7-24F8-9409-977FDDEFA97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026694" y="721170"/>
                <a:ext cx="219710" cy="219710"/>
              </a:xfrm>
              <a:prstGeom prst="rect">
                <a:avLst/>
              </a:prstGeom>
            </p:spPr>
          </p:pic>
        </p:grpSp>
      </p:grpSp>
      <p:sp>
        <p:nvSpPr>
          <p:cNvPr id="14" name="TextBox 13">
            <a:extLst>
              <a:ext uri="{FF2B5EF4-FFF2-40B4-BE49-F238E27FC236}">
                <a16:creationId xmlns:a16="http://schemas.microsoft.com/office/drawing/2014/main" id="{C32FE92E-7CAC-2A3F-2486-73E0B7471C22}"/>
              </a:ext>
            </a:extLst>
          </p:cNvPr>
          <p:cNvSpPr txBox="1"/>
          <p:nvPr/>
        </p:nvSpPr>
        <p:spPr>
          <a:xfrm>
            <a:off x="10184331" y="12506498"/>
            <a:ext cx="0" cy="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0" tIns="0" rIns="0" bIns="0" rtlCol="0">
            <a:noAutofit/>
          </a:bodyPr>
          <a:lstStyle/>
          <a:p>
            <a:pPr defTabSz="4874848">
              <a:buSzPct val="100000"/>
              <a:defRPr/>
            </a:pPr>
            <a:endParaRPr lang="en-US" sz="4800">
              <a:solidFill>
                <a:srgbClr val="000000"/>
              </a:solidFill>
              <a:latin typeface="IBM Plex Sans Light"/>
              <a:cs typeface="Arial" panose="020B0604020202020204" pitchFamily="34" charset="0"/>
            </a:endParaRPr>
          </a:p>
        </p:txBody>
      </p:sp>
      <p:pic>
        <p:nvPicPr>
          <p:cNvPr id="38" name="Picture 10" descr="SharePoint Logo, symbol, meaning, history, PNG, brand">
            <a:extLst>
              <a:ext uri="{FF2B5EF4-FFF2-40B4-BE49-F238E27FC236}">
                <a16:creationId xmlns:a16="http://schemas.microsoft.com/office/drawing/2014/main" id="{3E41733D-75FD-6543-9372-7997BA236299}"/>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6696752" y="11109920"/>
            <a:ext cx="2013510" cy="1132600"/>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2" descr="Talk to your data Using Azure AI search and Azure Open AI studio">
            <a:extLst>
              <a:ext uri="{FF2B5EF4-FFF2-40B4-BE49-F238E27FC236}">
                <a16:creationId xmlns:a16="http://schemas.microsoft.com/office/drawing/2014/main" id="{611E7DB7-2769-E7F7-1DB5-E2D3AD1B7EC4}"/>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6243318" y="9987624"/>
            <a:ext cx="1471846" cy="1132632"/>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IBM watsonx.data - Visual Studio Marketplace">
            <a:extLst>
              <a:ext uri="{FF2B5EF4-FFF2-40B4-BE49-F238E27FC236}">
                <a16:creationId xmlns:a16="http://schemas.microsoft.com/office/drawing/2014/main" id="{E251D96C-CEBE-F03D-CA2D-A6749505505C}"/>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5211906" y="10391971"/>
            <a:ext cx="754730" cy="75473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4603EF7-7D48-D042-8796-BED70A3C5986}"/>
              </a:ext>
            </a:extLst>
          </p:cNvPr>
          <p:cNvSpPr txBox="1"/>
          <p:nvPr/>
        </p:nvSpPr>
        <p:spPr>
          <a:xfrm>
            <a:off x="13824632" y="11158538"/>
            <a:ext cx="3495014" cy="58295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0" tIns="0" rIns="0" bIns="0" rtlCol="0">
            <a:noAutofit/>
          </a:bodyPr>
          <a:lstStyle/>
          <a:p>
            <a:pPr algn="ctr" defTabSz="2437424">
              <a:buSzPct val="100000"/>
              <a:defRPr/>
            </a:pPr>
            <a:r>
              <a:rPr lang="en-US" sz="1600" err="1">
                <a:solidFill>
                  <a:srgbClr val="000000"/>
                </a:solidFill>
                <a:latin typeface="IBM Plex Sans Light"/>
                <a:cs typeface="Arial" panose="020B0604020202020204" pitchFamily="34" charset="0"/>
              </a:rPr>
              <a:t>watsonx.data</a:t>
            </a:r>
            <a:endParaRPr lang="en-US" sz="1600">
              <a:solidFill>
                <a:srgbClr val="000000"/>
              </a:solidFill>
              <a:latin typeface="IBM Plex Sans Light"/>
              <a:cs typeface="Arial" panose="020B0604020202020204" pitchFamily="34" charset="0"/>
            </a:endParaRPr>
          </a:p>
        </p:txBody>
      </p:sp>
      <p:pic>
        <p:nvPicPr>
          <p:cNvPr id="11" name="Picture 10">
            <a:extLst>
              <a:ext uri="{FF2B5EF4-FFF2-40B4-BE49-F238E27FC236}">
                <a16:creationId xmlns:a16="http://schemas.microsoft.com/office/drawing/2014/main" id="{343F0E8B-17E3-10F5-0C9F-A15F8AE791FA}"/>
              </a:ext>
            </a:extLst>
          </p:cNvPr>
          <p:cNvPicPr>
            <a:picLocks noChangeAspect="1"/>
          </p:cNvPicPr>
          <p:nvPr/>
        </p:nvPicPr>
        <p:blipFill>
          <a:blip r:embed="rId27"/>
          <a:stretch>
            <a:fillRect/>
          </a:stretch>
        </p:blipFill>
        <p:spPr>
          <a:xfrm>
            <a:off x="4378744" y="12502358"/>
            <a:ext cx="16967882" cy="1198184"/>
          </a:xfrm>
          <a:prstGeom prst="rect">
            <a:avLst/>
          </a:prstGeom>
        </p:spPr>
      </p:pic>
      <p:pic>
        <p:nvPicPr>
          <p:cNvPr id="40" name="Picture 2" descr="IBM Watson | Empowering Your Workforce with AI">
            <a:extLst>
              <a:ext uri="{FF2B5EF4-FFF2-40B4-BE49-F238E27FC236}">
                <a16:creationId xmlns:a16="http://schemas.microsoft.com/office/drawing/2014/main" id="{13812AEE-92C0-D7C8-C078-75C1A9D5426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50955" y="12925709"/>
            <a:ext cx="377196" cy="351486"/>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Bedrock (AWS) Logo Free Download SVG... · LobeHub">
            <a:extLst>
              <a:ext uri="{FF2B5EF4-FFF2-40B4-BE49-F238E27FC236}">
                <a16:creationId xmlns:a16="http://schemas.microsoft.com/office/drawing/2014/main" id="{ABD32690-1CBB-0136-EF0C-F63F3670EE33}"/>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061045" y="6415266"/>
            <a:ext cx="777396" cy="777396"/>
          </a:xfrm>
          <a:prstGeom prst="rect">
            <a:avLst/>
          </a:prstGeom>
          <a:noFill/>
          <a:extLst>
            <a:ext uri="{909E8E84-426E-40DD-AFC4-6F175D3DCCD1}">
              <a14:hiddenFill xmlns:a14="http://schemas.microsoft.com/office/drawing/2010/main">
                <a:solidFill>
                  <a:srgbClr val="FFFFFF"/>
                </a:solidFill>
              </a14:hiddenFill>
            </a:ext>
          </a:extLst>
        </p:spPr>
      </p:pic>
      <p:sp>
        <p:nvSpPr>
          <p:cNvPr id="65" name="TextBox 64">
            <a:extLst>
              <a:ext uri="{FF2B5EF4-FFF2-40B4-BE49-F238E27FC236}">
                <a16:creationId xmlns:a16="http://schemas.microsoft.com/office/drawing/2014/main" id="{2D282D50-A9D5-80CD-B5FD-4EBB7CE5B746}"/>
              </a:ext>
            </a:extLst>
          </p:cNvPr>
          <p:cNvSpPr txBox="1"/>
          <p:nvPr/>
        </p:nvSpPr>
        <p:spPr>
          <a:xfrm>
            <a:off x="17212159" y="4134125"/>
            <a:ext cx="1583464" cy="785210"/>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326"/>
              </a:spcBef>
              <a:defRPr/>
            </a:pPr>
            <a:r>
              <a:rPr lang="en-US" sz="1400" kern="0">
                <a:solidFill>
                  <a:srgbClr val="000000"/>
                </a:solidFill>
                <a:latin typeface="IBM Plex Sans Light"/>
              </a:rPr>
              <a:t>IBM Custom Agents</a:t>
            </a:r>
          </a:p>
          <a:p>
            <a:pPr algn="ctr" defTabSz="1298794">
              <a:spcBef>
                <a:spcPts val="326"/>
              </a:spcBef>
              <a:defRPr/>
            </a:pPr>
            <a:r>
              <a:rPr lang="en-US" sz="1200" kern="0">
                <a:solidFill>
                  <a:srgbClr val="000000"/>
                </a:solidFill>
                <a:latin typeface="IBM Plex Sans"/>
              </a:rPr>
              <a:t> </a:t>
            </a:r>
          </a:p>
        </p:txBody>
      </p:sp>
      <p:pic>
        <p:nvPicPr>
          <p:cNvPr id="81" name="Picture 2" descr="AWS Marketplace: IBM watsonx Orchestrate as a Service">
            <a:extLst>
              <a:ext uri="{FF2B5EF4-FFF2-40B4-BE49-F238E27FC236}">
                <a16:creationId xmlns:a16="http://schemas.microsoft.com/office/drawing/2014/main" id="{00798F35-1919-D61F-71E3-CE99B8A25417}"/>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6672809" y="2847030"/>
            <a:ext cx="421064" cy="421064"/>
          </a:xfrm>
          <a:prstGeom prst="rect">
            <a:avLst/>
          </a:prstGeom>
          <a:noFill/>
          <a:extLst>
            <a:ext uri="{909E8E84-426E-40DD-AFC4-6F175D3DCCD1}">
              <a14:hiddenFill xmlns:a14="http://schemas.microsoft.com/office/drawing/2010/main">
                <a:solidFill>
                  <a:srgbClr val="FFFFFF"/>
                </a:solidFill>
              </a14:hiddenFill>
            </a:ext>
          </a:extLst>
        </p:spPr>
      </p:pic>
      <p:sp>
        <p:nvSpPr>
          <p:cNvPr id="85" name="TextBox 84">
            <a:extLst>
              <a:ext uri="{FF2B5EF4-FFF2-40B4-BE49-F238E27FC236}">
                <a16:creationId xmlns:a16="http://schemas.microsoft.com/office/drawing/2014/main" id="{EE5FC615-1563-8DCB-C171-1EE8303E79FE}"/>
              </a:ext>
            </a:extLst>
          </p:cNvPr>
          <p:cNvSpPr txBox="1"/>
          <p:nvPr/>
        </p:nvSpPr>
        <p:spPr>
          <a:xfrm>
            <a:off x="13873086" y="2669455"/>
            <a:ext cx="1357474" cy="785210"/>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326"/>
              </a:spcBef>
              <a:defRPr/>
            </a:pPr>
            <a:r>
              <a:rPr lang="en-US" sz="1400" kern="0">
                <a:solidFill>
                  <a:srgbClr val="000000"/>
                </a:solidFill>
                <a:latin typeface="IBM Plex Sans Light"/>
              </a:rPr>
              <a:t>Contract Master</a:t>
            </a:r>
          </a:p>
          <a:p>
            <a:pPr algn="ctr" defTabSz="1298794">
              <a:spcBef>
                <a:spcPts val="326"/>
              </a:spcBef>
              <a:defRPr/>
            </a:pPr>
            <a:r>
              <a:rPr lang="en-US" sz="1200" kern="0">
                <a:solidFill>
                  <a:srgbClr val="000000"/>
                </a:solidFill>
                <a:latin typeface="IBM Plex Sans"/>
              </a:rPr>
              <a:t> </a:t>
            </a:r>
          </a:p>
        </p:txBody>
      </p:sp>
      <p:sp>
        <p:nvSpPr>
          <p:cNvPr id="98" name="TextBox 97">
            <a:extLst>
              <a:ext uri="{FF2B5EF4-FFF2-40B4-BE49-F238E27FC236}">
                <a16:creationId xmlns:a16="http://schemas.microsoft.com/office/drawing/2014/main" id="{1EBE84D0-ACDC-D9B2-0B6D-ACDE65B36D14}"/>
              </a:ext>
            </a:extLst>
          </p:cNvPr>
          <p:cNvSpPr txBox="1"/>
          <p:nvPr/>
        </p:nvSpPr>
        <p:spPr>
          <a:xfrm>
            <a:off x="11300659" y="4018620"/>
            <a:ext cx="1684340" cy="569766"/>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326"/>
              </a:spcBef>
              <a:defRPr/>
            </a:pPr>
            <a:r>
              <a:rPr lang="en-US" sz="1400" kern="0">
                <a:solidFill>
                  <a:srgbClr val="000000"/>
                </a:solidFill>
                <a:latin typeface="IBM Plex Sans Light"/>
              </a:rPr>
              <a:t>CSTN</a:t>
            </a:r>
          </a:p>
          <a:p>
            <a:pPr algn="ctr" defTabSz="1298794">
              <a:spcBef>
                <a:spcPts val="326"/>
              </a:spcBef>
              <a:defRPr/>
            </a:pPr>
            <a:endParaRPr lang="en-US" sz="1200" kern="0">
              <a:solidFill>
                <a:srgbClr val="000000"/>
              </a:solidFill>
              <a:latin typeface="IBM Plex Sans"/>
            </a:endParaRPr>
          </a:p>
        </p:txBody>
      </p:sp>
      <p:sp>
        <p:nvSpPr>
          <p:cNvPr id="103" name="Footer Placeholder 1">
            <a:extLst>
              <a:ext uri="{FF2B5EF4-FFF2-40B4-BE49-F238E27FC236}">
                <a16:creationId xmlns:a16="http://schemas.microsoft.com/office/drawing/2014/main" id="{756914CD-FD17-461F-FFCA-88845A57E453}"/>
              </a:ext>
            </a:extLst>
          </p:cNvPr>
          <p:cNvSpPr txBox="1">
            <a:spLocks/>
          </p:cNvSpPr>
          <p:nvPr/>
        </p:nvSpPr>
        <p:spPr>
          <a:xfrm>
            <a:off x="1016024" y="13062953"/>
            <a:ext cx="4951662" cy="38065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1826818">
              <a:defRPr/>
            </a:pPr>
            <a:r>
              <a:rPr lang="en-US">
                <a:solidFill>
                  <a:srgbClr val="000000"/>
                </a:solidFill>
              </a:rPr>
              <a:t>© IBM 2025</a:t>
            </a:r>
          </a:p>
        </p:txBody>
      </p:sp>
      <p:pic>
        <p:nvPicPr>
          <p:cNvPr id="17" name="Picture 4" descr="Wells Fargo - Wikipedia">
            <a:extLst>
              <a:ext uri="{FF2B5EF4-FFF2-40B4-BE49-F238E27FC236}">
                <a16:creationId xmlns:a16="http://schemas.microsoft.com/office/drawing/2014/main" id="{75287EDE-244C-1C5A-D497-6FA52B987924}"/>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3078388" y="1892194"/>
            <a:ext cx="754954" cy="69298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 descr="Wells Fargo - Wikipedia">
            <a:extLst>
              <a:ext uri="{FF2B5EF4-FFF2-40B4-BE49-F238E27FC236}">
                <a16:creationId xmlns:a16="http://schemas.microsoft.com/office/drawing/2014/main" id="{EB2A8EE8-97FF-8A80-5DBD-07B1C15B1B9B}"/>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4220425" y="1892510"/>
            <a:ext cx="700088" cy="700088"/>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4" descr="Wells Fargo - Wikipedia">
            <a:extLst>
              <a:ext uri="{FF2B5EF4-FFF2-40B4-BE49-F238E27FC236}">
                <a16:creationId xmlns:a16="http://schemas.microsoft.com/office/drawing/2014/main" id="{441846B1-7FB8-B606-BDD0-CBCF93BA6659}"/>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1784801" y="3288498"/>
            <a:ext cx="700088" cy="70008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2A092AED-7EC1-8A8B-669B-EFCAE4F5CAA7}"/>
              </a:ext>
            </a:extLst>
          </p:cNvPr>
          <p:cNvPicPr>
            <a:picLocks noChangeAspect="1"/>
          </p:cNvPicPr>
          <p:nvPr/>
        </p:nvPicPr>
        <p:blipFill>
          <a:blip r:embed="rId30"/>
          <a:stretch>
            <a:fillRect/>
          </a:stretch>
        </p:blipFill>
        <p:spPr>
          <a:xfrm>
            <a:off x="22709181" y="539205"/>
            <a:ext cx="1277712" cy="475426"/>
          </a:xfrm>
          <a:prstGeom prst="rect">
            <a:avLst/>
          </a:prstGeom>
        </p:spPr>
      </p:pic>
      <p:pic>
        <p:nvPicPr>
          <p:cNvPr id="6" name="Picture 4" descr="Wells Fargo - Wikipedia">
            <a:extLst>
              <a:ext uri="{FF2B5EF4-FFF2-40B4-BE49-F238E27FC236}">
                <a16:creationId xmlns:a16="http://schemas.microsoft.com/office/drawing/2014/main" id="{4637E262-9D4C-1164-F86F-A7B5B76D05A6}"/>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1673075" y="426872"/>
            <a:ext cx="700088" cy="700088"/>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
            <a:extLst>
              <a:ext uri="{FF2B5EF4-FFF2-40B4-BE49-F238E27FC236}">
                <a16:creationId xmlns:a16="http://schemas.microsoft.com/office/drawing/2014/main" id="{F251A478-296A-B0CE-22D6-BD0AC9406DEC}"/>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8677224" y="6516120"/>
            <a:ext cx="576666" cy="557820"/>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descr="ServiceNow Logo and symbol, meaning, history, PNG">
            <a:extLst>
              <a:ext uri="{FF2B5EF4-FFF2-40B4-BE49-F238E27FC236}">
                <a16:creationId xmlns:a16="http://schemas.microsoft.com/office/drawing/2014/main" id="{F75C8B08-C6AE-1BD6-8673-0632DC9C993A}"/>
              </a:ext>
            </a:extLst>
          </p:cNvPr>
          <p:cNvPicPr>
            <a:picLocks noChangeAspect="1"/>
          </p:cNvPicPr>
          <p:nvPr/>
        </p:nvPicPr>
        <p:blipFill>
          <a:blip r:embed="rId4"/>
          <a:stretch>
            <a:fillRect/>
          </a:stretch>
        </p:blipFill>
        <p:spPr>
          <a:xfrm>
            <a:off x="17902135" y="9758354"/>
            <a:ext cx="1681676" cy="1126188"/>
          </a:xfrm>
          <a:prstGeom prst="rect">
            <a:avLst/>
          </a:prstGeom>
        </p:spPr>
      </p:pic>
      <p:pic>
        <p:nvPicPr>
          <p:cNvPr id="61" name="Picture 4" descr="Wells Fargo - Wikipedia">
            <a:extLst>
              <a:ext uri="{FF2B5EF4-FFF2-40B4-BE49-F238E27FC236}">
                <a16:creationId xmlns:a16="http://schemas.microsoft.com/office/drawing/2014/main" id="{A506E3E7-C00C-185F-00B1-C1495274EA26}"/>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2940821" y="3315492"/>
            <a:ext cx="700088" cy="700088"/>
          </a:xfrm>
          <a:prstGeom prst="rect">
            <a:avLst/>
          </a:prstGeom>
          <a:noFill/>
          <a:extLst>
            <a:ext uri="{909E8E84-426E-40DD-AFC4-6F175D3DCCD1}">
              <a14:hiddenFill xmlns:a14="http://schemas.microsoft.com/office/drawing/2010/main">
                <a:solidFill>
                  <a:srgbClr val="FFFFFF"/>
                </a:solidFill>
              </a14:hiddenFill>
            </a:ext>
          </a:extLst>
        </p:spPr>
      </p:pic>
      <p:sp>
        <p:nvSpPr>
          <p:cNvPr id="62" name="TextBox 61">
            <a:extLst>
              <a:ext uri="{FF2B5EF4-FFF2-40B4-BE49-F238E27FC236}">
                <a16:creationId xmlns:a16="http://schemas.microsoft.com/office/drawing/2014/main" id="{ACDAE7E2-C537-50DA-F859-D3E54838E61C}"/>
              </a:ext>
            </a:extLst>
          </p:cNvPr>
          <p:cNvSpPr txBox="1"/>
          <p:nvPr/>
        </p:nvSpPr>
        <p:spPr>
          <a:xfrm>
            <a:off x="12495051" y="4022366"/>
            <a:ext cx="1583464" cy="346628"/>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326"/>
              </a:spcBef>
              <a:defRPr/>
            </a:pPr>
            <a:r>
              <a:rPr lang="en-US" sz="1400" kern="0">
                <a:solidFill>
                  <a:srgbClr val="000000"/>
                </a:solidFill>
                <a:latin typeface="IBM Plex Sans Light"/>
              </a:rPr>
              <a:t>WCAO</a:t>
            </a:r>
            <a:endParaRPr lang="en-US" sz="1200" kern="0">
              <a:solidFill>
                <a:srgbClr val="000000"/>
              </a:solidFill>
              <a:latin typeface="IBM Plex Sans"/>
            </a:endParaRPr>
          </a:p>
        </p:txBody>
      </p:sp>
      <p:pic>
        <p:nvPicPr>
          <p:cNvPr id="63" name="Picture 14" descr="Google Agentspace : r/singularity">
            <a:extLst>
              <a:ext uri="{FF2B5EF4-FFF2-40B4-BE49-F238E27FC236}">
                <a16:creationId xmlns:a16="http://schemas.microsoft.com/office/drawing/2014/main" id="{06036F37-286E-7041-E693-D34C70DAB8EB}"/>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8855990" y="3623437"/>
            <a:ext cx="1396442" cy="734258"/>
          </a:xfrm>
          <a:prstGeom prst="rect">
            <a:avLst/>
          </a:prstGeom>
          <a:noFill/>
          <a:extLst>
            <a:ext uri="{909E8E84-426E-40DD-AFC4-6F175D3DCCD1}">
              <a14:hiddenFill xmlns:a14="http://schemas.microsoft.com/office/drawing/2010/main">
                <a:solidFill>
                  <a:srgbClr val="FFFFFF"/>
                </a:solidFill>
              </a14:hiddenFill>
            </a:ext>
          </a:extLst>
        </p:spPr>
      </p:pic>
      <p:sp>
        <p:nvSpPr>
          <p:cNvPr id="64" name="TextBox 63">
            <a:extLst>
              <a:ext uri="{FF2B5EF4-FFF2-40B4-BE49-F238E27FC236}">
                <a16:creationId xmlns:a16="http://schemas.microsoft.com/office/drawing/2014/main" id="{03AE686B-BDC5-20FB-37D3-C9B894629930}"/>
              </a:ext>
            </a:extLst>
          </p:cNvPr>
          <p:cNvSpPr txBox="1"/>
          <p:nvPr/>
        </p:nvSpPr>
        <p:spPr>
          <a:xfrm>
            <a:off x="18729967" y="4286238"/>
            <a:ext cx="1583464" cy="569766"/>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326"/>
              </a:spcBef>
              <a:defRPr/>
            </a:pPr>
            <a:r>
              <a:rPr lang="en-US" sz="1400" kern="0" err="1">
                <a:solidFill>
                  <a:srgbClr val="000000"/>
                </a:solidFill>
                <a:latin typeface="IBM Plex Sans Light"/>
              </a:rPr>
              <a:t>Agentspace</a:t>
            </a:r>
            <a:endParaRPr lang="en-US" sz="1400" kern="0">
              <a:solidFill>
                <a:srgbClr val="000000"/>
              </a:solidFill>
              <a:latin typeface="IBM Plex Sans Light"/>
            </a:endParaRPr>
          </a:p>
          <a:p>
            <a:pPr algn="ctr" defTabSz="1298794">
              <a:spcBef>
                <a:spcPts val="326"/>
              </a:spcBef>
              <a:defRPr/>
            </a:pPr>
            <a:r>
              <a:rPr lang="en-US" sz="1200" kern="0">
                <a:solidFill>
                  <a:srgbClr val="000000"/>
                </a:solidFill>
                <a:latin typeface="IBM Plex Sans"/>
              </a:rPr>
              <a:t> </a:t>
            </a:r>
          </a:p>
        </p:txBody>
      </p:sp>
      <p:pic>
        <p:nvPicPr>
          <p:cNvPr id="77" name="Picture 14" descr="Google Agentspace : r/singularity">
            <a:extLst>
              <a:ext uri="{FF2B5EF4-FFF2-40B4-BE49-F238E27FC236}">
                <a16:creationId xmlns:a16="http://schemas.microsoft.com/office/drawing/2014/main" id="{6CA3582E-E55D-FE7B-4F4A-F1529A04E3FF}"/>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7851671" y="7224256"/>
            <a:ext cx="1892240" cy="994952"/>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14" descr="Google Agentspace : r/singularity">
            <a:extLst>
              <a:ext uri="{FF2B5EF4-FFF2-40B4-BE49-F238E27FC236}">
                <a16:creationId xmlns:a16="http://schemas.microsoft.com/office/drawing/2014/main" id="{88F13AAB-4CB0-56D3-DF6F-8C85A844B72F}"/>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9788758" y="9951055"/>
            <a:ext cx="1396442" cy="73425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Wells Fargo - Wikipedia">
            <a:extLst>
              <a:ext uri="{FF2B5EF4-FFF2-40B4-BE49-F238E27FC236}">
                <a16:creationId xmlns:a16="http://schemas.microsoft.com/office/drawing/2014/main" id="{76B5A984-22D1-1FF4-4847-EFA5B25211A9}"/>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678257" y="6495214"/>
            <a:ext cx="700088" cy="700088"/>
          </a:xfrm>
          <a:prstGeom prst="rect">
            <a:avLst/>
          </a:prstGeom>
          <a:noFill/>
          <a:extLst>
            <a:ext uri="{909E8E84-426E-40DD-AFC4-6F175D3DCCD1}">
              <a14:hiddenFill xmlns:a14="http://schemas.microsoft.com/office/drawing/2010/main">
                <a:solidFill>
                  <a:srgbClr val="FFFFFF"/>
                </a:solidFill>
              </a14:hiddenFill>
            </a:ext>
          </a:extLst>
        </p:spPr>
      </p:pic>
      <p:cxnSp>
        <p:nvCxnSpPr>
          <p:cNvPr id="128" name="Straight Connector 127">
            <a:extLst>
              <a:ext uri="{FF2B5EF4-FFF2-40B4-BE49-F238E27FC236}">
                <a16:creationId xmlns:a16="http://schemas.microsoft.com/office/drawing/2014/main" id="{5C4A1FB6-43F7-6981-5BAE-BA60D674AF2A}"/>
              </a:ext>
            </a:extLst>
          </p:cNvPr>
          <p:cNvCxnSpPr>
            <a:cxnSpLocks/>
          </p:cNvCxnSpPr>
          <p:nvPr/>
        </p:nvCxnSpPr>
        <p:spPr bwMode="auto">
          <a:xfrm>
            <a:off x="6220674" y="7367804"/>
            <a:ext cx="3235534" cy="0"/>
          </a:xfrm>
          <a:prstGeom prst="line">
            <a:avLst/>
          </a:prstGeom>
          <a:noFill/>
          <a:ln w="19050" cap="flat" cmpd="sng" algn="ctr">
            <a:solidFill>
              <a:srgbClr val="FFFFFF">
                <a:lumMod val="85000"/>
              </a:srgbClr>
            </a:solidFill>
            <a:prstDash val="sysDot"/>
            <a:headEnd type="none" w="med" len="med"/>
            <a:tailEnd type="none" w="med" len="med"/>
          </a:ln>
          <a:effectLst/>
        </p:spPr>
      </p:cxnSp>
      <p:grpSp>
        <p:nvGrpSpPr>
          <p:cNvPr id="139" name="Group 138">
            <a:extLst>
              <a:ext uri="{FF2B5EF4-FFF2-40B4-BE49-F238E27FC236}">
                <a16:creationId xmlns:a16="http://schemas.microsoft.com/office/drawing/2014/main" id="{B84C95B6-8475-ABCD-98A3-CC82E408E53F}"/>
              </a:ext>
            </a:extLst>
          </p:cNvPr>
          <p:cNvGrpSpPr/>
          <p:nvPr/>
        </p:nvGrpSpPr>
        <p:grpSpPr>
          <a:xfrm>
            <a:off x="6059615" y="7778312"/>
            <a:ext cx="3411684" cy="2501704"/>
            <a:chOff x="3067139" y="3747469"/>
            <a:chExt cx="1705842" cy="1250852"/>
          </a:xfrm>
        </p:grpSpPr>
        <p:grpSp>
          <p:nvGrpSpPr>
            <p:cNvPr id="104" name="Group 103">
              <a:extLst>
                <a:ext uri="{FF2B5EF4-FFF2-40B4-BE49-F238E27FC236}">
                  <a16:creationId xmlns:a16="http://schemas.microsoft.com/office/drawing/2014/main" id="{B43E7D67-B5E1-DD1E-940E-CAB28EC73C4B}"/>
                </a:ext>
              </a:extLst>
            </p:cNvPr>
            <p:cNvGrpSpPr/>
            <p:nvPr/>
          </p:nvGrpSpPr>
          <p:grpSpPr>
            <a:xfrm>
              <a:off x="3744738" y="4396567"/>
              <a:ext cx="359398" cy="359860"/>
              <a:chOff x="7125819" y="1924082"/>
              <a:chExt cx="359445" cy="359907"/>
            </a:xfrm>
          </p:grpSpPr>
          <p:sp>
            <p:nvSpPr>
              <p:cNvPr id="107" name="Rounded Rectangle 106">
                <a:extLst>
                  <a:ext uri="{FF2B5EF4-FFF2-40B4-BE49-F238E27FC236}">
                    <a16:creationId xmlns:a16="http://schemas.microsoft.com/office/drawing/2014/main" id="{F9D5FB30-0666-1132-06FF-9EE93D8AA2D0}"/>
                  </a:ext>
                </a:extLst>
              </p:cNvPr>
              <p:cNvSpPr>
                <a:spLocks noChangeAspect="1"/>
              </p:cNvSpPr>
              <p:nvPr/>
            </p:nvSpPr>
            <p:spPr bwMode="auto">
              <a:xfrm>
                <a:off x="7125819" y="1924082"/>
                <a:ext cx="359445" cy="359907"/>
              </a:xfrm>
              <a:prstGeom prst="roundRect">
                <a:avLst/>
              </a:prstGeom>
              <a:solidFill>
                <a:schemeClr val="accent2">
                  <a:lumMod val="20000"/>
                  <a:lumOff val="80000"/>
                  <a:alpha val="42682"/>
                </a:schemeClr>
              </a:solidFill>
              <a:ln w="19050" cap="flat" cmpd="sng" algn="ctr">
                <a:noFill/>
                <a:prstDash val="solid"/>
                <a:headEnd type="none" w="med" len="med"/>
                <a:tailEnd type="none" w="med" len="med"/>
              </a:ln>
              <a:effectLst/>
            </p:spPr>
            <p:txBody>
              <a:bodyPr vert="horz" wrap="square" lIns="71052" tIns="71052" rIns="71052" bIns="71052" numCol="1" rtlCol="0" anchor="t" anchorCtr="0" compatLnSpc="1">
                <a:prstTxWarp prst="textNoShape">
                  <a:avLst/>
                </a:prstTxWarp>
              </a:bodyPr>
              <a:lstStyle/>
              <a:p>
                <a:pPr defTabSz="1804792" fontAlgn="base">
                  <a:lnSpc>
                    <a:spcPct val="90000"/>
                  </a:lnSpc>
                  <a:spcBef>
                    <a:spcPct val="0"/>
                  </a:spcBef>
                  <a:spcAft>
                    <a:spcPct val="0"/>
                  </a:spcAft>
                  <a:defRPr/>
                </a:pPr>
                <a:endParaRPr lang="en-US" sz="3948" kern="0">
                  <a:solidFill>
                    <a:srgbClr val="191919"/>
                  </a:solidFill>
                  <a:latin typeface="HelvNeue Light for IBM" pitchFamily="34" charset="0"/>
                </a:endParaRPr>
              </a:p>
            </p:txBody>
          </p:sp>
          <p:pic>
            <p:nvPicPr>
              <p:cNvPr id="108" name="Graphic 107" descr="Left Brain outline">
                <a:extLst>
                  <a:ext uri="{FF2B5EF4-FFF2-40B4-BE49-F238E27FC236}">
                    <a16:creationId xmlns:a16="http://schemas.microsoft.com/office/drawing/2014/main" id="{45B963B7-8E15-0F6A-2303-3EFCE99A3A64}"/>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7169117" y="1954893"/>
                <a:ext cx="287354" cy="287355"/>
              </a:xfrm>
              <a:prstGeom prst="rect">
                <a:avLst/>
              </a:prstGeom>
              <a:effectLst/>
            </p:spPr>
          </p:pic>
        </p:grpSp>
        <p:grpSp>
          <p:nvGrpSpPr>
            <p:cNvPr id="109" name="Group 108">
              <a:extLst>
                <a:ext uri="{FF2B5EF4-FFF2-40B4-BE49-F238E27FC236}">
                  <a16:creationId xmlns:a16="http://schemas.microsoft.com/office/drawing/2014/main" id="{4FCF5E90-33B4-DC19-2AC8-DB7E7BE58637}"/>
                </a:ext>
              </a:extLst>
            </p:cNvPr>
            <p:cNvGrpSpPr/>
            <p:nvPr/>
          </p:nvGrpSpPr>
          <p:grpSpPr>
            <a:xfrm>
              <a:off x="4301098" y="3747469"/>
              <a:ext cx="359398" cy="359860"/>
              <a:chOff x="8229655" y="1941500"/>
              <a:chExt cx="359445" cy="359907"/>
            </a:xfrm>
          </p:grpSpPr>
          <p:sp>
            <p:nvSpPr>
              <p:cNvPr id="110" name="Rounded Rectangle 109">
                <a:extLst>
                  <a:ext uri="{FF2B5EF4-FFF2-40B4-BE49-F238E27FC236}">
                    <a16:creationId xmlns:a16="http://schemas.microsoft.com/office/drawing/2014/main" id="{D6A3E3C2-4B6D-31BF-FC07-B249D6FFFE8D}"/>
                  </a:ext>
                </a:extLst>
              </p:cNvPr>
              <p:cNvSpPr>
                <a:spLocks noChangeAspect="1"/>
              </p:cNvSpPr>
              <p:nvPr/>
            </p:nvSpPr>
            <p:spPr bwMode="auto">
              <a:xfrm>
                <a:off x="8229655" y="1941500"/>
                <a:ext cx="359445" cy="359907"/>
              </a:xfrm>
              <a:prstGeom prst="roundRect">
                <a:avLst/>
              </a:prstGeom>
              <a:solidFill>
                <a:schemeClr val="accent2">
                  <a:lumMod val="20000"/>
                  <a:lumOff val="80000"/>
                  <a:alpha val="42682"/>
                </a:schemeClr>
              </a:solidFill>
              <a:ln w="19050" cap="flat" cmpd="sng" algn="ctr">
                <a:noFill/>
                <a:prstDash val="solid"/>
                <a:headEnd type="none" w="med" len="med"/>
                <a:tailEnd type="none" w="med" len="med"/>
              </a:ln>
              <a:effectLst/>
            </p:spPr>
            <p:txBody>
              <a:bodyPr vert="horz" wrap="square" lIns="71052" tIns="71052" rIns="71052" bIns="71052" numCol="1" rtlCol="0" anchor="t" anchorCtr="0" compatLnSpc="1">
                <a:prstTxWarp prst="textNoShape">
                  <a:avLst/>
                </a:prstTxWarp>
              </a:bodyPr>
              <a:lstStyle/>
              <a:p>
                <a:pPr defTabSz="1804792" fontAlgn="base">
                  <a:lnSpc>
                    <a:spcPct val="90000"/>
                  </a:lnSpc>
                  <a:spcBef>
                    <a:spcPct val="0"/>
                  </a:spcBef>
                  <a:spcAft>
                    <a:spcPct val="0"/>
                  </a:spcAft>
                  <a:defRPr/>
                </a:pPr>
                <a:endParaRPr lang="en-US" sz="3948" kern="0">
                  <a:solidFill>
                    <a:srgbClr val="191919"/>
                  </a:solidFill>
                  <a:latin typeface="HelvNeue Light for IBM" pitchFamily="34" charset="0"/>
                </a:endParaRPr>
              </a:p>
            </p:txBody>
          </p:sp>
          <p:pic>
            <p:nvPicPr>
              <p:cNvPr id="111" name="Graphic 110" descr="Lightbulb and gear outline">
                <a:extLst>
                  <a:ext uri="{FF2B5EF4-FFF2-40B4-BE49-F238E27FC236}">
                    <a16:creationId xmlns:a16="http://schemas.microsoft.com/office/drawing/2014/main" id="{67E84730-4ACE-D1D6-6065-1D992842C3A4}"/>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8273759" y="1972641"/>
                <a:ext cx="268745" cy="268745"/>
              </a:xfrm>
              <a:prstGeom prst="rect">
                <a:avLst/>
              </a:prstGeom>
              <a:effectLst/>
            </p:spPr>
          </p:pic>
        </p:grpSp>
        <p:grpSp>
          <p:nvGrpSpPr>
            <p:cNvPr id="112" name="Group 111">
              <a:extLst>
                <a:ext uri="{FF2B5EF4-FFF2-40B4-BE49-F238E27FC236}">
                  <a16:creationId xmlns:a16="http://schemas.microsoft.com/office/drawing/2014/main" id="{007B8FC2-96B3-1418-B2E5-6394337CAF2A}"/>
                </a:ext>
              </a:extLst>
            </p:cNvPr>
            <p:cNvGrpSpPr/>
            <p:nvPr/>
          </p:nvGrpSpPr>
          <p:grpSpPr>
            <a:xfrm>
              <a:off x="3067139" y="3757326"/>
              <a:ext cx="598224" cy="556210"/>
              <a:chOff x="30935" y="6396080"/>
              <a:chExt cx="598224" cy="556210"/>
            </a:xfrm>
          </p:grpSpPr>
          <p:sp>
            <p:nvSpPr>
              <p:cNvPr id="113" name="Text Placeholder 3">
                <a:extLst>
                  <a:ext uri="{FF2B5EF4-FFF2-40B4-BE49-F238E27FC236}">
                    <a16:creationId xmlns:a16="http://schemas.microsoft.com/office/drawing/2014/main" id="{A960B502-031E-9C19-05F3-4EFEB5A24551}"/>
                  </a:ext>
                </a:extLst>
              </p:cNvPr>
              <p:cNvSpPr txBox="1">
                <a:spLocks/>
              </p:cNvSpPr>
              <p:nvPr/>
            </p:nvSpPr>
            <p:spPr>
              <a:xfrm>
                <a:off x="30935" y="6778447"/>
                <a:ext cx="598224" cy="173843"/>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1828670">
                  <a:lnSpc>
                    <a:spcPct val="110000"/>
                  </a:lnSpc>
                  <a:defRPr/>
                </a:pPr>
                <a:r>
                  <a:rPr lang="en-US" sz="1200">
                    <a:solidFill>
                      <a:srgbClr val="000000"/>
                    </a:solidFill>
                    <a:latin typeface="Wells Fargo Serif Display" panose="02040403040405020204" pitchFamily="18" charset="0"/>
                  </a:rPr>
                  <a:t>Routing</a:t>
                </a:r>
                <a:endParaRPr lang="en-US">
                  <a:solidFill>
                    <a:srgbClr val="000000"/>
                  </a:solidFill>
                  <a:latin typeface="Wells Fargo Serif Display" panose="02040403040405020204" pitchFamily="18" charset="0"/>
                </a:endParaRPr>
              </a:p>
            </p:txBody>
          </p:sp>
          <p:grpSp>
            <p:nvGrpSpPr>
              <p:cNvPr id="114" name="Group 113">
                <a:extLst>
                  <a:ext uri="{FF2B5EF4-FFF2-40B4-BE49-F238E27FC236}">
                    <a16:creationId xmlns:a16="http://schemas.microsoft.com/office/drawing/2014/main" id="{4287F49B-38E1-2C4D-A555-A560DEE291FA}"/>
                  </a:ext>
                </a:extLst>
              </p:cNvPr>
              <p:cNvGrpSpPr/>
              <p:nvPr/>
            </p:nvGrpSpPr>
            <p:grpSpPr>
              <a:xfrm>
                <a:off x="134313" y="6396080"/>
                <a:ext cx="359398" cy="359859"/>
                <a:chOff x="3565720" y="1937792"/>
                <a:chExt cx="359445" cy="359906"/>
              </a:xfrm>
            </p:grpSpPr>
            <p:sp>
              <p:nvSpPr>
                <p:cNvPr id="115" name="Rounded Rectangle 114">
                  <a:extLst>
                    <a:ext uri="{FF2B5EF4-FFF2-40B4-BE49-F238E27FC236}">
                      <a16:creationId xmlns:a16="http://schemas.microsoft.com/office/drawing/2014/main" id="{4B3A1EB0-9926-77D2-05D5-281A93DBDAD5}"/>
                    </a:ext>
                  </a:extLst>
                </p:cNvPr>
                <p:cNvSpPr>
                  <a:spLocks noChangeAspect="1"/>
                </p:cNvSpPr>
                <p:nvPr/>
              </p:nvSpPr>
              <p:spPr bwMode="auto">
                <a:xfrm>
                  <a:off x="3565720" y="1937792"/>
                  <a:ext cx="359445" cy="359906"/>
                </a:xfrm>
                <a:prstGeom prst="roundRect">
                  <a:avLst/>
                </a:prstGeom>
                <a:solidFill>
                  <a:schemeClr val="accent2">
                    <a:lumMod val="20000"/>
                    <a:lumOff val="80000"/>
                    <a:alpha val="42682"/>
                  </a:schemeClr>
                </a:solidFill>
                <a:ln w="19050" cap="flat" cmpd="sng" algn="ctr">
                  <a:noFill/>
                  <a:prstDash val="solid"/>
                  <a:headEnd type="none" w="med" len="med"/>
                  <a:tailEnd type="none" w="med" len="med"/>
                </a:ln>
                <a:effectLst/>
              </p:spPr>
              <p:txBody>
                <a:bodyPr vert="horz" wrap="square" lIns="71052" tIns="71052" rIns="71052" bIns="71052" numCol="1" rtlCol="0" anchor="t" anchorCtr="0" compatLnSpc="1">
                  <a:prstTxWarp prst="textNoShape">
                    <a:avLst/>
                  </a:prstTxWarp>
                </a:bodyPr>
                <a:lstStyle/>
                <a:p>
                  <a:pPr defTabSz="1804792" fontAlgn="base">
                    <a:lnSpc>
                      <a:spcPct val="90000"/>
                    </a:lnSpc>
                    <a:spcBef>
                      <a:spcPct val="0"/>
                    </a:spcBef>
                    <a:spcAft>
                      <a:spcPct val="0"/>
                    </a:spcAft>
                    <a:defRPr/>
                  </a:pPr>
                  <a:endParaRPr lang="en-US" sz="3948" kern="0">
                    <a:solidFill>
                      <a:srgbClr val="191919"/>
                    </a:solidFill>
                    <a:latin typeface="HelvNeue Light for IBM" pitchFamily="34" charset="0"/>
                  </a:endParaRPr>
                </a:p>
              </p:txBody>
            </p:sp>
            <p:pic>
              <p:nvPicPr>
                <p:cNvPr id="116" name="Graphic 115" descr="Flowchart outline">
                  <a:extLst>
                    <a:ext uri="{FF2B5EF4-FFF2-40B4-BE49-F238E27FC236}">
                      <a16:creationId xmlns:a16="http://schemas.microsoft.com/office/drawing/2014/main" id="{BA72E6C6-9513-D64B-CDB7-5C9C7BC4E4C9}"/>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3616877" y="1974920"/>
                  <a:ext cx="270756" cy="270755"/>
                </a:xfrm>
                <a:prstGeom prst="rect">
                  <a:avLst/>
                </a:prstGeom>
              </p:spPr>
            </p:pic>
          </p:grpSp>
        </p:grpSp>
        <p:grpSp>
          <p:nvGrpSpPr>
            <p:cNvPr id="117" name="Group 116">
              <a:extLst>
                <a:ext uri="{FF2B5EF4-FFF2-40B4-BE49-F238E27FC236}">
                  <a16:creationId xmlns:a16="http://schemas.microsoft.com/office/drawing/2014/main" id="{292B3AC0-834B-7321-7445-216852115809}"/>
                </a:ext>
              </a:extLst>
            </p:cNvPr>
            <p:cNvGrpSpPr/>
            <p:nvPr/>
          </p:nvGrpSpPr>
          <p:grpSpPr>
            <a:xfrm>
              <a:off x="3181695" y="4391465"/>
              <a:ext cx="359398" cy="359859"/>
              <a:chOff x="4729080" y="1975243"/>
              <a:chExt cx="359445" cy="359906"/>
            </a:xfrm>
          </p:grpSpPr>
          <p:sp>
            <p:nvSpPr>
              <p:cNvPr id="118" name="Rounded Rectangle 117">
                <a:extLst>
                  <a:ext uri="{FF2B5EF4-FFF2-40B4-BE49-F238E27FC236}">
                    <a16:creationId xmlns:a16="http://schemas.microsoft.com/office/drawing/2014/main" id="{D3070CD8-ED5D-F06B-0B04-CE2574D12570}"/>
                  </a:ext>
                </a:extLst>
              </p:cNvPr>
              <p:cNvSpPr>
                <a:spLocks noChangeAspect="1"/>
              </p:cNvSpPr>
              <p:nvPr/>
            </p:nvSpPr>
            <p:spPr bwMode="auto">
              <a:xfrm>
                <a:off x="4729080" y="1975243"/>
                <a:ext cx="359445" cy="359906"/>
              </a:xfrm>
              <a:prstGeom prst="roundRect">
                <a:avLst/>
              </a:prstGeom>
              <a:solidFill>
                <a:schemeClr val="accent2">
                  <a:lumMod val="20000"/>
                  <a:lumOff val="80000"/>
                  <a:alpha val="42682"/>
                </a:schemeClr>
              </a:solidFill>
              <a:ln w="19050" cap="flat" cmpd="sng" algn="ctr">
                <a:noFill/>
                <a:prstDash val="solid"/>
                <a:headEnd type="none" w="med" len="med"/>
                <a:tailEnd type="none" w="med" len="med"/>
              </a:ln>
              <a:effectLst/>
            </p:spPr>
            <p:txBody>
              <a:bodyPr vert="horz" wrap="square" lIns="71052" tIns="71052" rIns="71052" bIns="71052" numCol="1" rtlCol="0" anchor="t" anchorCtr="0" compatLnSpc="1">
                <a:prstTxWarp prst="textNoShape">
                  <a:avLst/>
                </a:prstTxWarp>
              </a:bodyPr>
              <a:lstStyle/>
              <a:p>
                <a:pPr defTabSz="1804792" fontAlgn="base">
                  <a:lnSpc>
                    <a:spcPct val="90000"/>
                  </a:lnSpc>
                  <a:spcBef>
                    <a:spcPct val="0"/>
                  </a:spcBef>
                  <a:spcAft>
                    <a:spcPct val="0"/>
                  </a:spcAft>
                  <a:defRPr/>
                </a:pPr>
                <a:endParaRPr lang="en-US" sz="3948" kern="0">
                  <a:solidFill>
                    <a:srgbClr val="191919"/>
                  </a:solidFill>
                  <a:latin typeface="HelvNeue Light for IBM" pitchFamily="34" charset="0"/>
                </a:endParaRPr>
              </a:p>
            </p:txBody>
          </p:sp>
          <p:pic>
            <p:nvPicPr>
              <p:cNvPr id="123" name="Graphic 122">
                <a:extLst>
                  <a:ext uri="{FF2B5EF4-FFF2-40B4-BE49-F238E27FC236}">
                    <a16:creationId xmlns:a16="http://schemas.microsoft.com/office/drawing/2014/main" id="{66BE880A-89BF-D940-F6A3-98236304FBC0}"/>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4838023" y="2016407"/>
                <a:ext cx="197949" cy="197948"/>
              </a:xfrm>
              <a:prstGeom prst="rect">
                <a:avLst/>
              </a:prstGeom>
              <a:effectLst/>
            </p:spPr>
          </p:pic>
          <p:pic>
            <p:nvPicPr>
              <p:cNvPr id="124" name="Graphic 123" descr="Questions outline">
                <a:extLst>
                  <a:ext uri="{FF2B5EF4-FFF2-40B4-BE49-F238E27FC236}">
                    <a16:creationId xmlns:a16="http://schemas.microsoft.com/office/drawing/2014/main" id="{E7C62F49-E259-5A4A-F968-DBC86EA7150E}"/>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4763671" y="2011503"/>
                <a:ext cx="282790" cy="282790"/>
              </a:xfrm>
              <a:prstGeom prst="rect">
                <a:avLst/>
              </a:prstGeom>
            </p:spPr>
          </p:pic>
        </p:grpSp>
        <p:grpSp>
          <p:nvGrpSpPr>
            <p:cNvPr id="125" name="Group 124">
              <a:extLst>
                <a:ext uri="{FF2B5EF4-FFF2-40B4-BE49-F238E27FC236}">
                  <a16:creationId xmlns:a16="http://schemas.microsoft.com/office/drawing/2014/main" id="{5D11BEBE-46E6-CA04-6A72-5629B8A9423B}"/>
                </a:ext>
              </a:extLst>
            </p:cNvPr>
            <p:cNvGrpSpPr/>
            <p:nvPr/>
          </p:nvGrpSpPr>
          <p:grpSpPr>
            <a:xfrm>
              <a:off x="3744062" y="3748874"/>
              <a:ext cx="359398" cy="359860"/>
              <a:chOff x="4180667" y="4356372"/>
              <a:chExt cx="359398" cy="359860"/>
            </a:xfrm>
          </p:grpSpPr>
          <p:sp>
            <p:nvSpPr>
              <p:cNvPr id="126" name="Rounded Rectangle 125">
                <a:extLst>
                  <a:ext uri="{FF2B5EF4-FFF2-40B4-BE49-F238E27FC236}">
                    <a16:creationId xmlns:a16="http://schemas.microsoft.com/office/drawing/2014/main" id="{41B55737-F9CD-E37E-8E62-7DF72296032A}"/>
                  </a:ext>
                </a:extLst>
              </p:cNvPr>
              <p:cNvSpPr>
                <a:spLocks noChangeAspect="1"/>
              </p:cNvSpPr>
              <p:nvPr/>
            </p:nvSpPr>
            <p:spPr bwMode="auto">
              <a:xfrm>
                <a:off x="4180667" y="4356372"/>
                <a:ext cx="359398" cy="359860"/>
              </a:xfrm>
              <a:prstGeom prst="roundRect">
                <a:avLst/>
              </a:prstGeom>
              <a:solidFill>
                <a:schemeClr val="accent2">
                  <a:lumMod val="20000"/>
                  <a:lumOff val="80000"/>
                  <a:alpha val="42682"/>
                </a:schemeClr>
              </a:solidFill>
              <a:ln w="19050" cap="flat" cmpd="sng" algn="ctr">
                <a:noFill/>
                <a:prstDash val="solid"/>
                <a:headEnd type="none" w="med" len="med"/>
                <a:tailEnd type="none" w="med" len="med"/>
              </a:ln>
              <a:effectLst/>
            </p:spPr>
            <p:txBody>
              <a:bodyPr vert="horz" wrap="square" lIns="71052" tIns="71052" rIns="71052" bIns="71052" numCol="1" rtlCol="0" anchor="t" anchorCtr="0" compatLnSpc="1">
                <a:prstTxWarp prst="textNoShape">
                  <a:avLst/>
                </a:prstTxWarp>
              </a:bodyPr>
              <a:lstStyle/>
              <a:p>
                <a:pPr defTabSz="1804792" fontAlgn="base">
                  <a:lnSpc>
                    <a:spcPct val="90000"/>
                  </a:lnSpc>
                  <a:spcBef>
                    <a:spcPct val="0"/>
                  </a:spcBef>
                  <a:spcAft>
                    <a:spcPct val="0"/>
                  </a:spcAft>
                  <a:defRPr/>
                </a:pPr>
                <a:endParaRPr lang="en-US" sz="3948" kern="0">
                  <a:solidFill>
                    <a:srgbClr val="191919"/>
                  </a:solidFill>
                  <a:latin typeface="HelvNeue Light for IBM" pitchFamily="34" charset="0"/>
                </a:endParaRPr>
              </a:p>
            </p:txBody>
          </p:sp>
          <p:pic>
            <p:nvPicPr>
              <p:cNvPr id="127" name="Graphic 126" descr="Network outline">
                <a:extLst>
                  <a:ext uri="{FF2B5EF4-FFF2-40B4-BE49-F238E27FC236}">
                    <a16:creationId xmlns:a16="http://schemas.microsoft.com/office/drawing/2014/main" id="{94590A31-F263-D618-0B2A-45D98BA8A155}"/>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4223462" y="4385258"/>
                <a:ext cx="288311" cy="288310"/>
              </a:xfrm>
              <a:prstGeom prst="rect">
                <a:avLst/>
              </a:prstGeom>
            </p:spPr>
          </p:pic>
        </p:grpSp>
        <p:sp>
          <p:nvSpPr>
            <p:cNvPr id="129" name="Text Placeholder 3">
              <a:extLst>
                <a:ext uri="{FF2B5EF4-FFF2-40B4-BE49-F238E27FC236}">
                  <a16:creationId xmlns:a16="http://schemas.microsoft.com/office/drawing/2014/main" id="{7F901851-6E03-03E8-7982-ABF405B73584}"/>
                </a:ext>
              </a:extLst>
            </p:cNvPr>
            <p:cNvSpPr txBox="1">
              <a:spLocks/>
            </p:cNvSpPr>
            <p:nvPr/>
          </p:nvSpPr>
          <p:spPr>
            <a:xfrm>
              <a:off x="3626646" y="4150121"/>
              <a:ext cx="598224" cy="173843"/>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1828670">
                <a:lnSpc>
                  <a:spcPct val="110000"/>
                </a:lnSpc>
                <a:defRPr/>
              </a:pPr>
              <a:r>
                <a:rPr lang="en-US" sz="1200">
                  <a:solidFill>
                    <a:srgbClr val="000000"/>
                  </a:solidFill>
                  <a:latin typeface="Wells Fargo Serif Display" panose="02040403040405020204" pitchFamily="18" charset="0"/>
                </a:rPr>
                <a:t>Tool Calling</a:t>
              </a:r>
              <a:endParaRPr lang="en-US">
                <a:solidFill>
                  <a:srgbClr val="000000"/>
                </a:solidFill>
                <a:latin typeface="Wells Fargo Serif Display" panose="02040403040405020204" pitchFamily="18" charset="0"/>
              </a:endParaRPr>
            </a:p>
          </p:txBody>
        </p:sp>
        <p:sp>
          <p:nvSpPr>
            <p:cNvPr id="130" name="Text Placeholder 3">
              <a:extLst>
                <a:ext uri="{FF2B5EF4-FFF2-40B4-BE49-F238E27FC236}">
                  <a16:creationId xmlns:a16="http://schemas.microsoft.com/office/drawing/2014/main" id="{3FC8CF20-284C-8E38-96F5-E6B3E5AE1AF2}"/>
                </a:ext>
              </a:extLst>
            </p:cNvPr>
            <p:cNvSpPr txBox="1">
              <a:spLocks/>
            </p:cNvSpPr>
            <p:nvPr/>
          </p:nvSpPr>
          <p:spPr>
            <a:xfrm>
              <a:off x="3100617" y="4822196"/>
              <a:ext cx="598224" cy="173843"/>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1828670">
                <a:lnSpc>
                  <a:spcPct val="110000"/>
                </a:lnSpc>
                <a:defRPr/>
              </a:pPr>
              <a:r>
                <a:rPr lang="en-US" sz="1200">
                  <a:solidFill>
                    <a:srgbClr val="000000"/>
                  </a:solidFill>
                  <a:latin typeface="Wells Fargo Serif Display" panose="02040403040405020204" pitchFamily="18" charset="0"/>
                </a:rPr>
                <a:t>Disambiguation</a:t>
              </a:r>
              <a:endParaRPr lang="en-US">
                <a:solidFill>
                  <a:srgbClr val="000000"/>
                </a:solidFill>
                <a:latin typeface="Wells Fargo Serif Display" panose="02040403040405020204" pitchFamily="18" charset="0"/>
              </a:endParaRPr>
            </a:p>
          </p:txBody>
        </p:sp>
        <p:sp>
          <p:nvSpPr>
            <p:cNvPr id="131" name="Text Placeholder 3">
              <a:extLst>
                <a:ext uri="{FF2B5EF4-FFF2-40B4-BE49-F238E27FC236}">
                  <a16:creationId xmlns:a16="http://schemas.microsoft.com/office/drawing/2014/main" id="{8155CC39-3087-302F-4568-BAE56CBBCC21}"/>
                </a:ext>
              </a:extLst>
            </p:cNvPr>
            <p:cNvSpPr txBox="1">
              <a:spLocks/>
            </p:cNvSpPr>
            <p:nvPr/>
          </p:nvSpPr>
          <p:spPr>
            <a:xfrm>
              <a:off x="3656652" y="4824478"/>
              <a:ext cx="598224" cy="173843"/>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1828670">
                <a:lnSpc>
                  <a:spcPct val="110000"/>
                </a:lnSpc>
                <a:defRPr/>
              </a:pPr>
              <a:r>
                <a:rPr lang="en-US" sz="1200">
                  <a:solidFill>
                    <a:srgbClr val="000000"/>
                  </a:solidFill>
                  <a:latin typeface="Wells Fargo Serif Display" panose="02040403040405020204" pitchFamily="18" charset="0"/>
                </a:rPr>
                <a:t>Planning</a:t>
              </a:r>
              <a:endParaRPr lang="en-US">
                <a:solidFill>
                  <a:srgbClr val="000000"/>
                </a:solidFill>
                <a:latin typeface="Wells Fargo Serif Display" panose="02040403040405020204" pitchFamily="18" charset="0"/>
              </a:endParaRPr>
            </a:p>
          </p:txBody>
        </p:sp>
        <p:sp>
          <p:nvSpPr>
            <p:cNvPr id="132" name="Text Placeholder 3">
              <a:extLst>
                <a:ext uri="{FF2B5EF4-FFF2-40B4-BE49-F238E27FC236}">
                  <a16:creationId xmlns:a16="http://schemas.microsoft.com/office/drawing/2014/main" id="{F80D3868-0823-DE05-AA2C-D1732091C41E}"/>
                </a:ext>
              </a:extLst>
            </p:cNvPr>
            <p:cNvSpPr txBox="1">
              <a:spLocks/>
            </p:cNvSpPr>
            <p:nvPr/>
          </p:nvSpPr>
          <p:spPr>
            <a:xfrm>
              <a:off x="4174757" y="4143063"/>
              <a:ext cx="598224" cy="173843"/>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1828670">
                <a:lnSpc>
                  <a:spcPct val="110000"/>
                </a:lnSpc>
                <a:defRPr/>
              </a:pPr>
              <a:r>
                <a:rPr lang="en-US" sz="1200">
                  <a:solidFill>
                    <a:srgbClr val="000000"/>
                  </a:solidFill>
                  <a:latin typeface="Wells Fargo Serif Display" panose="02040403040405020204" pitchFamily="18" charset="0"/>
                </a:rPr>
                <a:t>Reasoning</a:t>
              </a:r>
              <a:endParaRPr lang="en-US">
                <a:solidFill>
                  <a:srgbClr val="000000"/>
                </a:solidFill>
                <a:latin typeface="Wells Fargo Serif Display" panose="02040403040405020204" pitchFamily="18" charset="0"/>
              </a:endParaRPr>
            </a:p>
          </p:txBody>
        </p:sp>
        <p:sp>
          <p:nvSpPr>
            <p:cNvPr id="133" name="Rounded Rectangle 132">
              <a:extLst>
                <a:ext uri="{FF2B5EF4-FFF2-40B4-BE49-F238E27FC236}">
                  <a16:creationId xmlns:a16="http://schemas.microsoft.com/office/drawing/2014/main" id="{B2B29A0B-C5E6-763B-B7DA-0F4212BAC42D}"/>
                </a:ext>
              </a:extLst>
            </p:cNvPr>
            <p:cNvSpPr>
              <a:spLocks noChangeAspect="1"/>
            </p:cNvSpPr>
            <p:nvPr/>
          </p:nvSpPr>
          <p:spPr bwMode="auto">
            <a:xfrm>
              <a:off x="4278876" y="4369057"/>
              <a:ext cx="359398" cy="359860"/>
            </a:xfrm>
            <a:prstGeom prst="roundRect">
              <a:avLst/>
            </a:prstGeom>
            <a:solidFill>
              <a:schemeClr val="accent2">
                <a:lumMod val="20000"/>
                <a:lumOff val="80000"/>
                <a:alpha val="42682"/>
              </a:schemeClr>
            </a:solidFill>
            <a:ln w="19050" cap="flat" cmpd="sng" algn="ctr">
              <a:noFill/>
              <a:prstDash val="solid"/>
              <a:headEnd type="none" w="med" len="med"/>
              <a:tailEnd type="none" w="med" len="med"/>
            </a:ln>
            <a:effectLst/>
          </p:spPr>
          <p:txBody>
            <a:bodyPr vert="horz" wrap="square" lIns="71052" tIns="71052" rIns="71052" bIns="71052" numCol="1" rtlCol="0" anchor="t" anchorCtr="0" compatLnSpc="1">
              <a:prstTxWarp prst="textNoShape">
                <a:avLst/>
              </a:prstTxWarp>
            </a:bodyPr>
            <a:lstStyle/>
            <a:p>
              <a:pPr defTabSz="1804792" fontAlgn="base">
                <a:lnSpc>
                  <a:spcPct val="90000"/>
                </a:lnSpc>
                <a:spcBef>
                  <a:spcPct val="0"/>
                </a:spcBef>
                <a:spcAft>
                  <a:spcPct val="0"/>
                </a:spcAft>
                <a:defRPr/>
              </a:pPr>
              <a:endParaRPr lang="en-US" sz="3948" kern="0">
                <a:solidFill>
                  <a:srgbClr val="191919"/>
                </a:solidFill>
                <a:latin typeface="HelvNeue Light for IBM" pitchFamily="34" charset="0"/>
              </a:endParaRPr>
            </a:p>
          </p:txBody>
        </p:sp>
        <p:sp>
          <p:nvSpPr>
            <p:cNvPr id="134" name="Text Placeholder 3">
              <a:extLst>
                <a:ext uri="{FF2B5EF4-FFF2-40B4-BE49-F238E27FC236}">
                  <a16:creationId xmlns:a16="http://schemas.microsoft.com/office/drawing/2014/main" id="{461B6C62-7D5C-8427-A86B-5CDC2BBF4372}"/>
                </a:ext>
              </a:extLst>
            </p:cNvPr>
            <p:cNvSpPr txBox="1">
              <a:spLocks/>
            </p:cNvSpPr>
            <p:nvPr/>
          </p:nvSpPr>
          <p:spPr>
            <a:xfrm>
              <a:off x="4157041" y="4790676"/>
              <a:ext cx="598224" cy="173843"/>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1828670">
                <a:lnSpc>
                  <a:spcPct val="110000"/>
                </a:lnSpc>
                <a:defRPr/>
              </a:pPr>
              <a:r>
                <a:rPr lang="en-US" sz="1200">
                  <a:solidFill>
                    <a:srgbClr val="000000"/>
                  </a:solidFill>
                  <a:latin typeface="Wells Fargo Serif Display" panose="02040403040405020204" pitchFamily="18" charset="0"/>
                </a:rPr>
                <a:t>Reflecting</a:t>
              </a:r>
              <a:endParaRPr lang="en-US">
                <a:solidFill>
                  <a:srgbClr val="000000"/>
                </a:solidFill>
                <a:latin typeface="Wells Fargo Serif Display" panose="02040403040405020204" pitchFamily="18" charset="0"/>
              </a:endParaRPr>
            </a:p>
          </p:txBody>
        </p:sp>
        <p:pic>
          <p:nvPicPr>
            <p:cNvPr id="135" name="Graphic 134" descr="Head with gears outline">
              <a:extLst>
                <a:ext uri="{FF2B5EF4-FFF2-40B4-BE49-F238E27FC236}">
                  <a16:creationId xmlns:a16="http://schemas.microsoft.com/office/drawing/2014/main" id="{42440ACF-D684-7EB7-CEF7-61BBEA28AED6}"/>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4331757" y="4434939"/>
              <a:ext cx="248792" cy="248792"/>
            </a:xfrm>
            <a:prstGeom prst="rect">
              <a:avLst/>
            </a:prstGeom>
          </p:spPr>
        </p:pic>
      </p:grpSp>
      <p:pic>
        <p:nvPicPr>
          <p:cNvPr id="3" name="Picture 2" descr="File:Salesforce.com logo.svg - Wikipedia">
            <a:extLst>
              <a:ext uri="{FF2B5EF4-FFF2-40B4-BE49-F238E27FC236}">
                <a16:creationId xmlns:a16="http://schemas.microsoft.com/office/drawing/2014/main" id="{1BF97168-36FC-37B4-0734-CB97BBC4F9FC}"/>
              </a:ext>
            </a:extLst>
          </p:cNvPr>
          <p:cNvPicPr>
            <a:picLocks noChangeAspect="1"/>
          </p:cNvPicPr>
          <p:nvPr/>
        </p:nvPicPr>
        <p:blipFill>
          <a:blip r:embed="rId39"/>
          <a:stretch>
            <a:fillRect/>
          </a:stretch>
        </p:blipFill>
        <p:spPr>
          <a:xfrm>
            <a:off x="19583812" y="7296747"/>
            <a:ext cx="1108606" cy="653018"/>
          </a:xfrm>
          <a:prstGeom prst="rect">
            <a:avLst/>
          </a:prstGeom>
        </p:spPr>
      </p:pic>
      <p:sp>
        <p:nvSpPr>
          <p:cNvPr id="144" name="TextBox 143">
            <a:extLst>
              <a:ext uri="{FF2B5EF4-FFF2-40B4-BE49-F238E27FC236}">
                <a16:creationId xmlns:a16="http://schemas.microsoft.com/office/drawing/2014/main" id="{EA5EB34C-B499-D793-BAFE-A64FE2D10BD8}"/>
              </a:ext>
            </a:extLst>
          </p:cNvPr>
          <p:cNvSpPr txBox="1"/>
          <p:nvPr/>
        </p:nvSpPr>
        <p:spPr>
          <a:xfrm>
            <a:off x="399871" y="300799"/>
            <a:ext cx="1520328" cy="62875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0" tIns="0" rIns="0" bIns="0" rtlCol="0">
            <a:noAutofit/>
          </a:bodyPr>
          <a:lstStyle/>
          <a:p>
            <a:pPr defTabSz="4876800">
              <a:buSzPct val="100000"/>
              <a:defRPr/>
            </a:pPr>
            <a:r>
              <a:rPr lang="en-US" sz="4800" b="1">
                <a:solidFill>
                  <a:srgbClr val="0F62FE"/>
                </a:solidFill>
                <a:latin typeface="IBM Plex Sans Light"/>
                <a:cs typeface="Arial" panose="020B0604020202020204" pitchFamily="34" charset="0"/>
                <a:sym typeface="IBM Plex Sans Light"/>
              </a:rPr>
              <a:t>IBM + Wells Fargo: Future Agent Landscape</a:t>
            </a:r>
          </a:p>
        </p:txBody>
      </p:sp>
      <p:pic>
        <p:nvPicPr>
          <p:cNvPr id="20" name="Picture 4" descr="Wells Fargo - Wikipedia">
            <a:extLst>
              <a:ext uri="{FF2B5EF4-FFF2-40B4-BE49-F238E27FC236}">
                <a16:creationId xmlns:a16="http://schemas.microsoft.com/office/drawing/2014/main" id="{FD0590C3-9D32-71CB-84B2-DF55D43D3B7A}"/>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5200471" y="1892194"/>
            <a:ext cx="700088" cy="700088"/>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E88E0DBD-C27A-5D10-C11E-08E306BECA2D}"/>
              </a:ext>
            </a:extLst>
          </p:cNvPr>
          <p:cNvSpPr txBox="1"/>
          <p:nvPr/>
        </p:nvSpPr>
        <p:spPr>
          <a:xfrm>
            <a:off x="14864526" y="2694398"/>
            <a:ext cx="1357474" cy="569766"/>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326"/>
              </a:spcBef>
              <a:defRPr/>
            </a:pPr>
            <a:r>
              <a:rPr lang="en-US" sz="1400" kern="0">
                <a:solidFill>
                  <a:srgbClr val="000000"/>
                </a:solidFill>
                <a:latin typeface="IBM Plex Sans Light"/>
              </a:rPr>
              <a:t>WCIS</a:t>
            </a:r>
          </a:p>
          <a:p>
            <a:pPr algn="ctr" defTabSz="1298794">
              <a:spcBef>
                <a:spcPts val="326"/>
              </a:spcBef>
              <a:defRPr/>
            </a:pPr>
            <a:r>
              <a:rPr lang="en-US" sz="1200" kern="0">
                <a:solidFill>
                  <a:srgbClr val="000000"/>
                </a:solidFill>
                <a:latin typeface="IBM Plex Sans"/>
              </a:rPr>
              <a:t> </a:t>
            </a:r>
          </a:p>
        </p:txBody>
      </p:sp>
      <p:pic>
        <p:nvPicPr>
          <p:cNvPr id="32" name="Picture 4" descr="Wells Fargo - Wikipedia">
            <a:extLst>
              <a:ext uri="{FF2B5EF4-FFF2-40B4-BE49-F238E27FC236}">
                <a16:creationId xmlns:a16="http://schemas.microsoft.com/office/drawing/2014/main" id="{456BD5B6-A88D-E88B-0A4A-B166BBB06732}"/>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1869953" y="1894710"/>
            <a:ext cx="700088" cy="700088"/>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a:extLst>
              <a:ext uri="{FF2B5EF4-FFF2-40B4-BE49-F238E27FC236}">
                <a16:creationId xmlns:a16="http://schemas.microsoft.com/office/drawing/2014/main" id="{5B1C8D1F-13B5-65F6-85A9-FA733B16D6C5}"/>
              </a:ext>
            </a:extLst>
          </p:cNvPr>
          <p:cNvPicPr>
            <a:picLocks noChangeAspect="1"/>
          </p:cNvPicPr>
          <p:nvPr/>
        </p:nvPicPr>
        <p:blipFill>
          <a:blip r:embed="rId40"/>
          <a:stretch>
            <a:fillRect/>
          </a:stretch>
        </p:blipFill>
        <p:spPr>
          <a:xfrm>
            <a:off x="17937164" y="2876550"/>
            <a:ext cx="1593850" cy="520700"/>
          </a:xfrm>
          <a:prstGeom prst="rect">
            <a:avLst/>
          </a:prstGeom>
        </p:spPr>
      </p:pic>
      <p:pic>
        <p:nvPicPr>
          <p:cNvPr id="35" name="Picture 34">
            <a:extLst>
              <a:ext uri="{FF2B5EF4-FFF2-40B4-BE49-F238E27FC236}">
                <a16:creationId xmlns:a16="http://schemas.microsoft.com/office/drawing/2014/main" id="{AB8E6768-3344-00CA-99E1-5623567C330A}"/>
              </a:ext>
            </a:extLst>
          </p:cNvPr>
          <p:cNvPicPr>
            <a:picLocks noChangeAspect="1"/>
          </p:cNvPicPr>
          <p:nvPr/>
        </p:nvPicPr>
        <p:blipFill>
          <a:blip r:embed="rId41"/>
          <a:stretch>
            <a:fillRect/>
          </a:stretch>
        </p:blipFill>
        <p:spPr>
          <a:xfrm>
            <a:off x="19680237" y="2120900"/>
            <a:ext cx="1422400" cy="368300"/>
          </a:xfrm>
          <a:prstGeom prst="rect">
            <a:avLst/>
          </a:prstGeom>
        </p:spPr>
      </p:pic>
      <p:pic>
        <p:nvPicPr>
          <p:cNvPr id="36" name="Picture 35" descr="A close up of a logo&#10;&#10;AI-generated content may be incorrect.">
            <a:extLst>
              <a:ext uri="{FF2B5EF4-FFF2-40B4-BE49-F238E27FC236}">
                <a16:creationId xmlns:a16="http://schemas.microsoft.com/office/drawing/2014/main" id="{E3DAB7BD-AE43-6902-241B-CDFCDB9A2978}"/>
              </a:ext>
            </a:extLst>
          </p:cNvPr>
          <p:cNvPicPr>
            <a:picLocks noChangeAspect="1"/>
          </p:cNvPicPr>
          <p:nvPr/>
        </p:nvPicPr>
        <p:blipFill>
          <a:blip r:embed="rId42"/>
          <a:stretch>
            <a:fillRect/>
          </a:stretch>
        </p:blipFill>
        <p:spPr>
          <a:xfrm>
            <a:off x="16536987" y="2178050"/>
            <a:ext cx="2247900" cy="431800"/>
          </a:xfrm>
          <a:prstGeom prst="rect">
            <a:avLst/>
          </a:prstGeom>
        </p:spPr>
      </p:pic>
      <p:pic>
        <p:nvPicPr>
          <p:cNvPr id="37" name="Picture 36" descr="A stack of silver coins&#10;&#10;AI-generated content may be incorrect.">
            <a:extLst>
              <a:ext uri="{FF2B5EF4-FFF2-40B4-BE49-F238E27FC236}">
                <a16:creationId xmlns:a16="http://schemas.microsoft.com/office/drawing/2014/main" id="{653B9C95-D749-E19D-8ADD-21C775E36576}"/>
              </a:ext>
            </a:extLst>
          </p:cNvPr>
          <p:cNvPicPr>
            <a:picLocks noChangeAspect="1"/>
          </p:cNvPicPr>
          <p:nvPr/>
        </p:nvPicPr>
        <p:blipFill>
          <a:blip r:embed="rId43"/>
          <a:stretch>
            <a:fillRect/>
          </a:stretch>
        </p:blipFill>
        <p:spPr>
          <a:xfrm>
            <a:off x="19633672" y="11218334"/>
            <a:ext cx="846666" cy="825500"/>
          </a:xfrm>
          <a:prstGeom prst="rect">
            <a:avLst/>
          </a:prstGeom>
        </p:spPr>
      </p:pic>
      <p:pic>
        <p:nvPicPr>
          <p:cNvPr id="39" name="Picture 38" descr="A black and white logo&#10;&#10;AI-generated content may be incorrect.">
            <a:extLst>
              <a:ext uri="{FF2B5EF4-FFF2-40B4-BE49-F238E27FC236}">
                <a16:creationId xmlns:a16="http://schemas.microsoft.com/office/drawing/2014/main" id="{636FC320-9C01-FF2E-E433-71A933A273F1}"/>
              </a:ext>
            </a:extLst>
          </p:cNvPr>
          <p:cNvPicPr>
            <a:picLocks noChangeAspect="1"/>
          </p:cNvPicPr>
          <p:nvPr/>
        </p:nvPicPr>
        <p:blipFill>
          <a:blip r:embed="rId44"/>
          <a:stretch>
            <a:fillRect/>
          </a:stretch>
        </p:blipFill>
        <p:spPr>
          <a:xfrm>
            <a:off x="17722320" y="8026398"/>
            <a:ext cx="838202" cy="869952"/>
          </a:xfrm>
          <a:prstGeom prst="rect">
            <a:avLst/>
          </a:prstGeom>
        </p:spPr>
      </p:pic>
      <p:pic>
        <p:nvPicPr>
          <p:cNvPr id="41" name="Picture 4" descr="Wells Fargo - Wikipedia">
            <a:extLst>
              <a:ext uri="{FF2B5EF4-FFF2-40B4-BE49-F238E27FC236}">
                <a16:creationId xmlns:a16="http://schemas.microsoft.com/office/drawing/2014/main" id="{FF79CA25-E5AA-24A4-B0B6-7539BC2395CB}"/>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678257" y="7955714"/>
            <a:ext cx="700088" cy="700088"/>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a:extLst>
              <a:ext uri="{FF2B5EF4-FFF2-40B4-BE49-F238E27FC236}">
                <a16:creationId xmlns:a16="http://schemas.microsoft.com/office/drawing/2014/main" id="{B7698CB7-CB16-0088-3518-D28078916EED}"/>
              </a:ext>
            </a:extLst>
          </p:cNvPr>
          <p:cNvSpPr txBox="1"/>
          <p:nvPr/>
        </p:nvSpPr>
        <p:spPr>
          <a:xfrm>
            <a:off x="3265250" y="8863598"/>
            <a:ext cx="1487930" cy="869848"/>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854"/>
              </a:spcBef>
              <a:defRPr/>
            </a:pPr>
            <a:r>
              <a:rPr lang="en-US" sz="1200" kern="0">
                <a:solidFill>
                  <a:prstClr val="black"/>
                </a:solidFill>
                <a:latin typeface="IBM Plex Sans Light"/>
              </a:rPr>
              <a:t>Digital Onboarding and Servicing Platforms</a:t>
            </a:r>
            <a:endParaRPr lang="en-US" sz="1200" kern="0" err="1">
              <a:solidFill>
                <a:prstClr val="black"/>
              </a:solidFill>
              <a:latin typeface="IBM Plex Sans Light"/>
            </a:endParaRPr>
          </a:p>
        </p:txBody>
      </p:sp>
      <p:sp>
        <p:nvSpPr>
          <p:cNvPr id="46" name="Rectangle 4">
            <a:extLst>
              <a:ext uri="{FF2B5EF4-FFF2-40B4-BE49-F238E27FC236}">
                <a16:creationId xmlns:a16="http://schemas.microsoft.com/office/drawing/2014/main" id="{7FBEFFFC-FEA7-407D-EB66-7B5140673DE8}"/>
              </a:ext>
            </a:extLst>
          </p:cNvPr>
          <p:cNvSpPr/>
          <p:nvPr/>
        </p:nvSpPr>
        <p:spPr>
          <a:xfrm>
            <a:off x="11423430" y="1603474"/>
            <a:ext cx="9999710" cy="3437776"/>
          </a:xfrm>
          <a:prstGeom prst="roundRect">
            <a:avLst/>
          </a:prstGeom>
          <a:noFill/>
          <a:ln w="12700" cap="flat" cmpd="sng" algn="ctr">
            <a:solidFill>
              <a:srgbClr val="F3F3F3">
                <a:lumMod val="90000"/>
              </a:srgbClr>
            </a:solidFill>
            <a:prstDash val="solid"/>
          </a:ln>
          <a:effectLst/>
        </p:spPr>
        <p:txBody>
          <a:bodyPr rtlCol="0" anchor="ctr"/>
          <a:lstStyle/>
          <a:p>
            <a:pPr algn="ctr" defTabSz="1298794">
              <a:defRPr/>
            </a:pPr>
            <a:endParaRPr lang="en-US" sz="2560" kern="0">
              <a:solidFill>
                <a:prstClr val="white"/>
              </a:solidFill>
              <a:latin typeface="Calibri" panose="020F0502020204030204"/>
            </a:endParaRPr>
          </a:p>
        </p:txBody>
      </p:sp>
      <p:sp>
        <p:nvSpPr>
          <p:cNvPr id="47" name="TextBox 46">
            <a:extLst>
              <a:ext uri="{FF2B5EF4-FFF2-40B4-BE49-F238E27FC236}">
                <a16:creationId xmlns:a16="http://schemas.microsoft.com/office/drawing/2014/main" id="{CE591B70-9D8D-22FC-E672-2400CD8DA725}"/>
              </a:ext>
            </a:extLst>
          </p:cNvPr>
          <p:cNvSpPr txBox="1"/>
          <p:nvPr/>
        </p:nvSpPr>
        <p:spPr>
          <a:xfrm>
            <a:off x="11510886" y="2605954"/>
            <a:ext cx="1357474" cy="569766"/>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326"/>
              </a:spcBef>
              <a:defRPr/>
            </a:pPr>
            <a:r>
              <a:rPr lang="en-US" sz="1400" kern="0" err="1">
                <a:solidFill>
                  <a:srgbClr val="000000"/>
                </a:solidFill>
                <a:latin typeface="IBM Plex Sans Light"/>
              </a:rPr>
              <a:t>ServiceView</a:t>
            </a:r>
          </a:p>
          <a:p>
            <a:pPr algn="ctr" defTabSz="1298794">
              <a:spcBef>
                <a:spcPts val="326"/>
              </a:spcBef>
              <a:defRPr/>
            </a:pPr>
            <a:r>
              <a:rPr lang="en-US" sz="1200" kern="0">
                <a:solidFill>
                  <a:srgbClr val="000000"/>
                </a:solidFill>
                <a:latin typeface="IBM Plex Sans"/>
              </a:rPr>
              <a:t> </a:t>
            </a:r>
          </a:p>
        </p:txBody>
      </p:sp>
      <p:sp>
        <p:nvSpPr>
          <p:cNvPr id="58" name="TextBox 57">
            <a:extLst>
              <a:ext uri="{FF2B5EF4-FFF2-40B4-BE49-F238E27FC236}">
                <a16:creationId xmlns:a16="http://schemas.microsoft.com/office/drawing/2014/main" id="{FEA0CEA3-A15C-76EC-D57F-7106E0D257BE}"/>
              </a:ext>
            </a:extLst>
          </p:cNvPr>
          <p:cNvSpPr txBox="1"/>
          <p:nvPr/>
        </p:nvSpPr>
        <p:spPr>
          <a:xfrm>
            <a:off x="12768186" y="2580554"/>
            <a:ext cx="1357474" cy="569766"/>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326"/>
              </a:spcBef>
              <a:defRPr/>
            </a:pPr>
            <a:r>
              <a:rPr lang="en-US" sz="1400" kern="0">
                <a:solidFill>
                  <a:srgbClr val="000000"/>
                </a:solidFill>
                <a:latin typeface="IBM Plex Sans Light"/>
              </a:rPr>
              <a:t>GSS</a:t>
            </a:r>
          </a:p>
          <a:p>
            <a:pPr algn="ctr" defTabSz="1298794">
              <a:spcBef>
                <a:spcPts val="326"/>
              </a:spcBef>
              <a:defRPr/>
            </a:pPr>
            <a:r>
              <a:rPr lang="en-US" sz="1200" kern="0">
                <a:solidFill>
                  <a:srgbClr val="000000"/>
                </a:solidFill>
                <a:latin typeface="IBM Plex Sans"/>
              </a:rPr>
              <a:t> </a:t>
            </a:r>
          </a:p>
        </p:txBody>
      </p:sp>
      <p:sp>
        <p:nvSpPr>
          <p:cNvPr id="59" name="TextBox 58">
            <a:extLst>
              <a:ext uri="{FF2B5EF4-FFF2-40B4-BE49-F238E27FC236}">
                <a16:creationId xmlns:a16="http://schemas.microsoft.com/office/drawing/2014/main" id="{014B99AE-A3CF-0CD3-0AD3-8223D2B5F49C}"/>
              </a:ext>
            </a:extLst>
          </p:cNvPr>
          <p:cNvSpPr txBox="1"/>
          <p:nvPr/>
        </p:nvSpPr>
        <p:spPr>
          <a:xfrm>
            <a:off x="16247986" y="3317154"/>
            <a:ext cx="1357474" cy="569766"/>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326"/>
              </a:spcBef>
              <a:defRPr/>
            </a:pPr>
            <a:r>
              <a:rPr lang="en-US" sz="1400" kern="0">
                <a:solidFill>
                  <a:srgbClr val="000000"/>
                </a:solidFill>
                <a:latin typeface="IBM Plex Sans Light"/>
              </a:rPr>
              <a:t>BAMOE</a:t>
            </a:r>
          </a:p>
          <a:p>
            <a:pPr algn="ctr" defTabSz="1298794">
              <a:spcBef>
                <a:spcPts val="326"/>
              </a:spcBef>
              <a:defRPr/>
            </a:pPr>
            <a:r>
              <a:rPr lang="en-US" sz="1200" kern="0">
                <a:solidFill>
                  <a:srgbClr val="000000"/>
                </a:solidFill>
                <a:latin typeface="IBM Plex Sans"/>
              </a:rPr>
              <a:t> </a:t>
            </a:r>
          </a:p>
        </p:txBody>
      </p:sp>
      <p:pic>
        <p:nvPicPr>
          <p:cNvPr id="67" name="Picture 2" descr="AWS Marketplace: IBM watsonx Orchestrate as a Service">
            <a:extLst>
              <a:ext uri="{FF2B5EF4-FFF2-40B4-BE49-F238E27FC236}">
                <a16:creationId xmlns:a16="http://schemas.microsoft.com/office/drawing/2014/main" id="{B7845AAA-1DDB-4311-F922-E2880672FE91}"/>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7726909" y="3659828"/>
            <a:ext cx="421064" cy="421064"/>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C014F4F3-6206-79BE-6F01-DC614FE3A04A}"/>
              </a:ext>
            </a:extLst>
          </p:cNvPr>
          <p:cNvSpPr txBox="1"/>
          <p:nvPr/>
        </p:nvSpPr>
        <p:spPr>
          <a:xfrm>
            <a:off x="11685587" y="1219200"/>
            <a:ext cx="8928100" cy="116955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1828800">
              <a:spcBef>
                <a:spcPts val="2400"/>
              </a:spcBef>
              <a:buSzPct val="100000"/>
              <a:defRPr/>
            </a:pPr>
            <a:r>
              <a:rPr lang="en-US" sz="2000" kern="0">
                <a:solidFill>
                  <a:srgbClr val="000000"/>
                </a:solidFill>
                <a:latin typeface="IBM Plex Sans Light"/>
              </a:rPr>
              <a:t>Collaborator AI Agents: Custom, 3rd party &amp; IBM Agent Catalog</a:t>
            </a:r>
          </a:p>
          <a:p>
            <a:pPr defTabSz="1828800">
              <a:spcBef>
                <a:spcPts val="2400"/>
              </a:spcBef>
              <a:defRPr/>
            </a:pPr>
            <a:endParaRPr lang="en-US">
              <a:solidFill>
                <a:srgbClr val="141414"/>
              </a:solidFill>
              <a:latin typeface="Wells Fargo Sans"/>
            </a:endParaRPr>
          </a:p>
        </p:txBody>
      </p:sp>
      <p:pic>
        <p:nvPicPr>
          <p:cNvPr id="33" name="Picture 32">
            <a:extLst>
              <a:ext uri="{FF2B5EF4-FFF2-40B4-BE49-F238E27FC236}">
                <a16:creationId xmlns:a16="http://schemas.microsoft.com/office/drawing/2014/main" id="{8AA94205-3DFA-9121-535D-38A2595D5711}"/>
              </a:ext>
            </a:extLst>
          </p:cNvPr>
          <p:cNvPicPr>
            <a:picLocks noChangeAspect="1"/>
          </p:cNvPicPr>
          <p:nvPr/>
        </p:nvPicPr>
        <p:blipFill>
          <a:blip r:embed="rId22"/>
          <a:stretch>
            <a:fillRect/>
          </a:stretch>
        </p:blipFill>
        <p:spPr>
          <a:xfrm>
            <a:off x="3702648" y="9873348"/>
            <a:ext cx="653938" cy="805748"/>
          </a:xfrm>
          <a:prstGeom prst="rect">
            <a:avLst/>
          </a:prstGeom>
        </p:spPr>
      </p:pic>
      <p:pic>
        <p:nvPicPr>
          <p:cNvPr id="42" name="Picture 4" descr="Wells Fargo - Wikipedia">
            <a:extLst>
              <a:ext uri="{FF2B5EF4-FFF2-40B4-BE49-F238E27FC236}">
                <a16:creationId xmlns:a16="http://schemas.microsoft.com/office/drawing/2014/main" id="{D3A7B119-607D-179F-B407-AC97D3F2461C}"/>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4220405" y="3329868"/>
            <a:ext cx="700088" cy="700088"/>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019D9C1A-FC48-AF6C-B434-E58C3A7B110A}"/>
              </a:ext>
            </a:extLst>
          </p:cNvPr>
          <p:cNvSpPr txBox="1"/>
          <p:nvPr/>
        </p:nvSpPr>
        <p:spPr>
          <a:xfrm>
            <a:off x="13774635" y="4094252"/>
            <a:ext cx="1583464" cy="600544"/>
          </a:xfrm>
          <a:prstGeom prst="rect">
            <a:avLst/>
          </a:prstGeom>
          <a:noFill/>
        </p:spPr>
        <p:txBody>
          <a:bodyPr rot="0" spcFirstLastPara="0" vertOverflow="overflow" horzOverflow="overflow" vert="horz" wrap="square" lIns="129918" tIns="64958" rIns="129918" bIns="64958" numCol="1" spcCol="0" rtlCol="0" fromWordArt="0" anchor="t" anchorCtr="0" forceAA="0" compatLnSpc="1">
            <a:prstTxWarp prst="textNoShape">
              <a:avLst/>
            </a:prstTxWarp>
            <a:spAutoFit/>
          </a:bodyPr>
          <a:lstStyle/>
          <a:p>
            <a:pPr algn="ctr" defTabSz="1298794">
              <a:spcBef>
                <a:spcPts val="326"/>
              </a:spcBef>
              <a:defRPr/>
            </a:pPr>
            <a:r>
              <a:rPr lang="en-US" sz="1400" kern="0">
                <a:solidFill>
                  <a:srgbClr val="000000"/>
                </a:solidFill>
                <a:latin typeface="IBM Plex Sans Light"/>
              </a:rPr>
              <a:t>OLF</a:t>
            </a:r>
          </a:p>
          <a:p>
            <a:pPr algn="ctr" defTabSz="1298794">
              <a:spcBef>
                <a:spcPts val="326"/>
              </a:spcBef>
              <a:defRPr/>
            </a:pPr>
            <a:endParaRPr lang="en-US" sz="1400" kern="0">
              <a:solidFill>
                <a:srgbClr val="000000"/>
              </a:solidFill>
              <a:latin typeface="IBM Plex Sans Light"/>
            </a:endParaRPr>
          </a:p>
        </p:txBody>
      </p:sp>
      <p:pic>
        <p:nvPicPr>
          <p:cNvPr id="51" name="Picture 50" descr="Mongodb original wordmark logo - Free Icon PNG, SVG">
            <a:extLst>
              <a:ext uri="{FF2B5EF4-FFF2-40B4-BE49-F238E27FC236}">
                <a16:creationId xmlns:a16="http://schemas.microsoft.com/office/drawing/2014/main" id="{4A1051FA-067C-3DE3-BE35-B5A97448982F}"/>
              </a:ext>
            </a:extLst>
          </p:cNvPr>
          <p:cNvPicPr>
            <a:picLocks noChangeAspect="1"/>
          </p:cNvPicPr>
          <p:nvPr/>
        </p:nvPicPr>
        <p:blipFill>
          <a:blip r:embed="rId45"/>
          <a:stretch>
            <a:fillRect/>
          </a:stretch>
        </p:blipFill>
        <p:spPr>
          <a:xfrm>
            <a:off x="20794921" y="10850605"/>
            <a:ext cx="838200" cy="733170"/>
          </a:xfrm>
          <a:prstGeom prst="rect">
            <a:avLst/>
          </a:prstGeom>
        </p:spPr>
      </p:pic>
      <p:pic>
        <p:nvPicPr>
          <p:cNvPr id="52" name="Picture 51" descr="Mongodb original wordmark logo - Free Icon PNG, SVG">
            <a:extLst>
              <a:ext uri="{FF2B5EF4-FFF2-40B4-BE49-F238E27FC236}">
                <a16:creationId xmlns:a16="http://schemas.microsoft.com/office/drawing/2014/main" id="{F7921FEA-4434-2539-FEC9-800698F07E7F}"/>
              </a:ext>
            </a:extLst>
          </p:cNvPr>
          <p:cNvPicPr>
            <a:picLocks noChangeAspect="1"/>
          </p:cNvPicPr>
          <p:nvPr/>
        </p:nvPicPr>
        <p:blipFill>
          <a:blip r:embed="rId45"/>
          <a:stretch>
            <a:fillRect/>
          </a:stretch>
        </p:blipFill>
        <p:spPr>
          <a:xfrm>
            <a:off x="20185319" y="3769865"/>
            <a:ext cx="838200" cy="733170"/>
          </a:xfrm>
          <a:prstGeom prst="rect">
            <a:avLst/>
          </a:prstGeom>
        </p:spPr>
      </p:pic>
    </p:spTree>
    <p:extLst>
      <p:ext uri="{BB962C8B-B14F-4D97-AF65-F5344CB8AC3E}">
        <p14:creationId xmlns:p14="http://schemas.microsoft.com/office/powerpoint/2010/main" val="6530623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F6594-BB9C-485A-A0F9-793813CF400B}"/>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D7CDB087-F024-7F37-BF4F-DEC1A8CABE7E}"/>
              </a:ext>
            </a:extLst>
          </p:cNvPr>
          <p:cNvSpPr/>
          <p:nvPr/>
        </p:nvSpPr>
        <p:spPr>
          <a:xfrm>
            <a:off x="11428811" y="2129173"/>
            <a:ext cx="6026568" cy="829486"/>
          </a:xfrm>
          <a:prstGeom prst="rect">
            <a:avLst/>
          </a:prstGeom>
          <a:solidFill>
            <a:srgbClr val="403C3A"/>
          </a:solidFill>
          <a:ln>
            <a:no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r>
              <a:rPr lang="en-US" sz="2200">
                <a:solidFill>
                  <a:srgbClr val="FFFFFF"/>
                </a:solidFill>
                <a:latin typeface="IBM Plex Sans" panose="020B0503050203000203" pitchFamily="34" charset="0"/>
              </a:rPr>
              <a:t>Manually Perform Actions</a:t>
            </a:r>
          </a:p>
        </p:txBody>
      </p:sp>
      <p:sp>
        <p:nvSpPr>
          <p:cNvPr id="11" name="Rectangle 10">
            <a:extLst>
              <a:ext uri="{FF2B5EF4-FFF2-40B4-BE49-F238E27FC236}">
                <a16:creationId xmlns:a16="http://schemas.microsoft.com/office/drawing/2014/main" id="{19D39D0B-C995-9A22-1CE7-ACF113A3FAB6}"/>
              </a:ext>
            </a:extLst>
          </p:cNvPr>
          <p:cNvSpPr/>
          <p:nvPr/>
        </p:nvSpPr>
        <p:spPr>
          <a:xfrm>
            <a:off x="17850622" y="2120177"/>
            <a:ext cx="2871354" cy="829486"/>
          </a:xfrm>
          <a:prstGeom prst="rect">
            <a:avLst/>
          </a:prstGeom>
          <a:solidFill>
            <a:srgbClr val="403C3A"/>
          </a:solidFill>
          <a:ln>
            <a:no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r>
              <a:rPr lang="en-US" sz="2200">
                <a:solidFill>
                  <a:srgbClr val="FFFFFF"/>
                </a:solidFill>
                <a:latin typeface="IBM Plex Sans" panose="020B0503050203000203" pitchFamily="34" charset="0"/>
              </a:rPr>
              <a:t>Follow-ups and Escalations</a:t>
            </a:r>
          </a:p>
        </p:txBody>
      </p:sp>
      <p:sp>
        <p:nvSpPr>
          <p:cNvPr id="12" name="Rectangle 11">
            <a:extLst>
              <a:ext uri="{FF2B5EF4-FFF2-40B4-BE49-F238E27FC236}">
                <a16:creationId xmlns:a16="http://schemas.microsoft.com/office/drawing/2014/main" id="{A2676A60-FF13-9EF3-2721-06534A230CBC}"/>
              </a:ext>
            </a:extLst>
          </p:cNvPr>
          <p:cNvSpPr/>
          <p:nvPr/>
        </p:nvSpPr>
        <p:spPr>
          <a:xfrm>
            <a:off x="21082820" y="2121767"/>
            <a:ext cx="2707166" cy="829486"/>
          </a:xfrm>
          <a:prstGeom prst="rect">
            <a:avLst/>
          </a:prstGeom>
          <a:solidFill>
            <a:srgbClr val="403C3A"/>
          </a:solidFill>
          <a:ln>
            <a:no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r>
              <a:rPr lang="en-US" sz="2200">
                <a:solidFill>
                  <a:srgbClr val="FFFFFF"/>
                </a:solidFill>
                <a:latin typeface="IBM Plex Sans" panose="020B0503050203000203" pitchFamily="34" charset="0"/>
              </a:rPr>
              <a:t>Respond Back to Customer</a:t>
            </a:r>
          </a:p>
        </p:txBody>
      </p:sp>
      <p:grpSp>
        <p:nvGrpSpPr>
          <p:cNvPr id="80" name="Group 79">
            <a:extLst>
              <a:ext uri="{FF2B5EF4-FFF2-40B4-BE49-F238E27FC236}">
                <a16:creationId xmlns:a16="http://schemas.microsoft.com/office/drawing/2014/main" id="{244600F6-DE4A-6A0A-1230-02986AB7C4EB}"/>
              </a:ext>
            </a:extLst>
          </p:cNvPr>
          <p:cNvGrpSpPr/>
          <p:nvPr/>
        </p:nvGrpSpPr>
        <p:grpSpPr>
          <a:xfrm>
            <a:off x="2242588" y="1959950"/>
            <a:ext cx="8776994" cy="998708"/>
            <a:chOff x="877042" y="1453707"/>
            <a:chExt cx="4521547" cy="499354"/>
          </a:xfrm>
        </p:grpSpPr>
        <p:sp>
          <p:nvSpPr>
            <p:cNvPr id="7" name="Rectangle 6">
              <a:extLst>
                <a:ext uri="{FF2B5EF4-FFF2-40B4-BE49-F238E27FC236}">
                  <a16:creationId xmlns:a16="http://schemas.microsoft.com/office/drawing/2014/main" id="{8C447F81-0484-ECA3-4788-A90E749FA0F1}"/>
                </a:ext>
              </a:extLst>
            </p:cNvPr>
            <p:cNvSpPr/>
            <p:nvPr/>
          </p:nvSpPr>
          <p:spPr>
            <a:xfrm>
              <a:off x="877042" y="1533820"/>
              <a:ext cx="1310640" cy="414743"/>
            </a:xfrm>
            <a:prstGeom prst="rect">
              <a:avLst/>
            </a:prstGeom>
            <a:solidFill>
              <a:srgbClr val="403C3A"/>
            </a:solidFill>
            <a:ln>
              <a:no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r>
                <a:rPr lang="en-US" sz="2200">
                  <a:solidFill>
                    <a:srgbClr val="FFFFFF"/>
                  </a:solidFill>
                  <a:latin typeface="IBM Plex Sans" panose="020B0503050203000203" pitchFamily="34" charset="0"/>
                </a:rPr>
                <a:t>Understand Client Request</a:t>
              </a:r>
            </a:p>
          </p:txBody>
        </p:sp>
        <p:sp>
          <p:nvSpPr>
            <p:cNvPr id="8" name="Rectangle 7">
              <a:extLst>
                <a:ext uri="{FF2B5EF4-FFF2-40B4-BE49-F238E27FC236}">
                  <a16:creationId xmlns:a16="http://schemas.microsoft.com/office/drawing/2014/main" id="{8B178F36-7124-8650-E48D-1D07FBBF619F}"/>
                </a:ext>
              </a:extLst>
            </p:cNvPr>
            <p:cNvSpPr/>
            <p:nvPr/>
          </p:nvSpPr>
          <p:spPr>
            <a:xfrm>
              <a:off x="2517638" y="1538318"/>
              <a:ext cx="1310640" cy="414743"/>
            </a:xfrm>
            <a:prstGeom prst="rect">
              <a:avLst/>
            </a:prstGeom>
            <a:solidFill>
              <a:srgbClr val="403C3A"/>
            </a:solidFill>
            <a:ln>
              <a:noFill/>
            </a:ln>
          </p:spPr>
          <p:style>
            <a:lnRef idx="2">
              <a:schemeClr val="accent1"/>
            </a:lnRef>
            <a:fillRef idx="1">
              <a:schemeClr val="lt1"/>
            </a:fillRef>
            <a:effectRef idx="0">
              <a:schemeClr val="accent1"/>
            </a:effectRef>
            <a:fontRef idx="minor">
              <a:schemeClr val="dk1"/>
            </a:fontRef>
          </p:style>
          <p:txBody>
            <a:bodyPr lIns="182880" tIns="91440" rIns="182880" bIns="91440" rtlCol="0" anchor="ctr"/>
            <a:lstStyle/>
            <a:p>
              <a:pPr defTabSz="1828800">
                <a:defRPr/>
              </a:pPr>
              <a:r>
                <a:rPr lang="en-US" sz="2200">
                  <a:solidFill>
                    <a:srgbClr val="FFFFFF"/>
                  </a:solidFill>
                  <a:latin typeface="IBM Plex Sans" panose="020B0503050203000203" pitchFamily="34" charset="0"/>
                </a:rPr>
                <a:t>Create Service Case</a:t>
              </a:r>
            </a:p>
          </p:txBody>
        </p:sp>
        <p:sp>
          <p:nvSpPr>
            <p:cNvPr id="9" name="Rectangle 8">
              <a:extLst>
                <a:ext uri="{FF2B5EF4-FFF2-40B4-BE49-F238E27FC236}">
                  <a16:creationId xmlns:a16="http://schemas.microsoft.com/office/drawing/2014/main" id="{126B7EB1-072E-43E8-ABA0-2B5BB7DCCF2E}"/>
                </a:ext>
              </a:extLst>
            </p:cNvPr>
            <p:cNvSpPr/>
            <p:nvPr/>
          </p:nvSpPr>
          <p:spPr>
            <a:xfrm>
              <a:off x="4087949" y="1538318"/>
              <a:ext cx="1310640" cy="414743"/>
            </a:xfrm>
            <a:prstGeom prst="rect">
              <a:avLst/>
            </a:prstGeom>
            <a:solidFill>
              <a:srgbClr val="403C3A"/>
            </a:solidFill>
            <a:ln>
              <a:no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r>
                <a:rPr lang="en-US" sz="2200">
                  <a:solidFill>
                    <a:srgbClr val="FFFFFF"/>
                  </a:solidFill>
                  <a:latin typeface="IBM Plex Sans" panose="020B0503050203000203" pitchFamily="34" charset="0"/>
                </a:rPr>
                <a:t>Route Request</a:t>
              </a:r>
            </a:p>
          </p:txBody>
        </p:sp>
        <p:sp>
          <p:nvSpPr>
            <p:cNvPr id="13" name="Rectangle 12">
              <a:extLst>
                <a:ext uri="{FF2B5EF4-FFF2-40B4-BE49-F238E27FC236}">
                  <a16:creationId xmlns:a16="http://schemas.microsoft.com/office/drawing/2014/main" id="{728C66A8-B6C1-7290-199F-F52A3EA32AB6}"/>
                </a:ext>
              </a:extLst>
            </p:cNvPr>
            <p:cNvSpPr/>
            <p:nvPr/>
          </p:nvSpPr>
          <p:spPr>
            <a:xfrm>
              <a:off x="877042" y="1453707"/>
              <a:ext cx="1310640" cy="94806"/>
            </a:xfrm>
            <a:prstGeom prst="rect">
              <a:avLst/>
            </a:prstGeom>
            <a:solidFill>
              <a:schemeClr val="tx1">
                <a:lumMod val="50000"/>
                <a:lumOff val="5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endParaRPr lang="en-US" sz="2200">
                <a:solidFill>
                  <a:srgbClr val="FFFFFF"/>
                </a:solidFill>
                <a:latin typeface="IBM Plex Sans" panose="020B0503050203000203" pitchFamily="34" charset="0"/>
              </a:endParaRPr>
            </a:p>
          </p:txBody>
        </p:sp>
        <p:sp>
          <p:nvSpPr>
            <p:cNvPr id="14" name="Rectangle 13">
              <a:extLst>
                <a:ext uri="{FF2B5EF4-FFF2-40B4-BE49-F238E27FC236}">
                  <a16:creationId xmlns:a16="http://schemas.microsoft.com/office/drawing/2014/main" id="{73205E1F-E89D-CFB4-8939-F8279AF543E4}"/>
                </a:ext>
              </a:extLst>
            </p:cNvPr>
            <p:cNvSpPr/>
            <p:nvPr/>
          </p:nvSpPr>
          <p:spPr>
            <a:xfrm>
              <a:off x="2517638" y="1458205"/>
              <a:ext cx="1310640" cy="94806"/>
            </a:xfrm>
            <a:prstGeom prst="rect">
              <a:avLst/>
            </a:prstGeom>
            <a:solidFill>
              <a:schemeClr val="tx1">
                <a:lumMod val="50000"/>
                <a:lumOff val="50000"/>
              </a:schemeClr>
            </a:solidFill>
            <a:ln>
              <a:noFill/>
            </a:ln>
          </p:spPr>
          <p:style>
            <a:lnRef idx="2">
              <a:schemeClr val="accent1"/>
            </a:lnRef>
            <a:fillRef idx="1">
              <a:schemeClr val="lt1"/>
            </a:fillRef>
            <a:effectRef idx="0">
              <a:schemeClr val="accent1"/>
            </a:effectRef>
            <a:fontRef idx="minor">
              <a:schemeClr val="dk1"/>
            </a:fontRef>
          </p:style>
          <p:txBody>
            <a:bodyPr lIns="182880" tIns="91440" rIns="182880" bIns="91440" rtlCol="0" anchor="ctr"/>
            <a:lstStyle/>
            <a:p>
              <a:pPr defTabSz="1828800">
                <a:defRPr/>
              </a:pPr>
              <a:endParaRPr lang="en-US" sz="2200">
                <a:solidFill>
                  <a:srgbClr val="FFFFFF"/>
                </a:solidFill>
                <a:latin typeface="IBM Plex Sans" panose="020B0503050203000203" pitchFamily="34" charset="0"/>
              </a:endParaRPr>
            </a:p>
          </p:txBody>
        </p:sp>
        <p:sp>
          <p:nvSpPr>
            <p:cNvPr id="15" name="Rectangle 14">
              <a:extLst>
                <a:ext uri="{FF2B5EF4-FFF2-40B4-BE49-F238E27FC236}">
                  <a16:creationId xmlns:a16="http://schemas.microsoft.com/office/drawing/2014/main" id="{C3AE0496-BD42-2EE2-7D34-AEF0AEA3B552}"/>
                </a:ext>
              </a:extLst>
            </p:cNvPr>
            <p:cNvSpPr/>
            <p:nvPr/>
          </p:nvSpPr>
          <p:spPr>
            <a:xfrm>
              <a:off x="4087949" y="1458205"/>
              <a:ext cx="1310640" cy="94806"/>
            </a:xfrm>
            <a:prstGeom prst="rect">
              <a:avLst/>
            </a:prstGeom>
            <a:solidFill>
              <a:schemeClr val="tx1">
                <a:lumMod val="50000"/>
                <a:lumOff val="5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endParaRPr lang="en-US" sz="2200">
                <a:solidFill>
                  <a:srgbClr val="FFFFFF"/>
                </a:solidFill>
                <a:latin typeface="IBM Plex Sans" panose="020B0503050203000203" pitchFamily="34" charset="0"/>
              </a:endParaRPr>
            </a:p>
          </p:txBody>
        </p:sp>
      </p:grpSp>
      <p:sp>
        <p:nvSpPr>
          <p:cNvPr id="16" name="Rectangle 15">
            <a:extLst>
              <a:ext uri="{FF2B5EF4-FFF2-40B4-BE49-F238E27FC236}">
                <a16:creationId xmlns:a16="http://schemas.microsoft.com/office/drawing/2014/main" id="{2BDFA5F6-6765-8515-26B3-971D84829078}"/>
              </a:ext>
            </a:extLst>
          </p:cNvPr>
          <p:cNvSpPr/>
          <p:nvPr/>
        </p:nvSpPr>
        <p:spPr>
          <a:xfrm>
            <a:off x="11428811" y="1968946"/>
            <a:ext cx="6026568" cy="189612"/>
          </a:xfrm>
          <a:prstGeom prst="rect">
            <a:avLst/>
          </a:prstGeom>
          <a:solidFill>
            <a:schemeClr val="tx1">
              <a:lumMod val="50000"/>
              <a:lumOff val="5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endParaRPr lang="en-US" sz="2200">
              <a:solidFill>
                <a:srgbClr val="FFFFFF"/>
              </a:solidFill>
              <a:latin typeface="IBM Plex Sans" panose="020B0503050203000203" pitchFamily="34" charset="0"/>
            </a:endParaRPr>
          </a:p>
        </p:txBody>
      </p:sp>
      <p:sp>
        <p:nvSpPr>
          <p:cNvPr id="17" name="Rectangle 16">
            <a:extLst>
              <a:ext uri="{FF2B5EF4-FFF2-40B4-BE49-F238E27FC236}">
                <a16:creationId xmlns:a16="http://schemas.microsoft.com/office/drawing/2014/main" id="{C487AF53-ADB6-DB11-2EA8-725D85639E9B}"/>
              </a:ext>
            </a:extLst>
          </p:cNvPr>
          <p:cNvSpPr/>
          <p:nvPr/>
        </p:nvSpPr>
        <p:spPr>
          <a:xfrm>
            <a:off x="17850622" y="1959950"/>
            <a:ext cx="2871354" cy="189612"/>
          </a:xfrm>
          <a:prstGeom prst="rect">
            <a:avLst/>
          </a:prstGeom>
          <a:solidFill>
            <a:schemeClr val="tx1">
              <a:lumMod val="50000"/>
              <a:lumOff val="5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endParaRPr lang="en-US" sz="2200">
              <a:solidFill>
                <a:srgbClr val="FFFFFF"/>
              </a:solidFill>
              <a:latin typeface="IBM Plex Sans" panose="020B0503050203000203" pitchFamily="34" charset="0"/>
            </a:endParaRPr>
          </a:p>
        </p:txBody>
      </p:sp>
      <p:sp>
        <p:nvSpPr>
          <p:cNvPr id="18" name="Rectangle 17">
            <a:extLst>
              <a:ext uri="{FF2B5EF4-FFF2-40B4-BE49-F238E27FC236}">
                <a16:creationId xmlns:a16="http://schemas.microsoft.com/office/drawing/2014/main" id="{5CB65768-21DC-5E27-1684-00161DB09FAC}"/>
              </a:ext>
            </a:extLst>
          </p:cNvPr>
          <p:cNvSpPr/>
          <p:nvPr/>
        </p:nvSpPr>
        <p:spPr>
          <a:xfrm>
            <a:off x="21082820" y="1961540"/>
            <a:ext cx="2707166" cy="189612"/>
          </a:xfrm>
          <a:prstGeom prst="rect">
            <a:avLst/>
          </a:prstGeom>
          <a:solidFill>
            <a:schemeClr val="tx1">
              <a:lumMod val="50000"/>
              <a:lumOff val="5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endParaRPr lang="en-US" sz="2200">
              <a:solidFill>
                <a:srgbClr val="FFFFFF"/>
              </a:solidFill>
              <a:latin typeface="IBM Plex Sans" panose="020B0503050203000203" pitchFamily="34" charset="0"/>
            </a:endParaRPr>
          </a:p>
        </p:txBody>
      </p:sp>
      <p:grpSp>
        <p:nvGrpSpPr>
          <p:cNvPr id="64" name="Group 63">
            <a:extLst>
              <a:ext uri="{FF2B5EF4-FFF2-40B4-BE49-F238E27FC236}">
                <a16:creationId xmlns:a16="http://schemas.microsoft.com/office/drawing/2014/main" id="{44608EC0-CC2D-55AB-AD56-2408C218E297}"/>
              </a:ext>
            </a:extLst>
          </p:cNvPr>
          <p:cNvGrpSpPr/>
          <p:nvPr/>
        </p:nvGrpSpPr>
        <p:grpSpPr>
          <a:xfrm>
            <a:off x="2281132" y="3091136"/>
            <a:ext cx="21468022" cy="266700"/>
            <a:chOff x="1029364" y="1971675"/>
            <a:chExt cx="10734011" cy="133350"/>
          </a:xfrm>
          <a:solidFill>
            <a:srgbClr val="0070C0"/>
          </a:solidFill>
        </p:grpSpPr>
        <p:cxnSp>
          <p:nvCxnSpPr>
            <p:cNvPr id="27" name="Straight Arrow Connector 26">
              <a:extLst>
                <a:ext uri="{FF2B5EF4-FFF2-40B4-BE49-F238E27FC236}">
                  <a16:creationId xmlns:a16="http://schemas.microsoft.com/office/drawing/2014/main" id="{FA076129-9E74-1F45-0845-08C5F21205F0}"/>
                </a:ext>
              </a:extLst>
            </p:cNvPr>
            <p:cNvCxnSpPr>
              <a:cxnSpLocks/>
            </p:cNvCxnSpPr>
            <p:nvPr/>
          </p:nvCxnSpPr>
          <p:spPr>
            <a:xfrm>
              <a:off x="1233377" y="2034288"/>
              <a:ext cx="12431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1D2EB6AB-89F9-BA97-FFDB-AF62E2BB0890}"/>
                </a:ext>
              </a:extLst>
            </p:cNvPr>
            <p:cNvCxnSpPr>
              <a:cxnSpLocks/>
            </p:cNvCxnSpPr>
            <p:nvPr/>
          </p:nvCxnSpPr>
          <p:spPr>
            <a:xfrm>
              <a:off x="2543175" y="2034288"/>
              <a:ext cx="151447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76300BD5-7323-2F0C-05A4-D47D7FEE1939}"/>
                </a:ext>
              </a:extLst>
            </p:cNvPr>
            <p:cNvCxnSpPr>
              <a:cxnSpLocks/>
            </p:cNvCxnSpPr>
            <p:nvPr/>
          </p:nvCxnSpPr>
          <p:spPr>
            <a:xfrm>
              <a:off x="4105275" y="2034288"/>
              <a:ext cx="14668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C0DABC76-BAB6-4E75-407F-40FD233FA35A}"/>
                </a:ext>
              </a:extLst>
            </p:cNvPr>
            <p:cNvCxnSpPr>
              <a:cxnSpLocks/>
            </p:cNvCxnSpPr>
            <p:nvPr/>
          </p:nvCxnSpPr>
          <p:spPr>
            <a:xfrm>
              <a:off x="5619750" y="2034288"/>
              <a:ext cx="31623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a:extLst>
                <a:ext uri="{FF2B5EF4-FFF2-40B4-BE49-F238E27FC236}">
                  <a16:creationId xmlns:a16="http://schemas.microsoft.com/office/drawing/2014/main" id="{142293A9-C11A-6656-D8EC-61D9E50F69D9}"/>
                </a:ext>
              </a:extLst>
            </p:cNvPr>
            <p:cNvCxnSpPr>
              <a:cxnSpLocks/>
            </p:cNvCxnSpPr>
            <p:nvPr/>
          </p:nvCxnSpPr>
          <p:spPr>
            <a:xfrm>
              <a:off x="8829675" y="2034288"/>
              <a:ext cx="15335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7B6BEDD2-C6B1-8CFC-2CBC-76AB9898A426}"/>
                </a:ext>
              </a:extLst>
            </p:cNvPr>
            <p:cNvCxnSpPr>
              <a:cxnSpLocks/>
            </p:cNvCxnSpPr>
            <p:nvPr/>
          </p:nvCxnSpPr>
          <p:spPr>
            <a:xfrm>
              <a:off x="10401300" y="2034288"/>
              <a:ext cx="11620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1" name="Oval 60">
              <a:extLst>
                <a:ext uri="{FF2B5EF4-FFF2-40B4-BE49-F238E27FC236}">
                  <a16:creationId xmlns:a16="http://schemas.microsoft.com/office/drawing/2014/main" id="{122ED46C-6705-B129-98BA-67EBBA01445F}"/>
                </a:ext>
              </a:extLst>
            </p:cNvPr>
            <p:cNvSpPr/>
            <p:nvPr/>
          </p:nvSpPr>
          <p:spPr>
            <a:xfrm>
              <a:off x="11630025" y="1971675"/>
              <a:ext cx="133350" cy="133350"/>
            </a:xfrm>
            <a:prstGeom prst="ellipse">
              <a:avLst/>
            </a:prstGeom>
            <a:grpFill/>
            <a:ln>
              <a:noFill/>
            </a:ln>
          </p:spPr>
          <p:style>
            <a:lnRef idx="0">
              <a:srgbClr val="787070"/>
            </a:lnRef>
            <a:fillRef idx="1">
              <a:schemeClr val="accent1"/>
            </a:fillRef>
            <a:effectRef idx="0">
              <a:schemeClr val="dk1"/>
            </a:effectRef>
            <a:fontRef idx="minor">
              <a:schemeClr val="lt1"/>
            </a:fontRef>
          </p:style>
          <p:txBody>
            <a:bodyPr rtlCol="0" anchor="ctr"/>
            <a:lstStyle/>
            <a:p>
              <a:pPr algn="ctr" defTabSz="1828800">
                <a:defRPr/>
              </a:pPr>
              <a:endParaRPr lang="en-US" sz="3200">
                <a:solidFill>
                  <a:srgbClr val="141414"/>
                </a:solidFill>
                <a:latin typeface="IBM Plex Sans" panose="020B0503050203000203" pitchFamily="34" charset="0"/>
              </a:endParaRPr>
            </a:p>
          </p:txBody>
        </p:sp>
        <p:sp>
          <p:nvSpPr>
            <p:cNvPr id="94" name="Oval 93">
              <a:extLst>
                <a:ext uri="{FF2B5EF4-FFF2-40B4-BE49-F238E27FC236}">
                  <a16:creationId xmlns:a16="http://schemas.microsoft.com/office/drawing/2014/main" id="{A05A6CC1-10F5-E71B-3891-B10B23ABC3BD}"/>
                </a:ext>
              </a:extLst>
            </p:cNvPr>
            <p:cNvSpPr/>
            <p:nvPr/>
          </p:nvSpPr>
          <p:spPr>
            <a:xfrm>
              <a:off x="1029364" y="1971675"/>
              <a:ext cx="133350" cy="133350"/>
            </a:xfrm>
            <a:prstGeom prst="ellipse">
              <a:avLst/>
            </a:prstGeom>
            <a:grpFill/>
            <a:ln>
              <a:noFill/>
            </a:ln>
          </p:spPr>
          <p:style>
            <a:lnRef idx="0">
              <a:srgbClr val="787070"/>
            </a:lnRef>
            <a:fillRef idx="1">
              <a:schemeClr val="accent1"/>
            </a:fillRef>
            <a:effectRef idx="0">
              <a:schemeClr val="dk1"/>
            </a:effectRef>
            <a:fontRef idx="minor">
              <a:schemeClr val="lt1"/>
            </a:fontRef>
          </p:style>
          <p:txBody>
            <a:bodyPr rtlCol="0" anchor="ctr"/>
            <a:lstStyle/>
            <a:p>
              <a:pPr algn="ctr" defTabSz="1828800">
                <a:defRPr/>
              </a:pPr>
              <a:endParaRPr lang="en-US" sz="3200">
                <a:solidFill>
                  <a:srgbClr val="141414"/>
                </a:solidFill>
                <a:latin typeface="IBM Plex Sans" panose="020B0503050203000203" pitchFamily="34" charset="0"/>
              </a:endParaRPr>
            </a:p>
          </p:txBody>
        </p:sp>
      </p:grpSp>
      <p:sp>
        <p:nvSpPr>
          <p:cNvPr id="33" name="Rectangle 32">
            <a:extLst>
              <a:ext uri="{FF2B5EF4-FFF2-40B4-BE49-F238E27FC236}">
                <a16:creationId xmlns:a16="http://schemas.microsoft.com/office/drawing/2014/main" id="{BB364B65-5640-5AA8-475C-0CC29EF7418E}"/>
              </a:ext>
            </a:extLst>
          </p:cNvPr>
          <p:cNvSpPr/>
          <p:nvPr/>
        </p:nvSpPr>
        <p:spPr>
          <a:xfrm>
            <a:off x="2155575" y="9149039"/>
            <a:ext cx="8815964" cy="1968822"/>
          </a:xfrm>
          <a:prstGeom prst="rect">
            <a:avLst/>
          </a:prstGeom>
          <a:solidFill>
            <a:srgbClr val="E1E1E1"/>
          </a:solidFill>
          <a:ln>
            <a:noFill/>
          </a:ln>
          <a:effectLst/>
        </p:spPr>
        <p:style>
          <a:lnRef idx="2">
            <a:schemeClr val="accent1"/>
          </a:lnRef>
          <a:fillRef idx="1">
            <a:schemeClr val="lt1"/>
          </a:fillRef>
          <a:effectRef idx="0">
            <a:schemeClr val="accent1"/>
          </a:effectRef>
          <a:fontRef idx="minor">
            <a:schemeClr val="dk1"/>
          </a:fontRef>
        </p:style>
        <p:txBody>
          <a:bodyPr lIns="182880" tIns="91440" rIns="182880" bIns="91440" rtlCol="0" anchor="ctr"/>
          <a:lstStyle/>
          <a:p>
            <a:pPr marL="342900" indent="-342900" defTabSz="1828800">
              <a:buFont typeface="Arial" panose="020B0604020202020204" pitchFamily="34" charset="0"/>
              <a:buChar char="•"/>
              <a:defRPr/>
            </a:pPr>
            <a:r>
              <a:rPr lang="en-US" sz="2000">
                <a:solidFill>
                  <a:srgbClr val="141414"/>
                </a:solidFill>
                <a:latin typeface="IBM Plex Sans"/>
              </a:rPr>
              <a:t>Client enters request on Vantage or emails; </a:t>
            </a:r>
            <a:r>
              <a:rPr lang="en-US" sz="2000" b="1" err="1">
                <a:solidFill>
                  <a:srgbClr val="141414"/>
                </a:solidFill>
                <a:latin typeface="IBM Plex Sans"/>
              </a:rPr>
              <a:t>WxO</a:t>
            </a:r>
            <a:r>
              <a:rPr lang="en-US" sz="2000" b="1">
                <a:solidFill>
                  <a:srgbClr val="141414"/>
                </a:solidFill>
                <a:latin typeface="IBM Plex Sans"/>
              </a:rPr>
              <a:t>-Contextual Extraction </a:t>
            </a:r>
            <a:r>
              <a:rPr lang="en-US" sz="2000">
                <a:solidFill>
                  <a:srgbClr val="141414"/>
                </a:solidFill>
                <a:latin typeface="IBM Plex Sans"/>
              </a:rPr>
              <a:t>with </a:t>
            </a:r>
            <a:r>
              <a:rPr lang="en-US" sz="2000" b="1">
                <a:solidFill>
                  <a:srgbClr val="141414"/>
                </a:solidFill>
                <a:latin typeface="IBM Plex Sans"/>
              </a:rPr>
              <a:t>Agentic RAG</a:t>
            </a:r>
          </a:p>
          <a:p>
            <a:pPr marL="342900" indent="-342900" defTabSz="1828800">
              <a:buFont typeface="Arial" panose="020B0604020202020204" pitchFamily="34" charset="0"/>
              <a:buChar char="•"/>
              <a:defRPr/>
            </a:pPr>
            <a:r>
              <a:rPr lang="en-US" sz="2000" b="1" err="1">
                <a:solidFill>
                  <a:srgbClr val="141414"/>
                </a:solidFill>
                <a:latin typeface="IBM Plex Sans"/>
              </a:rPr>
              <a:t>WxO</a:t>
            </a:r>
            <a:r>
              <a:rPr lang="en-US" sz="2000" b="1">
                <a:solidFill>
                  <a:srgbClr val="141414"/>
                </a:solidFill>
                <a:latin typeface="IBM Plex Sans"/>
              </a:rPr>
              <a:t> </a:t>
            </a:r>
            <a:r>
              <a:rPr lang="en-US" sz="2000">
                <a:solidFill>
                  <a:srgbClr val="141414"/>
                </a:solidFill>
                <a:latin typeface="IBM Plex Sans"/>
              </a:rPr>
              <a:t>creates the servicing request with tasks</a:t>
            </a:r>
          </a:p>
          <a:p>
            <a:pPr marL="342900" indent="-342900" defTabSz="1828800">
              <a:buFont typeface="Arial" panose="020B0604020202020204" pitchFamily="34" charset="0"/>
              <a:buChar char="•"/>
              <a:defRPr/>
            </a:pPr>
            <a:r>
              <a:rPr lang="en-US" sz="2000" b="1" err="1">
                <a:solidFill>
                  <a:srgbClr val="141414"/>
                </a:solidFill>
                <a:latin typeface="IBM Plex Sans"/>
              </a:rPr>
              <a:t>WxO</a:t>
            </a:r>
            <a:r>
              <a:rPr lang="en-US" sz="1800">
                <a:solidFill>
                  <a:srgbClr val="141414"/>
                </a:solidFill>
                <a:latin typeface="IBM Plex Sans"/>
              </a:rPr>
              <a:t> routes request </a:t>
            </a:r>
            <a:r>
              <a:rPr lang="en-US" sz="2000">
                <a:solidFill>
                  <a:srgbClr val="141414"/>
                </a:solidFill>
                <a:latin typeface="IBM Plex Sans"/>
              </a:rPr>
              <a:t>based on skill, availability,  and complexity</a:t>
            </a:r>
          </a:p>
        </p:txBody>
      </p:sp>
      <p:cxnSp>
        <p:nvCxnSpPr>
          <p:cNvPr id="40" name="Straight Arrow Connector 39">
            <a:extLst>
              <a:ext uri="{FF2B5EF4-FFF2-40B4-BE49-F238E27FC236}">
                <a16:creationId xmlns:a16="http://schemas.microsoft.com/office/drawing/2014/main" id="{575EC029-2551-DE7C-4A18-078EF6393863}"/>
              </a:ext>
            </a:extLst>
          </p:cNvPr>
          <p:cNvCxnSpPr>
            <a:cxnSpLocks/>
          </p:cNvCxnSpPr>
          <p:nvPr/>
        </p:nvCxnSpPr>
        <p:spPr>
          <a:xfrm>
            <a:off x="2602143" y="8846060"/>
            <a:ext cx="836939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3122741F-F6BC-8DBC-9517-7E7E5E7E01BB}"/>
              </a:ext>
            </a:extLst>
          </p:cNvPr>
          <p:cNvCxnSpPr>
            <a:cxnSpLocks/>
          </p:cNvCxnSpPr>
          <p:nvPr/>
        </p:nvCxnSpPr>
        <p:spPr>
          <a:xfrm>
            <a:off x="11374889" y="8846060"/>
            <a:ext cx="30081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2" name="Straight Arrow Connector 51">
            <a:extLst>
              <a:ext uri="{FF2B5EF4-FFF2-40B4-BE49-F238E27FC236}">
                <a16:creationId xmlns:a16="http://schemas.microsoft.com/office/drawing/2014/main" id="{9AC8F590-7952-2FB5-3E0A-5743D2764AC8}"/>
              </a:ext>
            </a:extLst>
          </p:cNvPr>
          <p:cNvCxnSpPr>
            <a:cxnSpLocks/>
          </p:cNvCxnSpPr>
          <p:nvPr/>
        </p:nvCxnSpPr>
        <p:spPr>
          <a:xfrm>
            <a:off x="17742906" y="8846060"/>
            <a:ext cx="554041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6" name="Oval 55">
            <a:extLst>
              <a:ext uri="{FF2B5EF4-FFF2-40B4-BE49-F238E27FC236}">
                <a16:creationId xmlns:a16="http://schemas.microsoft.com/office/drawing/2014/main" id="{BBE3FF20-E484-419D-A6F8-FE5C7B624513}"/>
              </a:ext>
            </a:extLst>
          </p:cNvPr>
          <p:cNvSpPr/>
          <p:nvPr/>
        </p:nvSpPr>
        <p:spPr>
          <a:xfrm>
            <a:off x="23395439" y="8720834"/>
            <a:ext cx="266700" cy="266700"/>
          </a:xfrm>
          <a:prstGeom prst="ellipse">
            <a:avLst/>
          </a:prstGeom>
          <a:solidFill>
            <a:srgbClr val="4D47B3"/>
          </a:solidFill>
          <a:ln>
            <a:noFill/>
          </a:ln>
        </p:spPr>
        <p:style>
          <a:lnRef idx="0">
            <a:srgbClr val="787070"/>
          </a:lnRef>
          <a:fillRef idx="1">
            <a:schemeClr val="accent1"/>
          </a:fillRef>
          <a:effectRef idx="0">
            <a:schemeClr val="dk1"/>
          </a:effectRef>
          <a:fontRef idx="minor">
            <a:schemeClr val="lt1"/>
          </a:fontRef>
        </p:style>
        <p:txBody>
          <a:bodyPr rtlCol="0" anchor="ctr"/>
          <a:lstStyle/>
          <a:p>
            <a:pPr algn="ctr" defTabSz="1828800">
              <a:defRPr/>
            </a:pPr>
            <a:endParaRPr lang="en-US">
              <a:solidFill>
                <a:srgbClr val="FFFFFF"/>
              </a:solidFill>
              <a:latin typeface="IBM Plex Sans" panose="020B0503050203000203" pitchFamily="34" charset="0"/>
            </a:endParaRPr>
          </a:p>
        </p:txBody>
      </p:sp>
      <p:sp>
        <p:nvSpPr>
          <p:cNvPr id="58" name="Oval 57">
            <a:extLst>
              <a:ext uri="{FF2B5EF4-FFF2-40B4-BE49-F238E27FC236}">
                <a16:creationId xmlns:a16="http://schemas.microsoft.com/office/drawing/2014/main" id="{656FDA04-8561-2DE0-0689-C8072C6DD124}"/>
              </a:ext>
            </a:extLst>
          </p:cNvPr>
          <p:cNvSpPr/>
          <p:nvPr/>
        </p:nvSpPr>
        <p:spPr>
          <a:xfrm>
            <a:off x="2194117" y="8720834"/>
            <a:ext cx="266700" cy="266700"/>
          </a:xfrm>
          <a:prstGeom prst="ellipse">
            <a:avLst/>
          </a:prstGeom>
          <a:solidFill>
            <a:srgbClr val="4D47B3"/>
          </a:solidFill>
          <a:ln>
            <a:noFill/>
          </a:ln>
        </p:spPr>
        <p:style>
          <a:lnRef idx="0">
            <a:srgbClr val="787070"/>
          </a:lnRef>
          <a:fillRef idx="1">
            <a:schemeClr val="accent1"/>
          </a:fillRef>
          <a:effectRef idx="0">
            <a:schemeClr val="dk1"/>
          </a:effectRef>
          <a:fontRef idx="minor">
            <a:schemeClr val="lt1"/>
          </a:fontRef>
        </p:style>
        <p:txBody>
          <a:bodyPr rtlCol="0" anchor="ctr"/>
          <a:lstStyle/>
          <a:p>
            <a:pPr algn="ctr" defTabSz="1828800">
              <a:defRPr/>
            </a:pPr>
            <a:endParaRPr lang="en-US">
              <a:solidFill>
                <a:srgbClr val="FFFFFF"/>
              </a:solidFill>
              <a:latin typeface="IBM Plex Sans" panose="020B0503050203000203" pitchFamily="34" charset="0"/>
            </a:endParaRPr>
          </a:p>
        </p:txBody>
      </p:sp>
      <p:cxnSp>
        <p:nvCxnSpPr>
          <p:cNvPr id="135" name="Straight Arrow Connector 134">
            <a:extLst>
              <a:ext uri="{FF2B5EF4-FFF2-40B4-BE49-F238E27FC236}">
                <a16:creationId xmlns:a16="http://schemas.microsoft.com/office/drawing/2014/main" id="{6C5E7AEA-5C71-CC89-878E-366CDBED3B64}"/>
              </a:ext>
            </a:extLst>
          </p:cNvPr>
          <p:cNvCxnSpPr>
            <a:cxnSpLocks/>
          </p:cNvCxnSpPr>
          <p:nvPr/>
        </p:nvCxnSpPr>
        <p:spPr>
          <a:xfrm>
            <a:off x="14628451" y="8846060"/>
            <a:ext cx="26891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4" name="Rectangle 123">
            <a:extLst>
              <a:ext uri="{FF2B5EF4-FFF2-40B4-BE49-F238E27FC236}">
                <a16:creationId xmlns:a16="http://schemas.microsoft.com/office/drawing/2014/main" id="{F35081AA-D20D-AF67-8FFE-BD6BB0A5AD37}"/>
              </a:ext>
            </a:extLst>
          </p:cNvPr>
          <p:cNvSpPr/>
          <p:nvPr/>
        </p:nvSpPr>
        <p:spPr>
          <a:xfrm rot="5400000">
            <a:off x="-510329" y="8596446"/>
            <a:ext cx="3508908" cy="1540244"/>
          </a:xfrm>
          <a:prstGeom prst="rect">
            <a:avLst/>
          </a:prstGeom>
          <a:solidFill>
            <a:schemeClr val="accent1">
              <a:lumMod val="20000"/>
              <a:lumOff val="80000"/>
            </a:schemeClr>
          </a:solidFill>
          <a:ln>
            <a:noFill/>
          </a:ln>
        </p:spPr>
        <p:style>
          <a:lnRef idx="0">
            <a:srgbClr val="787070"/>
          </a:lnRef>
          <a:fillRef idx="1">
            <a:schemeClr val="accent1"/>
          </a:fillRef>
          <a:effectRef idx="0">
            <a:schemeClr val="dk1"/>
          </a:effectRef>
          <a:fontRef idx="minor">
            <a:schemeClr val="lt1"/>
          </a:fontRef>
        </p:style>
        <p:txBody>
          <a:bodyPr vert="vert270" rtlCol="0" anchor="ctr"/>
          <a:lstStyle/>
          <a:p>
            <a:pPr defTabSz="1828800">
              <a:defRPr/>
            </a:pPr>
            <a:r>
              <a:rPr lang="en-US" sz="2400" b="1">
                <a:solidFill>
                  <a:srgbClr val="141414"/>
                </a:solidFill>
                <a:latin typeface="IBM Plex Sans" panose="020B0503050203000203" pitchFamily="34" charset="0"/>
              </a:rPr>
              <a:t>Future state</a:t>
            </a:r>
          </a:p>
          <a:p>
            <a:pPr defTabSz="1828800">
              <a:defRPr/>
            </a:pPr>
            <a:r>
              <a:rPr lang="en-US" sz="2000">
                <a:solidFill>
                  <a:srgbClr val="141414"/>
                </a:solidFill>
                <a:latin typeface="IBM Plex Sans" panose="020B0503050203000203" pitchFamily="34" charset="0"/>
              </a:rPr>
              <a:t>Typical E2E duration: 5-45 mins </a:t>
            </a:r>
          </a:p>
        </p:txBody>
      </p:sp>
      <p:sp>
        <p:nvSpPr>
          <p:cNvPr id="126" name="Rectangle 125">
            <a:extLst>
              <a:ext uri="{FF2B5EF4-FFF2-40B4-BE49-F238E27FC236}">
                <a16:creationId xmlns:a16="http://schemas.microsoft.com/office/drawing/2014/main" id="{E545F72D-B7D9-41B7-6A80-322285389145}"/>
              </a:ext>
            </a:extLst>
          </p:cNvPr>
          <p:cNvSpPr/>
          <p:nvPr/>
        </p:nvSpPr>
        <p:spPr>
          <a:xfrm>
            <a:off x="11566473" y="9149038"/>
            <a:ext cx="2542032" cy="2011680"/>
          </a:xfrm>
          <a:prstGeom prst="rect">
            <a:avLst/>
          </a:prstGeom>
          <a:solidFill>
            <a:srgbClr val="E1E1E1"/>
          </a:solidFill>
          <a:ln>
            <a:noFill/>
          </a:ln>
          <a:effectLst/>
        </p:spPr>
        <p:style>
          <a:lnRef idx="2">
            <a:schemeClr val="accent1"/>
          </a:lnRef>
          <a:fillRef idx="1">
            <a:schemeClr val="lt1"/>
          </a:fillRef>
          <a:effectRef idx="0">
            <a:schemeClr val="accent1"/>
          </a:effectRef>
          <a:fontRef idx="minor">
            <a:schemeClr val="dk1"/>
          </a:fontRef>
        </p:style>
        <p:txBody>
          <a:bodyPr lIns="182880" tIns="91440" rIns="182880" bIns="91440" rtlCol="0" anchor="ctr"/>
          <a:lstStyle/>
          <a:p>
            <a:pPr defTabSz="1828800">
              <a:defRPr/>
            </a:pPr>
            <a:r>
              <a:rPr lang="en-US" sz="2000" b="1">
                <a:solidFill>
                  <a:srgbClr val="141414"/>
                </a:solidFill>
                <a:latin typeface="IBM Plex Sans"/>
              </a:rPr>
              <a:t>BAMOE infused with </a:t>
            </a:r>
            <a:r>
              <a:rPr lang="en-US" sz="2000" b="1" err="1">
                <a:solidFill>
                  <a:srgbClr val="141414"/>
                </a:solidFill>
                <a:latin typeface="IBM Plex Sans"/>
              </a:rPr>
              <a:t>WxO</a:t>
            </a:r>
            <a:r>
              <a:rPr lang="en-US" sz="2000" b="1">
                <a:solidFill>
                  <a:srgbClr val="141414"/>
                </a:solidFill>
                <a:latin typeface="IBM Plex Sans"/>
              </a:rPr>
              <a:t>  </a:t>
            </a:r>
            <a:r>
              <a:rPr lang="en-US" sz="2000">
                <a:solidFill>
                  <a:srgbClr val="141414"/>
                </a:solidFill>
                <a:latin typeface="IBM Plex Sans"/>
              </a:rPr>
              <a:t>executes tasks autonomously</a:t>
            </a:r>
          </a:p>
        </p:txBody>
      </p:sp>
      <p:sp>
        <p:nvSpPr>
          <p:cNvPr id="127" name="Rectangle 126">
            <a:extLst>
              <a:ext uri="{FF2B5EF4-FFF2-40B4-BE49-F238E27FC236}">
                <a16:creationId xmlns:a16="http://schemas.microsoft.com/office/drawing/2014/main" id="{0DF6CB3E-4308-B651-8F60-28420DC5F7F3}"/>
              </a:ext>
            </a:extLst>
          </p:cNvPr>
          <p:cNvSpPr/>
          <p:nvPr/>
        </p:nvSpPr>
        <p:spPr>
          <a:xfrm>
            <a:off x="14703439" y="9149038"/>
            <a:ext cx="2542032" cy="2011680"/>
          </a:xfrm>
          <a:prstGeom prst="rect">
            <a:avLst/>
          </a:prstGeom>
          <a:solidFill>
            <a:srgbClr val="E1E1E1"/>
          </a:solidFill>
          <a:ln>
            <a:noFill/>
          </a:ln>
          <a:effectLst/>
        </p:spPr>
        <p:style>
          <a:lnRef idx="2">
            <a:schemeClr val="accent1"/>
          </a:lnRef>
          <a:fillRef idx="1">
            <a:schemeClr val="lt1"/>
          </a:fillRef>
          <a:effectRef idx="0">
            <a:schemeClr val="accent1"/>
          </a:effectRef>
          <a:fontRef idx="minor">
            <a:schemeClr val="dk1"/>
          </a:fontRef>
        </p:style>
        <p:txBody>
          <a:bodyPr lIns="182880" tIns="91440" rIns="182880" bIns="91440" rtlCol="0" anchor="ctr"/>
          <a:lstStyle/>
          <a:p>
            <a:pPr defTabSz="1828800">
              <a:defRPr/>
            </a:pPr>
            <a:r>
              <a:rPr lang="en-US" sz="2000">
                <a:solidFill>
                  <a:srgbClr val="141414"/>
                </a:solidFill>
                <a:latin typeface="IBM Plex Sans" panose="020B0503050203000203" pitchFamily="34" charset="0"/>
              </a:rPr>
              <a:t>Operatives review AI Agent exceptions, perform manual tasks (if any)</a:t>
            </a:r>
          </a:p>
        </p:txBody>
      </p:sp>
      <p:sp>
        <p:nvSpPr>
          <p:cNvPr id="128" name="Rectangle 127">
            <a:extLst>
              <a:ext uri="{FF2B5EF4-FFF2-40B4-BE49-F238E27FC236}">
                <a16:creationId xmlns:a16="http://schemas.microsoft.com/office/drawing/2014/main" id="{85E70342-EBC0-22A6-0B40-0970C5ABAAEB}"/>
              </a:ext>
            </a:extLst>
          </p:cNvPr>
          <p:cNvSpPr/>
          <p:nvPr/>
        </p:nvSpPr>
        <p:spPr>
          <a:xfrm>
            <a:off x="17840405" y="9114056"/>
            <a:ext cx="5806376" cy="2011680"/>
          </a:xfrm>
          <a:prstGeom prst="rect">
            <a:avLst/>
          </a:prstGeom>
          <a:solidFill>
            <a:srgbClr val="E1E1E1"/>
          </a:solidFill>
          <a:ln>
            <a:noFill/>
          </a:ln>
          <a:effectLst/>
        </p:spPr>
        <p:style>
          <a:lnRef idx="2">
            <a:schemeClr val="accent1"/>
          </a:lnRef>
          <a:fillRef idx="1">
            <a:schemeClr val="lt1"/>
          </a:fillRef>
          <a:effectRef idx="0">
            <a:schemeClr val="accent1"/>
          </a:effectRef>
          <a:fontRef idx="minor">
            <a:schemeClr val="dk1"/>
          </a:fontRef>
        </p:style>
        <p:txBody>
          <a:bodyPr lIns="182880" tIns="91440" rIns="182880" bIns="91440" rtlCol="0" anchor="ctr"/>
          <a:lstStyle/>
          <a:p>
            <a:pPr marL="342900" indent="-342900" defTabSz="1828800">
              <a:buFont typeface="Arial" panose="020B0604020202020204" pitchFamily="34" charset="0"/>
              <a:buChar char="•"/>
              <a:defRPr/>
            </a:pPr>
            <a:r>
              <a:rPr lang="en-US" sz="2000" b="1">
                <a:solidFill>
                  <a:srgbClr val="141414"/>
                </a:solidFill>
                <a:latin typeface="IBM Plex Sans"/>
              </a:rPr>
              <a:t>BAMOE with </a:t>
            </a:r>
            <a:r>
              <a:rPr lang="en-US" sz="2000" b="1" err="1">
                <a:solidFill>
                  <a:srgbClr val="141414"/>
                </a:solidFill>
                <a:latin typeface="IBM Plex Sans"/>
              </a:rPr>
              <a:t>WxO</a:t>
            </a:r>
            <a:r>
              <a:rPr lang="en-US" sz="2000" b="1">
                <a:solidFill>
                  <a:srgbClr val="141414"/>
                </a:solidFill>
                <a:latin typeface="IBM Plex Sans"/>
              </a:rPr>
              <a:t> for </a:t>
            </a:r>
            <a:r>
              <a:rPr lang="en-US" sz="2000">
                <a:solidFill>
                  <a:srgbClr val="141414"/>
                </a:solidFill>
                <a:latin typeface="IBM Plex Sans"/>
              </a:rPr>
              <a:t>task tracking / alerts, API confirmation of request completion</a:t>
            </a:r>
          </a:p>
          <a:p>
            <a:pPr marL="342900" indent="-342900" defTabSz="1828800">
              <a:buFont typeface="Arial" panose="020B0604020202020204" pitchFamily="34" charset="0"/>
              <a:buChar char="•"/>
              <a:defRPr/>
            </a:pPr>
            <a:r>
              <a:rPr lang="en-US" sz="2000" b="1" err="1">
                <a:solidFill>
                  <a:srgbClr val="141414"/>
                </a:solidFill>
                <a:latin typeface="IBM Plex Sans"/>
              </a:rPr>
              <a:t>WxO</a:t>
            </a:r>
            <a:r>
              <a:rPr lang="en-US" sz="2000">
                <a:solidFill>
                  <a:srgbClr val="141414"/>
                </a:solidFill>
                <a:latin typeface="IBM Plex Sans"/>
              </a:rPr>
              <a:t> based response to client of service request completion</a:t>
            </a:r>
          </a:p>
        </p:txBody>
      </p:sp>
      <p:sp>
        <p:nvSpPr>
          <p:cNvPr id="152" name="Isosceles Triangle 151">
            <a:extLst>
              <a:ext uri="{FF2B5EF4-FFF2-40B4-BE49-F238E27FC236}">
                <a16:creationId xmlns:a16="http://schemas.microsoft.com/office/drawing/2014/main" id="{7E109435-9364-A093-B6DD-9C864E7EC4B8}"/>
              </a:ext>
            </a:extLst>
          </p:cNvPr>
          <p:cNvSpPr/>
          <p:nvPr/>
        </p:nvSpPr>
        <p:spPr>
          <a:xfrm rot="10800000">
            <a:off x="3990483" y="11291933"/>
            <a:ext cx="299060" cy="257810"/>
          </a:xfrm>
          <a:prstGeom prst="triangle">
            <a:avLst/>
          </a:prstGeom>
          <a:solidFill>
            <a:srgbClr val="178757"/>
          </a:solidFill>
          <a:ln>
            <a:noFill/>
          </a:ln>
        </p:spPr>
        <p:style>
          <a:lnRef idx="0">
            <a:srgbClr val="787070"/>
          </a:lnRef>
          <a:fillRef idx="1">
            <a:schemeClr val="accent1"/>
          </a:fillRef>
          <a:effectRef idx="0">
            <a:schemeClr val="dk1"/>
          </a:effectRef>
          <a:fontRef idx="minor">
            <a:schemeClr val="lt1"/>
          </a:fontRef>
        </p:style>
        <p:txBody>
          <a:bodyPr rtlCol="0" anchor="ctr"/>
          <a:lstStyle/>
          <a:p>
            <a:pPr algn="ctr" defTabSz="1828800">
              <a:defRPr/>
            </a:pPr>
            <a:endParaRPr lang="en-US" sz="2800">
              <a:solidFill>
                <a:srgbClr val="FFFFFF"/>
              </a:solidFill>
              <a:latin typeface="IBM Plex Sans" panose="020B0503050203000203" pitchFamily="34" charset="0"/>
            </a:endParaRPr>
          </a:p>
        </p:txBody>
      </p:sp>
      <p:sp>
        <p:nvSpPr>
          <p:cNvPr id="154" name="TextBox 153">
            <a:extLst>
              <a:ext uri="{FF2B5EF4-FFF2-40B4-BE49-F238E27FC236}">
                <a16:creationId xmlns:a16="http://schemas.microsoft.com/office/drawing/2014/main" id="{89BF3BFF-00B4-2E6D-57FD-050A7D230213}"/>
              </a:ext>
            </a:extLst>
          </p:cNvPr>
          <p:cNvSpPr txBox="1"/>
          <p:nvPr/>
        </p:nvSpPr>
        <p:spPr>
          <a:xfrm>
            <a:off x="4384418" y="11235046"/>
            <a:ext cx="5020502" cy="371580"/>
          </a:xfrm>
          <a:prstGeom prst="rect">
            <a:avLst/>
          </a:prstGeom>
          <a:noFill/>
        </p:spPr>
        <p:txBody>
          <a:bodyPr wrap="square" lIns="0" tIns="0" rIns="0" bIns="0" rtlCol="0">
            <a:noAutofit/>
          </a:bodyPr>
          <a:lstStyle/>
          <a:p>
            <a:pPr defTabSz="1828800">
              <a:spcBef>
                <a:spcPts val="2400"/>
              </a:spcBef>
              <a:buSzPct val="100000"/>
              <a:defRPr/>
            </a:pPr>
            <a:r>
              <a:rPr lang="en-US" sz="1600">
                <a:solidFill>
                  <a:srgbClr val="403C3A"/>
                </a:solidFill>
                <a:latin typeface="IBM Plex Sans" panose="020B0503050203000203" pitchFamily="34" charset="0"/>
              </a:rPr>
              <a:t>AI agent performs task autonomously</a:t>
            </a:r>
          </a:p>
        </p:txBody>
      </p:sp>
      <p:sp>
        <p:nvSpPr>
          <p:cNvPr id="156" name="Isosceles Triangle 155">
            <a:extLst>
              <a:ext uri="{FF2B5EF4-FFF2-40B4-BE49-F238E27FC236}">
                <a16:creationId xmlns:a16="http://schemas.microsoft.com/office/drawing/2014/main" id="{D8B03ED3-D7CB-57A0-6DB1-1904D9B367D6}"/>
              </a:ext>
            </a:extLst>
          </p:cNvPr>
          <p:cNvSpPr/>
          <p:nvPr/>
        </p:nvSpPr>
        <p:spPr>
          <a:xfrm rot="10800000">
            <a:off x="8151487" y="11291931"/>
            <a:ext cx="299060" cy="257810"/>
          </a:xfrm>
          <a:prstGeom prst="triangle">
            <a:avLst/>
          </a:prstGeom>
          <a:solidFill>
            <a:srgbClr val="B42D19"/>
          </a:solidFill>
          <a:ln>
            <a:noFill/>
          </a:ln>
        </p:spPr>
        <p:style>
          <a:lnRef idx="0">
            <a:srgbClr val="787070"/>
          </a:lnRef>
          <a:fillRef idx="1">
            <a:schemeClr val="accent1"/>
          </a:fillRef>
          <a:effectRef idx="0">
            <a:schemeClr val="dk1"/>
          </a:effectRef>
          <a:fontRef idx="minor">
            <a:schemeClr val="lt1"/>
          </a:fontRef>
        </p:style>
        <p:txBody>
          <a:bodyPr rtlCol="0" anchor="ctr"/>
          <a:lstStyle/>
          <a:p>
            <a:pPr algn="ctr" defTabSz="1828800">
              <a:defRPr/>
            </a:pPr>
            <a:endParaRPr lang="en-US" sz="2800">
              <a:solidFill>
                <a:srgbClr val="FFFFFF"/>
              </a:solidFill>
              <a:latin typeface="IBM Plex Sans" panose="020B0503050203000203" pitchFamily="34" charset="0"/>
            </a:endParaRPr>
          </a:p>
        </p:txBody>
      </p:sp>
      <p:sp>
        <p:nvSpPr>
          <p:cNvPr id="157" name="TextBox 156">
            <a:extLst>
              <a:ext uri="{FF2B5EF4-FFF2-40B4-BE49-F238E27FC236}">
                <a16:creationId xmlns:a16="http://schemas.microsoft.com/office/drawing/2014/main" id="{306F762F-E8F0-369E-0BD3-434D448E455D}"/>
              </a:ext>
            </a:extLst>
          </p:cNvPr>
          <p:cNvSpPr txBox="1"/>
          <p:nvPr/>
        </p:nvSpPr>
        <p:spPr>
          <a:xfrm>
            <a:off x="8526474" y="11242048"/>
            <a:ext cx="5020502" cy="371580"/>
          </a:xfrm>
          <a:prstGeom prst="rect">
            <a:avLst/>
          </a:prstGeom>
          <a:noFill/>
        </p:spPr>
        <p:txBody>
          <a:bodyPr wrap="square" lIns="0" tIns="0" rIns="0" bIns="0" rtlCol="0">
            <a:noAutofit/>
          </a:bodyPr>
          <a:lstStyle/>
          <a:p>
            <a:pPr defTabSz="1828800">
              <a:spcBef>
                <a:spcPts val="2400"/>
              </a:spcBef>
              <a:buSzPct val="100000"/>
              <a:defRPr/>
            </a:pPr>
            <a:r>
              <a:rPr lang="en-US" sz="1600">
                <a:solidFill>
                  <a:srgbClr val="403C3A"/>
                </a:solidFill>
                <a:latin typeface="IBM Plex Sans" panose="020B0503050203000203" pitchFamily="34" charset="0"/>
              </a:rPr>
              <a:t>AI agent performs hybrid task</a:t>
            </a:r>
          </a:p>
        </p:txBody>
      </p:sp>
      <p:sp>
        <p:nvSpPr>
          <p:cNvPr id="29" name="Title 1">
            <a:extLst>
              <a:ext uri="{FF2B5EF4-FFF2-40B4-BE49-F238E27FC236}">
                <a16:creationId xmlns:a16="http://schemas.microsoft.com/office/drawing/2014/main" id="{6037ADA6-25AC-6388-D509-AD720D10E3AE}"/>
              </a:ext>
            </a:extLst>
          </p:cNvPr>
          <p:cNvSpPr txBox="1">
            <a:spLocks/>
          </p:cNvSpPr>
          <p:nvPr/>
        </p:nvSpPr>
        <p:spPr>
          <a:xfrm>
            <a:off x="470033" y="6365862"/>
            <a:ext cx="23593820" cy="18288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defTabSz="1828800">
              <a:defRPr/>
            </a:pPr>
            <a:r>
              <a:rPr lang="en-US" sz="4800">
                <a:solidFill>
                  <a:srgbClr val="000000"/>
                </a:solidFill>
                <a:latin typeface="IBM Plex Sans"/>
              </a:rPr>
              <a:t>Future State: Leverage </a:t>
            </a:r>
            <a:r>
              <a:rPr lang="en-US" sz="4800" err="1">
                <a:solidFill>
                  <a:srgbClr val="000000"/>
                </a:solidFill>
                <a:latin typeface="IBM Plex Sans"/>
              </a:rPr>
              <a:t>WxO</a:t>
            </a:r>
            <a:r>
              <a:rPr lang="en-US" sz="4800">
                <a:solidFill>
                  <a:srgbClr val="000000"/>
                </a:solidFill>
                <a:latin typeface="IBM Plex Sans"/>
              </a:rPr>
              <a:t> to ingest, create cases, route, action, track, &amp; confirm cases</a:t>
            </a:r>
          </a:p>
        </p:txBody>
      </p:sp>
      <p:grpSp>
        <p:nvGrpSpPr>
          <p:cNvPr id="21" name="Group 20">
            <a:extLst>
              <a:ext uri="{FF2B5EF4-FFF2-40B4-BE49-F238E27FC236}">
                <a16:creationId xmlns:a16="http://schemas.microsoft.com/office/drawing/2014/main" id="{E3378BB9-AFCA-B43A-E032-897FB8A454D6}"/>
              </a:ext>
            </a:extLst>
          </p:cNvPr>
          <p:cNvGrpSpPr/>
          <p:nvPr/>
        </p:nvGrpSpPr>
        <p:grpSpPr>
          <a:xfrm>
            <a:off x="2242588" y="7582419"/>
            <a:ext cx="8759662" cy="957318"/>
            <a:chOff x="1010092" y="3814136"/>
            <a:chExt cx="1274584" cy="497370"/>
          </a:xfrm>
          <a:solidFill>
            <a:schemeClr val="accent1">
              <a:lumMod val="20000"/>
              <a:lumOff val="80000"/>
            </a:schemeClr>
          </a:solidFill>
        </p:grpSpPr>
        <p:sp>
          <p:nvSpPr>
            <p:cNvPr id="32" name="Rectangle 31">
              <a:extLst>
                <a:ext uri="{FF2B5EF4-FFF2-40B4-BE49-F238E27FC236}">
                  <a16:creationId xmlns:a16="http://schemas.microsoft.com/office/drawing/2014/main" id="{7F62776C-ADC1-33E4-D2C9-C3534FE7D5A1}"/>
                </a:ext>
              </a:extLst>
            </p:cNvPr>
            <p:cNvSpPr/>
            <p:nvPr/>
          </p:nvSpPr>
          <p:spPr>
            <a:xfrm>
              <a:off x="1012603" y="3896763"/>
              <a:ext cx="1272073" cy="414743"/>
            </a:xfrm>
            <a:prstGeom prst="rect">
              <a:avLst/>
            </a:prstGeom>
            <a:grpFill/>
            <a:ln>
              <a:solidFill>
                <a:srgbClr val="4472C4"/>
              </a:solid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r>
                <a:rPr lang="en-US" sz="2200" dirty="0">
                  <a:solidFill>
                    <a:srgbClr val="141414"/>
                  </a:solidFill>
                  <a:latin typeface="IBM Plex Sans" panose="020B0503050203000203" pitchFamily="34" charset="0"/>
                </a:rPr>
                <a:t>Ingest Client Request, Auto-create Request, Use Smart Routing</a:t>
              </a:r>
            </a:p>
          </p:txBody>
        </p:sp>
        <p:sp>
          <p:nvSpPr>
            <p:cNvPr id="34" name="Rectangle 33">
              <a:extLst>
                <a:ext uri="{FF2B5EF4-FFF2-40B4-BE49-F238E27FC236}">
                  <a16:creationId xmlns:a16="http://schemas.microsoft.com/office/drawing/2014/main" id="{259807CE-4630-4D1B-924A-152E3DF00ECD}"/>
                </a:ext>
              </a:extLst>
            </p:cNvPr>
            <p:cNvSpPr/>
            <p:nvPr/>
          </p:nvSpPr>
          <p:spPr>
            <a:xfrm>
              <a:off x="1010092" y="3814136"/>
              <a:ext cx="1272073" cy="94806"/>
            </a:xfrm>
            <a:prstGeom prst="rect">
              <a:avLst/>
            </a:prstGeom>
            <a:solidFill>
              <a:schemeClr val="accent1">
                <a:lumMod val="75000"/>
              </a:schemeClr>
            </a:solidFill>
            <a:ln>
              <a:solidFill>
                <a:srgbClr val="4472C4"/>
              </a:solid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endParaRPr lang="en-US" sz="2200">
                <a:solidFill>
                  <a:srgbClr val="141414"/>
                </a:solidFill>
                <a:latin typeface="IBM Plex Sans" panose="020B0503050203000203" pitchFamily="34" charset="0"/>
              </a:endParaRPr>
            </a:p>
          </p:txBody>
        </p:sp>
      </p:grpSp>
      <p:grpSp>
        <p:nvGrpSpPr>
          <p:cNvPr id="35" name="Group 34">
            <a:extLst>
              <a:ext uri="{FF2B5EF4-FFF2-40B4-BE49-F238E27FC236}">
                <a16:creationId xmlns:a16="http://schemas.microsoft.com/office/drawing/2014/main" id="{79688EA1-F00B-16F0-A281-DD8D6FE8E9F6}"/>
              </a:ext>
            </a:extLst>
          </p:cNvPr>
          <p:cNvGrpSpPr/>
          <p:nvPr/>
        </p:nvGrpSpPr>
        <p:grpSpPr>
          <a:xfrm>
            <a:off x="19811687" y="7582423"/>
            <a:ext cx="3799236" cy="1098094"/>
            <a:chOff x="8814109" y="3856981"/>
            <a:chExt cx="1435677" cy="348369"/>
          </a:xfrm>
          <a:solidFill>
            <a:schemeClr val="accent1">
              <a:lumMod val="20000"/>
              <a:lumOff val="80000"/>
            </a:schemeClr>
          </a:solidFill>
        </p:grpSpPr>
        <p:sp>
          <p:nvSpPr>
            <p:cNvPr id="36" name="Rectangle 35">
              <a:extLst>
                <a:ext uri="{FF2B5EF4-FFF2-40B4-BE49-F238E27FC236}">
                  <a16:creationId xmlns:a16="http://schemas.microsoft.com/office/drawing/2014/main" id="{EDAB61FE-A96D-B0CA-EFC1-D6599755B0FD}"/>
                </a:ext>
              </a:extLst>
            </p:cNvPr>
            <p:cNvSpPr/>
            <p:nvPr/>
          </p:nvSpPr>
          <p:spPr>
            <a:xfrm>
              <a:off x="8814109" y="3922252"/>
              <a:ext cx="1435677" cy="283098"/>
            </a:xfrm>
            <a:prstGeom prst="rect">
              <a:avLst/>
            </a:prstGeom>
            <a:grpFill/>
            <a:ln>
              <a:solidFill>
                <a:srgbClr val="4472C4"/>
              </a:solid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r>
                <a:rPr lang="en-US" sz="2200">
                  <a:solidFill>
                    <a:srgbClr val="141414"/>
                  </a:solidFill>
                  <a:latin typeface="IBM Plex Sans" panose="020B0503050203000203" pitchFamily="34" charset="0"/>
                </a:rPr>
                <a:t>Track, Monitor, Confirm, and Respond to Client</a:t>
              </a:r>
              <a:br>
                <a:rPr lang="en-US" sz="2200">
                  <a:solidFill>
                    <a:srgbClr val="141414"/>
                  </a:solidFill>
                  <a:latin typeface="IBM Plex Sans" panose="020B0503050203000203" pitchFamily="34" charset="0"/>
                </a:rPr>
              </a:br>
              <a:endParaRPr lang="en-US" sz="2200">
                <a:solidFill>
                  <a:srgbClr val="141414"/>
                </a:solidFill>
                <a:latin typeface="IBM Plex Sans" panose="020B0503050203000203" pitchFamily="34" charset="0"/>
              </a:endParaRPr>
            </a:p>
          </p:txBody>
        </p:sp>
        <p:sp>
          <p:nvSpPr>
            <p:cNvPr id="37" name="Rectangle 36">
              <a:extLst>
                <a:ext uri="{FF2B5EF4-FFF2-40B4-BE49-F238E27FC236}">
                  <a16:creationId xmlns:a16="http://schemas.microsoft.com/office/drawing/2014/main" id="{154CFBC6-E401-9589-CE19-BAD9E2B414E8}"/>
                </a:ext>
              </a:extLst>
            </p:cNvPr>
            <p:cNvSpPr/>
            <p:nvPr/>
          </p:nvSpPr>
          <p:spPr>
            <a:xfrm>
              <a:off x="8814109" y="3856981"/>
              <a:ext cx="1435677" cy="64712"/>
            </a:xfrm>
            <a:prstGeom prst="rect">
              <a:avLst/>
            </a:prstGeom>
            <a:solidFill>
              <a:schemeClr val="accent1">
                <a:lumMod val="75000"/>
              </a:schemeClr>
            </a:solidFill>
            <a:ln>
              <a:solidFill>
                <a:srgbClr val="4472C4"/>
              </a:solid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endParaRPr lang="en-US" sz="2200">
                <a:solidFill>
                  <a:srgbClr val="141414"/>
                </a:solidFill>
                <a:latin typeface="IBM Plex Sans" panose="020B0503050203000203" pitchFamily="34" charset="0"/>
              </a:endParaRPr>
            </a:p>
          </p:txBody>
        </p:sp>
      </p:grpSp>
      <p:grpSp>
        <p:nvGrpSpPr>
          <p:cNvPr id="38" name="Group 37">
            <a:extLst>
              <a:ext uri="{FF2B5EF4-FFF2-40B4-BE49-F238E27FC236}">
                <a16:creationId xmlns:a16="http://schemas.microsoft.com/office/drawing/2014/main" id="{B3D10A90-A9E1-4468-D857-F4D22135F84A}"/>
              </a:ext>
            </a:extLst>
          </p:cNvPr>
          <p:cNvGrpSpPr/>
          <p:nvPr/>
        </p:nvGrpSpPr>
        <p:grpSpPr>
          <a:xfrm>
            <a:off x="16241483" y="7582424"/>
            <a:ext cx="3407144" cy="1064724"/>
            <a:chOff x="7229808" y="3814931"/>
            <a:chExt cx="1353583" cy="494856"/>
          </a:xfrm>
          <a:solidFill>
            <a:schemeClr val="accent1">
              <a:lumMod val="20000"/>
              <a:lumOff val="80000"/>
            </a:schemeClr>
          </a:solidFill>
        </p:grpSpPr>
        <p:sp>
          <p:nvSpPr>
            <p:cNvPr id="39" name="Rectangle 38">
              <a:extLst>
                <a:ext uri="{FF2B5EF4-FFF2-40B4-BE49-F238E27FC236}">
                  <a16:creationId xmlns:a16="http://schemas.microsoft.com/office/drawing/2014/main" id="{B82AC0DF-340A-2F9B-BBBD-BE03DB37063F}"/>
                </a:ext>
              </a:extLst>
            </p:cNvPr>
            <p:cNvSpPr/>
            <p:nvPr/>
          </p:nvSpPr>
          <p:spPr>
            <a:xfrm>
              <a:off x="7229808" y="3895044"/>
              <a:ext cx="1353583" cy="414743"/>
            </a:xfrm>
            <a:prstGeom prst="rect">
              <a:avLst/>
            </a:prstGeom>
            <a:grpFill/>
            <a:ln>
              <a:solidFill>
                <a:srgbClr val="4472C4"/>
              </a:solid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r>
                <a:rPr lang="en-US" sz="2200">
                  <a:solidFill>
                    <a:srgbClr val="141414"/>
                  </a:solidFill>
                  <a:latin typeface="IBM Plex Sans" panose="020B0503050203000203" pitchFamily="34" charset="0"/>
                </a:rPr>
                <a:t>Manually Perform Actions</a:t>
              </a:r>
            </a:p>
          </p:txBody>
        </p:sp>
        <p:sp>
          <p:nvSpPr>
            <p:cNvPr id="41" name="Rectangle 40">
              <a:extLst>
                <a:ext uri="{FF2B5EF4-FFF2-40B4-BE49-F238E27FC236}">
                  <a16:creationId xmlns:a16="http://schemas.microsoft.com/office/drawing/2014/main" id="{D9102283-AF06-288E-3B7A-C6275CDDFCC4}"/>
                </a:ext>
              </a:extLst>
            </p:cNvPr>
            <p:cNvSpPr/>
            <p:nvPr/>
          </p:nvSpPr>
          <p:spPr>
            <a:xfrm>
              <a:off x="7229808" y="3814931"/>
              <a:ext cx="1353583" cy="94806"/>
            </a:xfrm>
            <a:prstGeom prst="rect">
              <a:avLst/>
            </a:prstGeom>
            <a:solidFill>
              <a:schemeClr val="accent1">
                <a:lumMod val="75000"/>
              </a:schemeClr>
            </a:solidFill>
            <a:ln>
              <a:solidFill>
                <a:srgbClr val="4472C4"/>
              </a:solid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endParaRPr lang="en-US" sz="2800">
                <a:solidFill>
                  <a:srgbClr val="141414"/>
                </a:solidFill>
                <a:latin typeface="IBM Plex Sans" panose="020B0503050203000203" pitchFamily="34" charset="0"/>
              </a:endParaRPr>
            </a:p>
          </p:txBody>
        </p:sp>
      </p:grpSp>
      <p:grpSp>
        <p:nvGrpSpPr>
          <p:cNvPr id="42" name="Group 41">
            <a:extLst>
              <a:ext uri="{FF2B5EF4-FFF2-40B4-BE49-F238E27FC236}">
                <a16:creationId xmlns:a16="http://schemas.microsoft.com/office/drawing/2014/main" id="{3EE56B01-E9F1-861A-C3C8-FF9F9E5941D2}"/>
              </a:ext>
            </a:extLst>
          </p:cNvPr>
          <p:cNvGrpSpPr/>
          <p:nvPr/>
        </p:nvGrpSpPr>
        <p:grpSpPr>
          <a:xfrm>
            <a:off x="11306385" y="7582613"/>
            <a:ext cx="4719064" cy="989714"/>
            <a:chOff x="5613709" y="3814135"/>
            <a:chExt cx="1435677" cy="494857"/>
          </a:xfrm>
          <a:solidFill>
            <a:schemeClr val="accent1">
              <a:lumMod val="20000"/>
              <a:lumOff val="80000"/>
            </a:schemeClr>
          </a:solidFill>
        </p:grpSpPr>
        <p:sp>
          <p:nvSpPr>
            <p:cNvPr id="43" name="Rectangle 42">
              <a:extLst>
                <a:ext uri="{FF2B5EF4-FFF2-40B4-BE49-F238E27FC236}">
                  <a16:creationId xmlns:a16="http://schemas.microsoft.com/office/drawing/2014/main" id="{84692527-0B0F-6A14-A155-7EC2C0A47F53}"/>
                </a:ext>
              </a:extLst>
            </p:cNvPr>
            <p:cNvSpPr/>
            <p:nvPr/>
          </p:nvSpPr>
          <p:spPr>
            <a:xfrm>
              <a:off x="5613709" y="3894249"/>
              <a:ext cx="1435677" cy="414743"/>
            </a:xfrm>
            <a:prstGeom prst="rect">
              <a:avLst/>
            </a:prstGeom>
            <a:grpFill/>
            <a:ln>
              <a:solidFill>
                <a:srgbClr val="4472C4"/>
              </a:solid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r>
                <a:rPr lang="en-US" sz="2200">
                  <a:solidFill>
                    <a:srgbClr val="141414"/>
                  </a:solidFill>
                  <a:latin typeface="IBM Plex Sans" panose="020B0503050203000203" pitchFamily="34" charset="0"/>
                </a:rPr>
                <a:t>AI Agent Task Automation </a:t>
              </a:r>
              <a:br>
                <a:rPr lang="en-US" sz="2200">
                  <a:solidFill>
                    <a:srgbClr val="141414"/>
                  </a:solidFill>
                  <a:latin typeface="IBM Plex Sans" panose="020B0503050203000203" pitchFamily="34" charset="0"/>
                </a:rPr>
              </a:br>
              <a:r>
                <a:rPr lang="en-US" sz="2200" i="1">
                  <a:solidFill>
                    <a:srgbClr val="141414"/>
                  </a:solidFill>
                  <a:latin typeface="IBM Plex Sans" panose="020B0503050203000203" pitchFamily="34" charset="0"/>
                </a:rPr>
                <a:t>Sub-set of tasks</a:t>
              </a:r>
            </a:p>
          </p:txBody>
        </p:sp>
        <p:sp>
          <p:nvSpPr>
            <p:cNvPr id="44" name="Rectangle 43">
              <a:extLst>
                <a:ext uri="{FF2B5EF4-FFF2-40B4-BE49-F238E27FC236}">
                  <a16:creationId xmlns:a16="http://schemas.microsoft.com/office/drawing/2014/main" id="{BA003C2D-9B08-76C6-74CA-FAA4A8C2CC79}"/>
                </a:ext>
              </a:extLst>
            </p:cNvPr>
            <p:cNvSpPr/>
            <p:nvPr/>
          </p:nvSpPr>
          <p:spPr>
            <a:xfrm>
              <a:off x="5613709" y="3814135"/>
              <a:ext cx="1435677" cy="116285"/>
            </a:xfrm>
            <a:prstGeom prst="rect">
              <a:avLst/>
            </a:prstGeom>
            <a:solidFill>
              <a:schemeClr val="accent1">
                <a:lumMod val="75000"/>
              </a:schemeClr>
            </a:solidFill>
            <a:ln>
              <a:solidFill>
                <a:srgbClr val="4472C4"/>
              </a:solidFill>
            </a:ln>
          </p:spPr>
          <p:style>
            <a:lnRef idx="2">
              <a:schemeClr val="accent1"/>
            </a:lnRef>
            <a:fillRef idx="1">
              <a:schemeClr val="lt1"/>
            </a:fillRef>
            <a:effectRef idx="0">
              <a:schemeClr val="accent1"/>
            </a:effectRef>
            <a:fontRef idx="minor">
              <a:schemeClr val="dk1"/>
            </a:fontRef>
          </p:style>
          <p:txBody>
            <a:bodyPr rtlCol="0" anchor="ctr"/>
            <a:lstStyle/>
            <a:p>
              <a:pPr defTabSz="1828800">
                <a:defRPr/>
              </a:pPr>
              <a:endParaRPr lang="en-US" sz="2800">
                <a:solidFill>
                  <a:srgbClr val="141414"/>
                </a:solidFill>
                <a:latin typeface="IBM Plex Sans" panose="020B0503050203000203" pitchFamily="34" charset="0"/>
              </a:endParaRPr>
            </a:p>
          </p:txBody>
        </p:sp>
      </p:grpSp>
      <p:sp>
        <p:nvSpPr>
          <p:cNvPr id="163" name="Isosceles Triangle 162">
            <a:extLst>
              <a:ext uri="{FF2B5EF4-FFF2-40B4-BE49-F238E27FC236}">
                <a16:creationId xmlns:a16="http://schemas.microsoft.com/office/drawing/2014/main" id="{896D0741-E38E-10F0-08E7-820CDFAF4C4D}"/>
              </a:ext>
            </a:extLst>
          </p:cNvPr>
          <p:cNvSpPr/>
          <p:nvPr/>
        </p:nvSpPr>
        <p:spPr>
          <a:xfrm rot="10800000">
            <a:off x="10399737" y="7475834"/>
            <a:ext cx="431032" cy="371580"/>
          </a:xfrm>
          <a:prstGeom prst="triangle">
            <a:avLst/>
          </a:prstGeom>
          <a:solidFill>
            <a:srgbClr val="178757"/>
          </a:solidFill>
          <a:ln>
            <a:noFill/>
          </a:ln>
        </p:spPr>
        <p:style>
          <a:lnRef idx="0">
            <a:srgbClr val="787070"/>
          </a:lnRef>
          <a:fillRef idx="1">
            <a:schemeClr val="accent1"/>
          </a:fillRef>
          <a:effectRef idx="0">
            <a:schemeClr val="dk1"/>
          </a:effectRef>
          <a:fontRef idx="minor">
            <a:schemeClr val="lt1"/>
          </a:fontRef>
        </p:style>
        <p:txBody>
          <a:bodyPr rtlCol="0" anchor="ctr"/>
          <a:lstStyle/>
          <a:p>
            <a:pPr algn="ctr" defTabSz="1828800">
              <a:defRPr/>
            </a:pPr>
            <a:endParaRPr lang="en-US">
              <a:solidFill>
                <a:srgbClr val="FFFFFF"/>
              </a:solidFill>
              <a:latin typeface="IBM Plex Sans" panose="020B0503050203000203" pitchFamily="34" charset="0"/>
            </a:endParaRPr>
          </a:p>
        </p:txBody>
      </p:sp>
      <p:sp>
        <p:nvSpPr>
          <p:cNvPr id="164" name="Isosceles Triangle 163">
            <a:extLst>
              <a:ext uri="{FF2B5EF4-FFF2-40B4-BE49-F238E27FC236}">
                <a16:creationId xmlns:a16="http://schemas.microsoft.com/office/drawing/2014/main" id="{243B1B6E-1BA1-6384-13E1-6A6DECD600D2}"/>
              </a:ext>
            </a:extLst>
          </p:cNvPr>
          <p:cNvSpPr/>
          <p:nvPr/>
        </p:nvSpPr>
        <p:spPr>
          <a:xfrm rot="10800000">
            <a:off x="13546975" y="7475834"/>
            <a:ext cx="431032" cy="371580"/>
          </a:xfrm>
          <a:prstGeom prst="triangle">
            <a:avLst/>
          </a:prstGeom>
          <a:solidFill>
            <a:srgbClr val="178757"/>
          </a:solidFill>
          <a:ln>
            <a:noFill/>
          </a:ln>
        </p:spPr>
        <p:style>
          <a:lnRef idx="0">
            <a:srgbClr val="787070"/>
          </a:lnRef>
          <a:fillRef idx="1">
            <a:schemeClr val="accent1"/>
          </a:fillRef>
          <a:effectRef idx="0">
            <a:schemeClr val="dk1"/>
          </a:effectRef>
          <a:fontRef idx="minor">
            <a:schemeClr val="lt1"/>
          </a:fontRef>
        </p:style>
        <p:txBody>
          <a:bodyPr rtlCol="0" anchor="ctr"/>
          <a:lstStyle/>
          <a:p>
            <a:pPr algn="ctr" defTabSz="1828800">
              <a:defRPr/>
            </a:pPr>
            <a:endParaRPr lang="en-US">
              <a:solidFill>
                <a:srgbClr val="FFFFFF"/>
              </a:solidFill>
              <a:latin typeface="IBM Plex Sans" panose="020B0503050203000203" pitchFamily="34" charset="0"/>
            </a:endParaRPr>
          </a:p>
        </p:txBody>
      </p:sp>
      <p:sp>
        <p:nvSpPr>
          <p:cNvPr id="106" name="Isosceles Triangle 105">
            <a:extLst>
              <a:ext uri="{FF2B5EF4-FFF2-40B4-BE49-F238E27FC236}">
                <a16:creationId xmlns:a16="http://schemas.microsoft.com/office/drawing/2014/main" id="{3DDC1851-BCF9-540D-B7BD-EBCC4401EEDB}"/>
              </a:ext>
            </a:extLst>
          </p:cNvPr>
          <p:cNvSpPr/>
          <p:nvPr/>
        </p:nvSpPr>
        <p:spPr>
          <a:xfrm rot="10800000">
            <a:off x="23106763" y="7422610"/>
            <a:ext cx="431032" cy="371580"/>
          </a:xfrm>
          <a:prstGeom prst="triangle">
            <a:avLst/>
          </a:prstGeom>
          <a:solidFill>
            <a:srgbClr val="B42D19"/>
          </a:solidFill>
          <a:ln>
            <a:noFill/>
          </a:ln>
        </p:spPr>
        <p:style>
          <a:lnRef idx="0">
            <a:srgbClr val="787070"/>
          </a:lnRef>
          <a:fillRef idx="1">
            <a:schemeClr val="accent1"/>
          </a:fillRef>
          <a:effectRef idx="0">
            <a:schemeClr val="dk1"/>
          </a:effectRef>
          <a:fontRef idx="minor">
            <a:schemeClr val="lt1"/>
          </a:fontRef>
        </p:style>
        <p:txBody>
          <a:bodyPr rtlCol="0" anchor="ctr"/>
          <a:lstStyle/>
          <a:p>
            <a:pPr algn="ctr" defTabSz="1828800">
              <a:defRPr/>
            </a:pPr>
            <a:endParaRPr lang="en-US">
              <a:solidFill>
                <a:srgbClr val="FFFFFF"/>
              </a:solidFill>
              <a:latin typeface="IBM Plex Sans" panose="020B0503050203000203" pitchFamily="34" charset="0"/>
            </a:endParaRPr>
          </a:p>
        </p:txBody>
      </p:sp>
      <p:sp>
        <p:nvSpPr>
          <p:cNvPr id="46" name="Oval 45">
            <a:extLst>
              <a:ext uri="{FF2B5EF4-FFF2-40B4-BE49-F238E27FC236}">
                <a16:creationId xmlns:a16="http://schemas.microsoft.com/office/drawing/2014/main" id="{4BCECE2D-28F1-EB5E-F318-390EE33FC607}"/>
              </a:ext>
            </a:extLst>
          </p:cNvPr>
          <p:cNvSpPr/>
          <p:nvPr/>
        </p:nvSpPr>
        <p:spPr>
          <a:xfrm>
            <a:off x="1587" y="10743710"/>
            <a:ext cx="3093692" cy="1725832"/>
          </a:xfrm>
          <a:prstGeom prst="ellipse">
            <a:avLst/>
          </a:prstGeom>
          <a:solidFill>
            <a:schemeClr val="accent1">
              <a:lumMod val="20000"/>
              <a:lumOff val="80000"/>
            </a:schemeClr>
          </a:solidFill>
          <a:ln w="19050" cap="rnd">
            <a:solidFill>
              <a:schemeClr val="bg1"/>
            </a:solidFill>
            <a:prstDash val="solid"/>
          </a:ln>
        </p:spPr>
        <p:style>
          <a:lnRef idx="0">
            <a:srgbClr val="787070"/>
          </a:lnRef>
          <a:fillRef idx="1">
            <a:schemeClr val="accent1"/>
          </a:fillRef>
          <a:effectRef idx="0">
            <a:schemeClr val="dk1"/>
          </a:effectRef>
          <a:fontRef idx="minor">
            <a:schemeClr val="lt1"/>
          </a:fontRef>
        </p:style>
        <p:txBody>
          <a:bodyPr lIns="0" rIns="0" rtlCol="0" anchor="ctr"/>
          <a:lstStyle/>
          <a:p>
            <a:pPr algn="ctr" defTabSz="1828800">
              <a:defRPr/>
            </a:pPr>
            <a:r>
              <a:rPr lang="en-US" sz="2000">
                <a:solidFill>
                  <a:srgbClr val="141414"/>
                </a:solidFill>
                <a:latin typeface="IBM Plex Sans" panose="020B0503050203000203" pitchFamily="34" charset="0"/>
              </a:rPr>
              <a:t>Typical end-to-end duration: </a:t>
            </a:r>
            <a:br>
              <a:rPr lang="en-US" sz="2000">
                <a:solidFill>
                  <a:srgbClr val="141414"/>
                </a:solidFill>
                <a:latin typeface="IBM Plex Sans" panose="020B0503050203000203" pitchFamily="34" charset="0"/>
              </a:rPr>
            </a:br>
            <a:r>
              <a:rPr lang="en-US" sz="2800">
                <a:solidFill>
                  <a:srgbClr val="141414"/>
                </a:solidFill>
                <a:latin typeface="IBM Plex Sans" panose="020B0503050203000203" pitchFamily="34" charset="0"/>
              </a:rPr>
              <a:t>5-45 minutes</a:t>
            </a:r>
            <a:endParaRPr lang="en-US" sz="2100">
              <a:solidFill>
                <a:srgbClr val="141414"/>
              </a:solidFill>
              <a:latin typeface="IBM Plex Sans" panose="020B0503050203000203" pitchFamily="34" charset="0"/>
            </a:endParaRPr>
          </a:p>
        </p:txBody>
      </p:sp>
      <p:sp>
        <p:nvSpPr>
          <p:cNvPr id="47" name="Rectangle 46">
            <a:extLst>
              <a:ext uri="{FF2B5EF4-FFF2-40B4-BE49-F238E27FC236}">
                <a16:creationId xmlns:a16="http://schemas.microsoft.com/office/drawing/2014/main" id="{78A278D7-F68D-5367-A7B2-F2EBCCF5F366}"/>
              </a:ext>
            </a:extLst>
          </p:cNvPr>
          <p:cNvSpPr/>
          <p:nvPr/>
        </p:nvSpPr>
        <p:spPr>
          <a:xfrm rot="5400000">
            <a:off x="296818" y="1986246"/>
            <a:ext cx="1956050" cy="1540244"/>
          </a:xfrm>
          <a:prstGeom prst="rect">
            <a:avLst/>
          </a:prstGeom>
          <a:solidFill>
            <a:schemeClr val="tx1">
              <a:lumMod val="85000"/>
              <a:lumOff val="15000"/>
            </a:schemeClr>
          </a:solidFill>
          <a:ln>
            <a:noFill/>
          </a:ln>
        </p:spPr>
        <p:style>
          <a:lnRef idx="0">
            <a:srgbClr val="787070"/>
          </a:lnRef>
          <a:fillRef idx="1">
            <a:schemeClr val="accent1"/>
          </a:fillRef>
          <a:effectRef idx="0">
            <a:schemeClr val="dk1"/>
          </a:effectRef>
          <a:fontRef idx="minor">
            <a:schemeClr val="lt1"/>
          </a:fontRef>
        </p:style>
        <p:txBody>
          <a:bodyPr vert="vert270" rtlCol="0" anchor="ctr"/>
          <a:lstStyle/>
          <a:p>
            <a:pPr defTabSz="1828800">
              <a:defRPr/>
            </a:pPr>
            <a:r>
              <a:rPr lang="en-US" sz="2800">
                <a:solidFill>
                  <a:srgbClr val="FFFFFF"/>
                </a:solidFill>
                <a:latin typeface="IBM Plex Sans" panose="020B0503050203000203" pitchFamily="34" charset="0"/>
              </a:rPr>
              <a:t>Current state</a:t>
            </a:r>
          </a:p>
        </p:txBody>
      </p:sp>
      <p:sp>
        <p:nvSpPr>
          <p:cNvPr id="45" name="Oval 44">
            <a:extLst>
              <a:ext uri="{FF2B5EF4-FFF2-40B4-BE49-F238E27FC236}">
                <a16:creationId xmlns:a16="http://schemas.microsoft.com/office/drawing/2014/main" id="{B8E53372-E77F-D3FC-08B7-4C3EB8245153}"/>
              </a:ext>
            </a:extLst>
          </p:cNvPr>
          <p:cNvSpPr/>
          <p:nvPr/>
        </p:nvSpPr>
        <p:spPr>
          <a:xfrm>
            <a:off x="-114159" y="3236271"/>
            <a:ext cx="2441928" cy="1410826"/>
          </a:xfrm>
          <a:prstGeom prst="ellipse">
            <a:avLst/>
          </a:prstGeom>
          <a:solidFill>
            <a:schemeClr val="tx1">
              <a:lumMod val="85000"/>
              <a:lumOff val="15000"/>
            </a:schemeClr>
          </a:solidFill>
          <a:ln w="19050" cap="rnd">
            <a:solidFill>
              <a:schemeClr val="bg1">
                <a:lumMod val="95000"/>
              </a:schemeClr>
            </a:solidFill>
            <a:prstDash val="solid"/>
          </a:ln>
        </p:spPr>
        <p:style>
          <a:lnRef idx="0">
            <a:srgbClr val="787070"/>
          </a:lnRef>
          <a:fillRef idx="1">
            <a:schemeClr val="accent1"/>
          </a:fillRef>
          <a:effectRef idx="0">
            <a:schemeClr val="dk1"/>
          </a:effectRef>
          <a:fontRef idx="minor">
            <a:schemeClr val="lt1"/>
          </a:fontRef>
        </p:style>
        <p:txBody>
          <a:bodyPr lIns="0" rIns="0" rtlCol="0" anchor="ctr"/>
          <a:lstStyle/>
          <a:p>
            <a:pPr algn="ctr" defTabSz="1828800">
              <a:defRPr/>
            </a:pPr>
            <a:r>
              <a:rPr lang="en-US" sz="1800">
                <a:solidFill>
                  <a:srgbClr val="FFFFFF"/>
                </a:solidFill>
                <a:latin typeface="IBM Plex Sans" panose="020B0503050203000203" pitchFamily="34" charset="0"/>
              </a:rPr>
              <a:t>Typical end-to-end duration: </a:t>
            </a:r>
            <a:br>
              <a:rPr lang="en-US" sz="2000">
                <a:solidFill>
                  <a:srgbClr val="FFFFFF"/>
                </a:solidFill>
                <a:latin typeface="IBM Plex Sans" panose="020B0503050203000203" pitchFamily="34" charset="0"/>
              </a:rPr>
            </a:br>
            <a:r>
              <a:rPr lang="en-US" sz="2400">
                <a:solidFill>
                  <a:srgbClr val="FFFFFF"/>
                </a:solidFill>
                <a:latin typeface="IBM Plex Sans" panose="020B0503050203000203" pitchFamily="34" charset="0"/>
              </a:rPr>
              <a:t>5-15 days</a:t>
            </a:r>
            <a:endParaRPr lang="en-US" sz="2000">
              <a:solidFill>
                <a:srgbClr val="FFFFFF"/>
              </a:solidFill>
              <a:latin typeface="IBM Plex Sans" panose="020B0503050203000203" pitchFamily="34" charset="0"/>
            </a:endParaRPr>
          </a:p>
        </p:txBody>
      </p:sp>
      <p:grpSp>
        <p:nvGrpSpPr>
          <p:cNvPr id="6" name="Group 5">
            <a:extLst>
              <a:ext uri="{FF2B5EF4-FFF2-40B4-BE49-F238E27FC236}">
                <a16:creationId xmlns:a16="http://schemas.microsoft.com/office/drawing/2014/main" id="{FA4DF740-1946-B0FB-3A6D-C1097F46C705}"/>
              </a:ext>
            </a:extLst>
          </p:cNvPr>
          <p:cNvGrpSpPr/>
          <p:nvPr/>
        </p:nvGrpSpPr>
        <p:grpSpPr>
          <a:xfrm>
            <a:off x="2264227" y="3466596"/>
            <a:ext cx="8776992" cy="1642016"/>
            <a:chOff x="877042" y="2215911"/>
            <a:chExt cx="4521547" cy="821008"/>
          </a:xfrm>
        </p:grpSpPr>
        <p:sp>
          <p:nvSpPr>
            <p:cNvPr id="3" name="Rectangle 2">
              <a:extLst>
                <a:ext uri="{FF2B5EF4-FFF2-40B4-BE49-F238E27FC236}">
                  <a16:creationId xmlns:a16="http://schemas.microsoft.com/office/drawing/2014/main" id="{DCEB0B5E-1DCC-9604-71E4-A415A56CB5B4}"/>
                </a:ext>
              </a:extLst>
            </p:cNvPr>
            <p:cNvSpPr/>
            <p:nvPr/>
          </p:nvSpPr>
          <p:spPr>
            <a:xfrm>
              <a:off x="877042" y="2233402"/>
              <a:ext cx="1310640" cy="803517"/>
            </a:xfrm>
            <a:prstGeom prst="rect">
              <a:avLst/>
            </a:prstGeom>
            <a:solidFill>
              <a:srgbClr val="E1E1E1"/>
            </a:solidFill>
            <a:ln>
              <a:noFill/>
            </a:ln>
            <a:effectLst/>
          </p:spPr>
          <p:style>
            <a:lnRef idx="2">
              <a:schemeClr val="accent1"/>
            </a:lnRef>
            <a:fillRef idx="1">
              <a:schemeClr val="lt1"/>
            </a:fillRef>
            <a:effectRef idx="0">
              <a:schemeClr val="accent1"/>
            </a:effectRef>
            <a:fontRef idx="minor">
              <a:schemeClr val="dk1"/>
            </a:fontRef>
          </p:style>
          <p:txBody>
            <a:bodyPr lIns="182880" tIns="91440" rIns="182880" bIns="91440" rtlCol="0" anchor="ctr"/>
            <a:lstStyle/>
            <a:p>
              <a:pPr defTabSz="1828800">
                <a:defRPr/>
              </a:pPr>
              <a:r>
                <a:rPr lang="en-US" sz="2100">
                  <a:solidFill>
                    <a:srgbClr val="141414"/>
                  </a:solidFill>
                  <a:latin typeface="IBM Plex Sans" panose="020B0503050203000203" pitchFamily="34" charset="0"/>
                </a:rPr>
                <a:t>Read client email and determine need</a:t>
              </a:r>
            </a:p>
          </p:txBody>
        </p:sp>
        <p:sp>
          <p:nvSpPr>
            <p:cNvPr id="4" name="Rectangle 3">
              <a:extLst>
                <a:ext uri="{FF2B5EF4-FFF2-40B4-BE49-F238E27FC236}">
                  <a16:creationId xmlns:a16="http://schemas.microsoft.com/office/drawing/2014/main" id="{33FB0881-92D3-4AB6-27E0-D5313534891E}"/>
                </a:ext>
              </a:extLst>
            </p:cNvPr>
            <p:cNvSpPr/>
            <p:nvPr/>
          </p:nvSpPr>
          <p:spPr>
            <a:xfrm>
              <a:off x="2517638" y="2233402"/>
              <a:ext cx="1310640" cy="803515"/>
            </a:xfrm>
            <a:prstGeom prst="rect">
              <a:avLst/>
            </a:prstGeom>
            <a:solidFill>
              <a:srgbClr val="E1E1E1"/>
            </a:solidFill>
            <a:ln>
              <a:noFill/>
            </a:ln>
            <a:effectLst/>
          </p:spPr>
          <p:style>
            <a:lnRef idx="2">
              <a:schemeClr val="accent1"/>
            </a:lnRef>
            <a:fillRef idx="1">
              <a:schemeClr val="lt1"/>
            </a:fillRef>
            <a:effectRef idx="0">
              <a:schemeClr val="accent1"/>
            </a:effectRef>
            <a:fontRef idx="minor">
              <a:schemeClr val="dk1"/>
            </a:fontRef>
          </p:style>
          <p:txBody>
            <a:bodyPr lIns="182880" tIns="91440" rIns="182880" bIns="91440" rtlCol="0" anchor="ctr"/>
            <a:lstStyle/>
            <a:p>
              <a:pPr defTabSz="1828800">
                <a:defRPr/>
              </a:pPr>
              <a:r>
                <a:rPr lang="en-US" sz="2100">
                  <a:solidFill>
                    <a:srgbClr val="141414"/>
                  </a:solidFill>
                  <a:latin typeface="IBM Plex Sans" panose="020B0503050203000203" pitchFamily="34" charset="0"/>
                </a:rPr>
                <a:t>Login to </a:t>
              </a:r>
              <a:r>
                <a:rPr lang="en-US" sz="2100" err="1">
                  <a:solidFill>
                    <a:srgbClr val="141414"/>
                  </a:solidFill>
                  <a:latin typeface="IBM Plex Sans" panose="020B0503050203000203" pitchFamily="34" charset="0"/>
                </a:rPr>
                <a:t>ServiceView</a:t>
              </a:r>
              <a:r>
                <a:rPr lang="en-US" sz="2100">
                  <a:solidFill>
                    <a:srgbClr val="141414"/>
                  </a:solidFill>
                  <a:latin typeface="IBM Plex Sans" panose="020B0503050203000203" pitchFamily="34" charset="0"/>
                </a:rPr>
                <a:t> to create case and enrich it</a:t>
              </a:r>
            </a:p>
          </p:txBody>
        </p:sp>
        <p:sp>
          <p:nvSpPr>
            <p:cNvPr id="5" name="Rectangle 4">
              <a:extLst>
                <a:ext uri="{FF2B5EF4-FFF2-40B4-BE49-F238E27FC236}">
                  <a16:creationId xmlns:a16="http://schemas.microsoft.com/office/drawing/2014/main" id="{89AB8B6F-892A-5BA9-8FE0-8E0B326409F5}"/>
                </a:ext>
              </a:extLst>
            </p:cNvPr>
            <p:cNvSpPr/>
            <p:nvPr/>
          </p:nvSpPr>
          <p:spPr>
            <a:xfrm>
              <a:off x="4087949" y="2215911"/>
              <a:ext cx="1310640" cy="803514"/>
            </a:xfrm>
            <a:prstGeom prst="rect">
              <a:avLst/>
            </a:prstGeom>
            <a:solidFill>
              <a:srgbClr val="E1E1E1"/>
            </a:solidFill>
            <a:ln>
              <a:noFill/>
            </a:ln>
            <a:effectLst/>
          </p:spPr>
          <p:style>
            <a:lnRef idx="2">
              <a:schemeClr val="accent1"/>
            </a:lnRef>
            <a:fillRef idx="1">
              <a:schemeClr val="lt1"/>
            </a:fillRef>
            <a:effectRef idx="0">
              <a:schemeClr val="accent1"/>
            </a:effectRef>
            <a:fontRef idx="minor">
              <a:schemeClr val="dk1"/>
            </a:fontRef>
          </p:style>
          <p:txBody>
            <a:bodyPr lIns="182880" tIns="91440" rIns="182880" bIns="91440" rtlCol="0" anchor="ctr"/>
            <a:lstStyle/>
            <a:p>
              <a:pPr defTabSz="1828800">
                <a:defRPr/>
              </a:pPr>
              <a:r>
                <a:rPr lang="en-US" sz="2100">
                  <a:solidFill>
                    <a:srgbClr val="141414"/>
                  </a:solidFill>
                  <a:latin typeface="IBM Plex Sans" panose="020B0503050203000203" pitchFamily="34" charset="0"/>
                </a:rPr>
                <a:t>Route request to appropriate team</a:t>
              </a:r>
            </a:p>
          </p:txBody>
        </p:sp>
      </p:grpSp>
      <p:sp>
        <p:nvSpPr>
          <p:cNvPr id="20" name="Rectangle 19">
            <a:extLst>
              <a:ext uri="{FF2B5EF4-FFF2-40B4-BE49-F238E27FC236}">
                <a16:creationId xmlns:a16="http://schemas.microsoft.com/office/drawing/2014/main" id="{D1B31E0E-D656-4A86-8772-6A17178387CE}"/>
              </a:ext>
            </a:extLst>
          </p:cNvPr>
          <p:cNvSpPr/>
          <p:nvPr/>
        </p:nvSpPr>
        <p:spPr>
          <a:xfrm>
            <a:off x="11430908" y="3475895"/>
            <a:ext cx="6066990" cy="1657690"/>
          </a:xfrm>
          <a:prstGeom prst="rect">
            <a:avLst/>
          </a:prstGeom>
          <a:solidFill>
            <a:srgbClr val="E1E1E1"/>
          </a:solidFill>
          <a:ln>
            <a:noFill/>
          </a:ln>
          <a:effectLst/>
        </p:spPr>
        <p:style>
          <a:lnRef idx="2">
            <a:schemeClr val="accent1"/>
          </a:lnRef>
          <a:fillRef idx="1">
            <a:schemeClr val="lt1"/>
          </a:fillRef>
          <a:effectRef idx="0">
            <a:schemeClr val="accent1"/>
          </a:effectRef>
          <a:fontRef idx="minor">
            <a:schemeClr val="dk1"/>
          </a:fontRef>
        </p:style>
        <p:txBody>
          <a:bodyPr lIns="182880" tIns="91440" rIns="182880" bIns="91440" rtlCol="0" anchor="ctr"/>
          <a:lstStyle/>
          <a:p>
            <a:pPr defTabSz="1828800">
              <a:defRPr/>
            </a:pPr>
            <a:r>
              <a:rPr lang="en-US" sz="2100">
                <a:solidFill>
                  <a:srgbClr val="141414"/>
                </a:solidFill>
                <a:latin typeface="IBM Plex Sans" panose="020B0503050203000203" pitchFamily="34" charset="0"/>
              </a:rPr>
              <a:t>Swivel chair to multiple systems and perform requested action(s)</a:t>
            </a:r>
          </a:p>
        </p:txBody>
      </p:sp>
      <p:sp>
        <p:nvSpPr>
          <p:cNvPr id="23" name="Rectangle 22">
            <a:extLst>
              <a:ext uri="{FF2B5EF4-FFF2-40B4-BE49-F238E27FC236}">
                <a16:creationId xmlns:a16="http://schemas.microsoft.com/office/drawing/2014/main" id="{99EC8B03-3C51-E4E9-5399-60A400AAB3C7}"/>
              </a:ext>
            </a:extLst>
          </p:cNvPr>
          <p:cNvSpPr/>
          <p:nvPr/>
        </p:nvSpPr>
        <p:spPr>
          <a:xfrm>
            <a:off x="17872260" y="3473672"/>
            <a:ext cx="2871354" cy="1690232"/>
          </a:xfrm>
          <a:prstGeom prst="rect">
            <a:avLst/>
          </a:prstGeom>
          <a:solidFill>
            <a:srgbClr val="E1E1E1"/>
          </a:solidFill>
          <a:ln>
            <a:noFill/>
          </a:ln>
          <a:effectLst/>
        </p:spPr>
        <p:style>
          <a:lnRef idx="2">
            <a:schemeClr val="accent1"/>
          </a:lnRef>
          <a:fillRef idx="1">
            <a:schemeClr val="lt1"/>
          </a:fillRef>
          <a:effectRef idx="0">
            <a:schemeClr val="accent1"/>
          </a:effectRef>
          <a:fontRef idx="minor">
            <a:schemeClr val="dk1"/>
          </a:fontRef>
        </p:style>
        <p:txBody>
          <a:bodyPr lIns="182880" tIns="91440" rIns="182880" bIns="91440" rtlCol="0" anchor="ctr"/>
          <a:lstStyle/>
          <a:p>
            <a:pPr defTabSz="1828800">
              <a:defRPr/>
            </a:pPr>
            <a:r>
              <a:rPr lang="en-US" sz="2100">
                <a:solidFill>
                  <a:srgbClr val="141414"/>
                </a:solidFill>
                <a:latin typeface="IBM Plex Sans" panose="020B0503050203000203" pitchFamily="34" charset="0"/>
              </a:rPr>
              <a:t>Follow-up with multiple teams, manually confirm if task has been completed</a:t>
            </a:r>
          </a:p>
        </p:txBody>
      </p:sp>
      <p:sp>
        <p:nvSpPr>
          <p:cNvPr id="25" name="Rectangle 24">
            <a:extLst>
              <a:ext uri="{FF2B5EF4-FFF2-40B4-BE49-F238E27FC236}">
                <a16:creationId xmlns:a16="http://schemas.microsoft.com/office/drawing/2014/main" id="{99DC30F5-3427-A3FC-631B-53A7804F9799}"/>
              </a:ext>
            </a:extLst>
          </p:cNvPr>
          <p:cNvSpPr/>
          <p:nvPr/>
        </p:nvSpPr>
        <p:spPr>
          <a:xfrm>
            <a:off x="21104458" y="3501578"/>
            <a:ext cx="2707166" cy="1690228"/>
          </a:xfrm>
          <a:prstGeom prst="rect">
            <a:avLst/>
          </a:prstGeom>
          <a:solidFill>
            <a:srgbClr val="E1E1E1"/>
          </a:solidFill>
          <a:ln>
            <a:noFill/>
          </a:ln>
          <a:effectLst/>
        </p:spPr>
        <p:style>
          <a:lnRef idx="2">
            <a:schemeClr val="accent1"/>
          </a:lnRef>
          <a:fillRef idx="1">
            <a:schemeClr val="lt1"/>
          </a:fillRef>
          <a:effectRef idx="0">
            <a:schemeClr val="accent1"/>
          </a:effectRef>
          <a:fontRef idx="minor">
            <a:schemeClr val="dk1"/>
          </a:fontRef>
        </p:style>
        <p:txBody>
          <a:bodyPr lIns="182880" tIns="91440" rIns="182880" bIns="91440" rtlCol="0" anchor="ctr"/>
          <a:lstStyle/>
          <a:p>
            <a:pPr defTabSz="1828800">
              <a:defRPr/>
            </a:pPr>
            <a:r>
              <a:rPr lang="en-US" sz="2100">
                <a:solidFill>
                  <a:srgbClr val="141414"/>
                </a:solidFill>
                <a:latin typeface="IBM Plex Sans" panose="020B0503050203000203" pitchFamily="34" charset="0"/>
              </a:rPr>
              <a:t>Create and send response to client</a:t>
            </a:r>
          </a:p>
        </p:txBody>
      </p:sp>
      <p:sp>
        <p:nvSpPr>
          <p:cNvPr id="26" name="Title 1">
            <a:extLst>
              <a:ext uri="{FF2B5EF4-FFF2-40B4-BE49-F238E27FC236}">
                <a16:creationId xmlns:a16="http://schemas.microsoft.com/office/drawing/2014/main" id="{C9CE2CF9-BA10-8800-13A3-BE0852087818}"/>
              </a:ext>
            </a:extLst>
          </p:cNvPr>
          <p:cNvSpPr txBox="1">
            <a:spLocks/>
          </p:cNvSpPr>
          <p:nvPr/>
        </p:nvSpPr>
        <p:spPr>
          <a:xfrm>
            <a:off x="755035" y="725934"/>
            <a:ext cx="22555200" cy="18288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defTabSz="1828800">
              <a:defRPr/>
            </a:pPr>
            <a:r>
              <a:rPr lang="en-US" sz="4800">
                <a:solidFill>
                  <a:srgbClr val="000000"/>
                </a:solidFill>
                <a:latin typeface="IBM Plex Sans" panose="020B0503050203000203" pitchFamily="34" charset="0"/>
              </a:rPr>
              <a:t>Current State Understanding</a:t>
            </a:r>
          </a:p>
        </p:txBody>
      </p:sp>
      <p:sp>
        <p:nvSpPr>
          <p:cNvPr id="2" name="TextBox 1">
            <a:extLst>
              <a:ext uri="{FF2B5EF4-FFF2-40B4-BE49-F238E27FC236}">
                <a16:creationId xmlns:a16="http://schemas.microsoft.com/office/drawing/2014/main" id="{62849E21-841C-6B8A-9FC3-BFD40399D8A3}"/>
              </a:ext>
            </a:extLst>
          </p:cNvPr>
          <p:cNvSpPr txBox="1"/>
          <p:nvPr/>
        </p:nvSpPr>
        <p:spPr>
          <a:xfrm>
            <a:off x="1081087" y="13131800"/>
            <a:ext cx="7785100" cy="43088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1828800">
              <a:spcBef>
                <a:spcPts val="2400"/>
              </a:spcBef>
              <a:buSzPct val="100000"/>
              <a:defRPr/>
            </a:pPr>
            <a:r>
              <a:rPr lang="en-US" sz="2800" err="1">
                <a:solidFill>
                  <a:srgbClr val="141414"/>
                </a:solidFill>
                <a:latin typeface="Wells Fargo Sans"/>
              </a:rPr>
              <a:t>WxO</a:t>
            </a:r>
            <a:r>
              <a:rPr lang="en-US" sz="2800">
                <a:solidFill>
                  <a:srgbClr val="141414"/>
                </a:solidFill>
                <a:latin typeface="Wells Fargo Sans"/>
              </a:rPr>
              <a:t>-</a:t>
            </a:r>
            <a:r>
              <a:rPr lang="en-US" sz="2200">
                <a:solidFill>
                  <a:srgbClr val="141414"/>
                </a:solidFill>
                <a:latin typeface="Wells Fargo Sans"/>
              </a:rPr>
              <a:t> IBM </a:t>
            </a:r>
            <a:r>
              <a:rPr lang="en-US" sz="2200" err="1">
                <a:solidFill>
                  <a:srgbClr val="141414"/>
                </a:solidFill>
                <a:latin typeface="Wells Fargo Sans"/>
              </a:rPr>
              <a:t>watso</a:t>
            </a:r>
            <a:r>
              <a:rPr lang="en-US" sz="2800" err="1">
                <a:solidFill>
                  <a:srgbClr val="141414"/>
                </a:solidFill>
                <a:latin typeface="Wells Fargo Sans"/>
              </a:rPr>
              <a:t>nx.Orchestrate</a:t>
            </a:r>
            <a:endParaRPr lang="en-US" sz="2800" err="1">
              <a:solidFill>
                <a:srgbClr val="141414"/>
              </a:solidFill>
              <a:latin typeface="Wells Fargo Sans" panose="020B0503020203020204" pitchFamily="34" charset="0"/>
            </a:endParaRPr>
          </a:p>
        </p:txBody>
      </p:sp>
      <p:pic>
        <p:nvPicPr>
          <p:cNvPr id="19" name="Picture 18">
            <a:extLst>
              <a:ext uri="{FF2B5EF4-FFF2-40B4-BE49-F238E27FC236}">
                <a16:creationId xmlns:a16="http://schemas.microsoft.com/office/drawing/2014/main" id="{DC6C11D7-CC4C-85E7-6D97-E64A771592B2}"/>
              </a:ext>
            </a:extLst>
          </p:cNvPr>
          <p:cNvPicPr>
            <a:picLocks noChangeAspect="1"/>
          </p:cNvPicPr>
          <p:nvPr/>
        </p:nvPicPr>
        <p:blipFill>
          <a:blip r:embed="rId3"/>
          <a:stretch>
            <a:fillRect/>
          </a:stretch>
        </p:blipFill>
        <p:spPr>
          <a:xfrm>
            <a:off x="21220600" y="11558954"/>
            <a:ext cx="2305050" cy="914400"/>
          </a:xfrm>
          <a:prstGeom prst="rect">
            <a:avLst/>
          </a:prstGeom>
        </p:spPr>
      </p:pic>
      <p:sp>
        <p:nvSpPr>
          <p:cNvPr id="22" name="TextBox 21">
            <a:extLst>
              <a:ext uri="{FF2B5EF4-FFF2-40B4-BE49-F238E27FC236}">
                <a16:creationId xmlns:a16="http://schemas.microsoft.com/office/drawing/2014/main" id="{4AEC3CDA-A2CD-73E3-732A-76B60EF44758}"/>
              </a:ext>
            </a:extLst>
          </p:cNvPr>
          <p:cNvSpPr txBox="1"/>
          <p:nvPr/>
        </p:nvSpPr>
        <p:spPr>
          <a:xfrm>
            <a:off x="3990436" y="12188396"/>
            <a:ext cx="16578654" cy="55399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1828800">
              <a:spcBef>
                <a:spcPts val="2400"/>
              </a:spcBef>
              <a:buSzPct val="100000"/>
              <a:defRPr/>
            </a:pPr>
            <a:r>
              <a:rPr lang="en-US" b="1">
                <a:solidFill>
                  <a:srgbClr val="002060"/>
                </a:solidFill>
                <a:latin typeface="Wells Fargo Sans"/>
              </a:rPr>
              <a:t>Powered by </a:t>
            </a:r>
            <a:r>
              <a:rPr lang="en-US" b="1" err="1">
                <a:solidFill>
                  <a:srgbClr val="002060"/>
                </a:solidFill>
                <a:latin typeface="Wells Fargo Sans"/>
              </a:rPr>
              <a:t>WxO</a:t>
            </a:r>
            <a:r>
              <a:rPr lang="en-US" b="1">
                <a:solidFill>
                  <a:srgbClr val="002060"/>
                </a:solidFill>
                <a:latin typeface="Wells Fargo Sans"/>
              </a:rPr>
              <a:t> No-code / Low code Multi-Agent Context Aware Orchestration </a:t>
            </a:r>
          </a:p>
        </p:txBody>
      </p:sp>
      <p:pic>
        <p:nvPicPr>
          <p:cNvPr id="28" name="Picture 27">
            <a:extLst>
              <a:ext uri="{FF2B5EF4-FFF2-40B4-BE49-F238E27FC236}">
                <a16:creationId xmlns:a16="http://schemas.microsoft.com/office/drawing/2014/main" id="{5EDF5879-3C59-0B0B-C16B-33301F667269}"/>
              </a:ext>
            </a:extLst>
          </p:cNvPr>
          <p:cNvPicPr>
            <a:picLocks noChangeAspect="1"/>
          </p:cNvPicPr>
          <p:nvPr/>
        </p:nvPicPr>
        <p:blipFill>
          <a:blip r:embed="rId4"/>
          <a:stretch>
            <a:fillRect/>
          </a:stretch>
        </p:blipFill>
        <p:spPr>
          <a:xfrm>
            <a:off x="22709181" y="539205"/>
            <a:ext cx="1277712" cy="475426"/>
          </a:xfrm>
          <a:prstGeom prst="rect">
            <a:avLst/>
          </a:prstGeom>
        </p:spPr>
      </p:pic>
      <p:pic>
        <p:nvPicPr>
          <p:cNvPr id="31" name="Picture 4" descr="Wells Fargo - Wikipedia">
            <a:extLst>
              <a:ext uri="{FF2B5EF4-FFF2-40B4-BE49-F238E27FC236}">
                <a16:creationId xmlns:a16="http://schemas.microsoft.com/office/drawing/2014/main" id="{EF35D2A0-BF62-F734-6272-6667B003BA6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673075" y="426872"/>
            <a:ext cx="700088" cy="700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23606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DBA241CE-EFB0-E1C8-DC0B-17E904C087B6}"/>
              </a:ext>
            </a:extLst>
          </p:cNvPr>
          <p:cNvSpPr/>
          <p:nvPr/>
        </p:nvSpPr>
        <p:spPr>
          <a:xfrm>
            <a:off x="10426999" y="5584346"/>
            <a:ext cx="13263080" cy="7440296"/>
          </a:xfrm>
          <a:prstGeom prst="rect">
            <a:avLst/>
          </a:prstGeom>
          <a:solidFill>
            <a:srgbClr val="E1E1E1"/>
          </a:solidFill>
          <a:ln w="19050">
            <a:solidFill>
              <a:srgbClr val="4D47B3"/>
            </a:solidFill>
          </a:ln>
        </p:spPr>
        <p:style>
          <a:lnRef idx="0">
            <a:srgbClr val="787070"/>
          </a:lnRef>
          <a:fillRef idx="1">
            <a:schemeClr val="accent1"/>
          </a:fillRef>
          <a:effectRef idx="0">
            <a:schemeClr val="dk1"/>
          </a:effectRef>
          <a:fontRef idx="minor">
            <a:schemeClr val="lt1"/>
          </a:fontRef>
        </p:style>
        <p:txBody>
          <a:bodyPr rtlCol="0" anchor="ctr"/>
          <a:lstStyle/>
          <a:p>
            <a:pPr algn="ctr" defTabSz="1828800">
              <a:defRPr/>
            </a:pPr>
            <a:endParaRPr lang="en-US">
              <a:solidFill>
                <a:srgbClr val="FFFFFF"/>
              </a:solidFill>
              <a:latin typeface="Wells Fargo Sans" panose="020B0503020203020204" pitchFamily="34" charset="0"/>
            </a:endParaRPr>
          </a:p>
        </p:txBody>
      </p:sp>
      <p:sp>
        <p:nvSpPr>
          <p:cNvPr id="64" name="Rectangle 63">
            <a:extLst>
              <a:ext uri="{FF2B5EF4-FFF2-40B4-BE49-F238E27FC236}">
                <a16:creationId xmlns:a16="http://schemas.microsoft.com/office/drawing/2014/main" id="{C8596621-B88A-E9AF-B250-190A74C5995F}"/>
              </a:ext>
            </a:extLst>
          </p:cNvPr>
          <p:cNvSpPr/>
          <p:nvPr/>
        </p:nvSpPr>
        <p:spPr>
          <a:xfrm>
            <a:off x="766763" y="5584346"/>
            <a:ext cx="9080572" cy="7440296"/>
          </a:xfrm>
          <a:prstGeom prst="rect">
            <a:avLst/>
          </a:prstGeom>
          <a:solidFill>
            <a:srgbClr val="E1E1E1"/>
          </a:solidFill>
          <a:ln>
            <a:noFill/>
          </a:ln>
        </p:spPr>
        <p:style>
          <a:lnRef idx="0">
            <a:srgbClr val="787070"/>
          </a:lnRef>
          <a:fillRef idx="1">
            <a:schemeClr val="accent1"/>
          </a:fillRef>
          <a:effectRef idx="0">
            <a:schemeClr val="dk1"/>
          </a:effectRef>
          <a:fontRef idx="minor">
            <a:schemeClr val="lt1"/>
          </a:fontRef>
        </p:style>
        <p:txBody>
          <a:bodyPr rtlCol="0" anchor="ctr"/>
          <a:lstStyle/>
          <a:p>
            <a:pPr algn="ctr" defTabSz="1828800">
              <a:defRPr/>
            </a:pPr>
            <a:endParaRPr lang="en-US">
              <a:solidFill>
                <a:srgbClr val="FFFFFF"/>
              </a:solidFill>
              <a:latin typeface="Wells Fargo Sans" panose="020B0503020203020204" pitchFamily="34" charset="0"/>
            </a:endParaRPr>
          </a:p>
        </p:txBody>
      </p:sp>
      <p:sp>
        <p:nvSpPr>
          <p:cNvPr id="2" name="Title 1">
            <a:extLst>
              <a:ext uri="{FF2B5EF4-FFF2-40B4-BE49-F238E27FC236}">
                <a16:creationId xmlns:a16="http://schemas.microsoft.com/office/drawing/2014/main" id="{4BB1E7FB-596C-46E3-9E38-E0D698886522}"/>
              </a:ext>
            </a:extLst>
          </p:cNvPr>
          <p:cNvSpPr>
            <a:spLocks noGrp="1"/>
          </p:cNvSpPr>
          <p:nvPr>
            <p:ph type="title"/>
          </p:nvPr>
        </p:nvSpPr>
        <p:spPr/>
        <p:txBody>
          <a:bodyPr/>
          <a:lstStyle/>
          <a:p>
            <a:r>
              <a:rPr lang="en-US">
                <a:latin typeface="Wells Fargo Serif Display"/>
              </a:rPr>
              <a:t>IBM's Target State: CB &amp; CIB Client Servicing – Utilizing AI </a:t>
            </a:r>
            <a:br>
              <a:rPr lang="en-US">
                <a:latin typeface="Wells Fargo Serif Display"/>
              </a:rPr>
            </a:br>
            <a:r>
              <a:rPr lang="en-US">
                <a:latin typeface="Wells Fargo Serif Display"/>
              </a:rPr>
              <a:t>simplifies the delivery model and lowers the cost</a:t>
            </a:r>
          </a:p>
        </p:txBody>
      </p:sp>
      <p:sp>
        <p:nvSpPr>
          <p:cNvPr id="55" name="TextBox 54">
            <a:extLst>
              <a:ext uri="{FF2B5EF4-FFF2-40B4-BE49-F238E27FC236}">
                <a16:creationId xmlns:a16="http://schemas.microsoft.com/office/drawing/2014/main" id="{41EBE4AE-0695-8E53-C327-00FFC83240EE}"/>
              </a:ext>
            </a:extLst>
          </p:cNvPr>
          <p:cNvSpPr txBox="1"/>
          <p:nvPr/>
        </p:nvSpPr>
        <p:spPr>
          <a:xfrm>
            <a:off x="1131925" y="10809326"/>
            <a:ext cx="2778276" cy="923330"/>
          </a:xfrm>
          <a:prstGeom prst="rect">
            <a:avLst/>
          </a:prstGeom>
          <a:noFill/>
        </p:spPr>
        <p:txBody>
          <a:bodyPr wrap="square" lIns="0" tIns="0" rIns="0" bIns="0" rtlCol="0">
            <a:spAutoFit/>
          </a:bodyPr>
          <a:lstStyle/>
          <a:p>
            <a:pPr defTabSz="1828800">
              <a:spcBef>
                <a:spcPts val="2400"/>
              </a:spcBef>
              <a:buSzPct val="100000"/>
              <a:defRPr/>
            </a:pPr>
            <a:r>
              <a:rPr lang="en-US" sz="2000">
                <a:solidFill>
                  <a:srgbClr val="403C3A"/>
                </a:solidFill>
                <a:latin typeface="Wells Fargo Sans" panose="020B0503020203020204" pitchFamily="34" charset="0"/>
              </a:rPr>
              <a:t>Clients go to their Relationship Team or directly to product teams.</a:t>
            </a:r>
          </a:p>
        </p:txBody>
      </p:sp>
      <p:sp>
        <p:nvSpPr>
          <p:cNvPr id="66" name="Rectangle 65">
            <a:extLst>
              <a:ext uri="{FF2B5EF4-FFF2-40B4-BE49-F238E27FC236}">
                <a16:creationId xmlns:a16="http://schemas.microsoft.com/office/drawing/2014/main" id="{3BFCD521-7EDF-ECB3-568E-71E4F3EFA549}"/>
              </a:ext>
            </a:extLst>
          </p:cNvPr>
          <p:cNvSpPr/>
          <p:nvPr/>
        </p:nvSpPr>
        <p:spPr>
          <a:xfrm rot="5400000">
            <a:off x="406855" y="5851409"/>
            <a:ext cx="1803440" cy="1936754"/>
          </a:xfrm>
          <a:prstGeom prst="rect">
            <a:avLst/>
          </a:prstGeom>
          <a:solidFill>
            <a:srgbClr val="9043A8"/>
          </a:solidFill>
          <a:ln>
            <a:noFill/>
          </a:ln>
        </p:spPr>
        <p:style>
          <a:lnRef idx="0">
            <a:srgbClr val="787070"/>
          </a:lnRef>
          <a:fillRef idx="1">
            <a:schemeClr val="accent1"/>
          </a:fillRef>
          <a:effectRef idx="0">
            <a:schemeClr val="dk1"/>
          </a:effectRef>
          <a:fontRef idx="minor">
            <a:schemeClr val="lt1"/>
          </a:fontRef>
        </p:style>
        <p:txBody>
          <a:bodyPr vert="vert270" rtlCol="0" anchor="ctr"/>
          <a:lstStyle/>
          <a:p>
            <a:pPr defTabSz="1828800">
              <a:defRPr/>
            </a:pPr>
            <a:r>
              <a:rPr lang="en-US" sz="2800">
                <a:solidFill>
                  <a:srgbClr val="FFFFFF"/>
                </a:solidFill>
                <a:latin typeface="Wells Fargo Sans" panose="020B0503020203020204" pitchFamily="34" charset="0"/>
              </a:rPr>
              <a:t>Today</a:t>
            </a:r>
          </a:p>
        </p:txBody>
      </p:sp>
      <p:sp>
        <p:nvSpPr>
          <p:cNvPr id="67" name="Rectangle 66">
            <a:extLst>
              <a:ext uri="{FF2B5EF4-FFF2-40B4-BE49-F238E27FC236}">
                <a16:creationId xmlns:a16="http://schemas.microsoft.com/office/drawing/2014/main" id="{F1232C82-3F93-5262-6294-16DFA481441F}"/>
              </a:ext>
            </a:extLst>
          </p:cNvPr>
          <p:cNvSpPr/>
          <p:nvPr/>
        </p:nvSpPr>
        <p:spPr>
          <a:xfrm rot="5400000">
            <a:off x="10106877" y="5901947"/>
            <a:ext cx="1904516" cy="1936754"/>
          </a:xfrm>
          <a:prstGeom prst="rect">
            <a:avLst/>
          </a:prstGeom>
          <a:solidFill>
            <a:srgbClr val="4D47B3"/>
          </a:solidFill>
          <a:ln>
            <a:noFill/>
          </a:ln>
        </p:spPr>
        <p:style>
          <a:lnRef idx="0">
            <a:srgbClr val="787070"/>
          </a:lnRef>
          <a:fillRef idx="1">
            <a:schemeClr val="accent1"/>
          </a:fillRef>
          <a:effectRef idx="0">
            <a:schemeClr val="dk1"/>
          </a:effectRef>
          <a:fontRef idx="minor">
            <a:schemeClr val="lt1"/>
          </a:fontRef>
        </p:style>
        <p:txBody>
          <a:bodyPr vert="vert270" rtlCol="0" anchor="ctr"/>
          <a:lstStyle/>
          <a:p>
            <a:pPr defTabSz="1828800">
              <a:defRPr/>
            </a:pPr>
            <a:r>
              <a:rPr lang="en-US" sz="2800">
                <a:solidFill>
                  <a:srgbClr val="FFFFFF"/>
                </a:solidFill>
                <a:latin typeface="Wells Fargo Sans" panose="020B0503020203020204" pitchFamily="34" charset="0"/>
              </a:rPr>
              <a:t>Target State</a:t>
            </a:r>
          </a:p>
        </p:txBody>
      </p:sp>
      <p:grpSp>
        <p:nvGrpSpPr>
          <p:cNvPr id="297" name="Group 296">
            <a:extLst>
              <a:ext uri="{FF2B5EF4-FFF2-40B4-BE49-F238E27FC236}">
                <a16:creationId xmlns:a16="http://schemas.microsoft.com/office/drawing/2014/main" id="{8E807D63-E5BC-BE2E-9493-E168C82EF194}"/>
              </a:ext>
            </a:extLst>
          </p:cNvPr>
          <p:cNvGrpSpPr/>
          <p:nvPr/>
        </p:nvGrpSpPr>
        <p:grpSpPr>
          <a:xfrm>
            <a:off x="1364224" y="6391493"/>
            <a:ext cx="8020422" cy="5612208"/>
            <a:chOff x="681318" y="2354815"/>
            <a:chExt cx="4010211" cy="2806104"/>
          </a:xfrm>
        </p:grpSpPr>
        <p:cxnSp>
          <p:nvCxnSpPr>
            <p:cNvPr id="3" name="Straight Connector 2">
              <a:extLst>
                <a:ext uri="{FF2B5EF4-FFF2-40B4-BE49-F238E27FC236}">
                  <a16:creationId xmlns:a16="http://schemas.microsoft.com/office/drawing/2014/main" id="{629B8BC7-0AC3-2583-AF1A-568391810B72}"/>
                </a:ext>
              </a:extLst>
            </p:cNvPr>
            <p:cNvCxnSpPr>
              <a:cxnSpLocks/>
            </p:cNvCxnSpPr>
            <p:nvPr/>
          </p:nvCxnSpPr>
          <p:spPr>
            <a:xfrm flipH="1">
              <a:off x="1063812" y="2832847"/>
              <a:ext cx="716958" cy="513485"/>
            </a:xfrm>
            <a:prstGeom prst="line">
              <a:avLst/>
            </a:prstGeom>
            <a:noFill/>
            <a:ln w="12700" cap="sq" cmpd="sng" algn="ctr">
              <a:solidFill>
                <a:srgbClr val="787070"/>
              </a:solidFill>
              <a:prstDash val="dash"/>
            </a:ln>
            <a:effectLst/>
          </p:spPr>
        </p:cxnSp>
        <p:sp>
          <p:nvSpPr>
            <p:cNvPr id="4" name="Freeform 63">
              <a:extLst>
                <a:ext uri="{FF2B5EF4-FFF2-40B4-BE49-F238E27FC236}">
                  <a16:creationId xmlns:a16="http://schemas.microsoft.com/office/drawing/2014/main" id="{3276ED1F-4E6F-CA87-5272-4BA0855AC907}"/>
                </a:ext>
              </a:extLst>
            </p:cNvPr>
            <p:cNvSpPr>
              <a:spLocks noChangeAspect="1" noEditPoints="1"/>
            </p:cNvSpPr>
            <p:nvPr/>
          </p:nvSpPr>
          <p:spPr bwMode="auto">
            <a:xfrm>
              <a:off x="2710397" y="3317152"/>
              <a:ext cx="315100" cy="219638"/>
            </a:xfrm>
            <a:custGeom>
              <a:avLst/>
              <a:gdLst>
                <a:gd name="T0" fmla="*/ 119 w 550"/>
                <a:gd name="T1" fmla="*/ 306 h 457"/>
                <a:gd name="T2" fmla="*/ 431 w 550"/>
                <a:gd name="T3" fmla="*/ 306 h 457"/>
                <a:gd name="T4" fmla="*/ 463 w 550"/>
                <a:gd name="T5" fmla="*/ 292 h 457"/>
                <a:gd name="T6" fmla="*/ 476 w 550"/>
                <a:gd name="T7" fmla="*/ 258 h 457"/>
                <a:gd name="T8" fmla="*/ 476 w 550"/>
                <a:gd name="T9" fmla="*/ 48 h 457"/>
                <a:gd name="T10" fmla="*/ 431 w 550"/>
                <a:gd name="T11" fmla="*/ 0 h 457"/>
                <a:gd name="T12" fmla="*/ 119 w 550"/>
                <a:gd name="T13" fmla="*/ 0 h 457"/>
                <a:gd name="T14" fmla="*/ 87 w 550"/>
                <a:gd name="T15" fmla="*/ 14 h 457"/>
                <a:gd name="T16" fmla="*/ 74 w 550"/>
                <a:gd name="T17" fmla="*/ 48 h 457"/>
                <a:gd name="T18" fmla="*/ 74 w 550"/>
                <a:gd name="T19" fmla="*/ 258 h 457"/>
                <a:gd name="T20" fmla="*/ 119 w 550"/>
                <a:gd name="T21" fmla="*/ 306 h 457"/>
                <a:gd name="T22" fmla="*/ 100 w 550"/>
                <a:gd name="T23" fmla="*/ 26 h 457"/>
                <a:gd name="T24" fmla="*/ 119 w 550"/>
                <a:gd name="T25" fmla="*/ 18 h 457"/>
                <a:gd name="T26" fmla="*/ 431 w 550"/>
                <a:gd name="T27" fmla="*/ 18 h 457"/>
                <a:gd name="T28" fmla="*/ 458 w 550"/>
                <a:gd name="T29" fmla="*/ 48 h 457"/>
                <a:gd name="T30" fmla="*/ 458 w 550"/>
                <a:gd name="T31" fmla="*/ 258 h 457"/>
                <a:gd name="T32" fmla="*/ 450 w 550"/>
                <a:gd name="T33" fmla="*/ 280 h 457"/>
                <a:gd name="T34" fmla="*/ 431 w 550"/>
                <a:gd name="T35" fmla="*/ 288 h 457"/>
                <a:gd name="T36" fmla="*/ 119 w 550"/>
                <a:gd name="T37" fmla="*/ 288 h 457"/>
                <a:gd name="T38" fmla="*/ 92 w 550"/>
                <a:gd name="T39" fmla="*/ 258 h 457"/>
                <a:gd name="T40" fmla="*/ 92 w 550"/>
                <a:gd name="T41" fmla="*/ 48 h 457"/>
                <a:gd name="T42" fmla="*/ 100 w 550"/>
                <a:gd name="T43" fmla="*/ 26 h 457"/>
                <a:gd name="T44" fmla="*/ 543 w 550"/>
                <a:gd name="T45" fmla="*/ 418 h 457"/>
                <a:gd name="T46" fmla="*/ 473 w 550"/>
                <a:gd name="T47" fmla="*/ 334 h 457"/>
                <a:gd name="T48" fmla="*/ 455 w 550"/>
                <a:gd name="T49" fmla="*/ 326 h 457"/>
                <a:gd name="T50" fmla="*/ 95 w 550"/>
                <a:gd name="T51" fmla="*/ 326 h 457"/>
                <a:gd name="T52" fmla="*/ 77 w 550"/>
                <a:gd name="T53" fmla="*/ 334 h 457"/>
                <a:gd name="T54" fmla="*/ 7 w 550"/>
                <a:gd name="T55" fmla="*/ 418 h 457"/>
                <a:gd name="T56" fmla="*/ 4 w 550"/>
                <a:gd name="T57" fmla="*/ 443 h 457"/>
                <a:gd name="T58" fmla="*/ 26 w 550"/>
                <a:gd name="T59" fmla="*/ 457 h 457"/>
                <a:gd name="T60" fmla="*/ 524 w 550"/>
                <a:gd name="T61" fmla="*/ 457 h 457"/>
                <a:gd name="T62" fmla="*/ 546 w 550"/>
                <a:gd name="T63" fmla="*/ 443 h 457"/>
                <a:gd name="T64" fmla="*/ 543 w 550"/>
                <a:gd name="T65" fmla="*/ 418 h 457"/>
                <a:gd name="T66" fmla="*/ 530 w 550"/>
                <a:gd name="T67" fmla="*/ 436 h 457"/>
                <a:gd name="T68" fmla="*/ 524 w 550"/>
                <a:gd name="T69" fmla="*/ 439 h 457"/>
                <a:gd name="T70" fmla="*/ 26 w 550"/>
                <a:gd name="T71" fmla="*/ 439 h 457"/>
                <a:gd name="T72" fmla="*/ 20 w 550"/>
                <a:gd name="T73" fmla="*/ 436 h 457"/>
                <a:gd name="T74" fmla="*/ 21 w 550"/>
                <a:gd name="T75" fmla="*/ 429 h 457"/>
                <a:gd name="T76" fmla="*/ 91 w 550"/>
                <a:gd name="T77" fmla="*/ 346 h 457"/>
                <a:gd name="T78" fmla="*/ 95 w 550"/>
                <a:gd name="T79" fmla="*/ 344 h 457"/>
                <a:gd name="T80" fmla="*/ 455 w 550"/>
                <a:gd name="T81" fmla="*/ 344 h 457"/>
                <a:gd name="T82" fmla="*/ 459 w 550"/>
                <a:gd name="T83" fmla="*/ 346 h 457"/>
                <a:gd name="T84" fmla="*/ 529 w 550"/>
                <a:gd name="T85" fmla="*/ 429 h 457"/>
                <a:gd name="T86" fmla="*/ 530 w 550"/>
                <a:gd name="T87" fmla="*/ 436 h 457"/>
                <a:gd name="T88" fmla="*/ 377 w 550"/>
                <a:gd name="T89" fmla="*/ 427 h 457"/>
                <a:gd name="T90" fmla="*/ 174 w 550"/>
                <a:gd name="T91" fmla="*/ 427 h 457"/>
                <a:gd name="T92" fmla="*/ 170 w 550"/>
                <a:gd name="T93" fmla="*/ 419 h 457"/>
                <a:gd name="T94" fmla="*/ 176 w 550"/>
                <a:gd name="T95" fmla="*/ 411 h 457"/>
                <a:gd name="T96" fmla="*/ 180 w 550"/>
                <a:gd name="T97" fmla="*/ 410 h 457"/>
                <a:gd name="T98" fmla="*/ 371 w 550"/>
                <a:gd name="T99" fmla="*/ 410 h 457"/>
                <a:gd name="T100" fmla="*/ 375 w 550"/>
                <a:gd name="T101" fmla="*/ 412 h 457"/>
                <a:gd name="T102" fmla="*/ 381 w 550"/>
                <a:gd name="T103" fmla="*/ 419 h 457"/>
                <a:gd name="T104" fmla="*/ 377 w 550"/>
                <a:gd name="T105" fmla="*/ 427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50" h="457">
                  <a:moveTo>
                    <a:pt x="119" y="306"/>
                  </a:moveTo>
                  <a:cubicBezTo>
                    <a:pt x="431" y="306"/>
                    <a:pt x="431" y="306"/>
                    <a:pt x="431" y="306"/>
                  </a:cubicBezTo>
                  <a:cubicBezTo>
                    <a:pt x="443" y="306"/>
                    <a:pt x="455" y="301"/>
                    <a:pt x="463" y="292"/>
                  </a:cubicBezTo>
                  <a:cubicBezTo>
                    <a:pt x="472" y="283"/>
                    <a:pt x="476" y="271"/>
                    <a:pt x="476" y="258"/>
                  </a:cubicBezTo>
                  <a:cubicBezTo>
                    <a:pt x="476" y="48"/>
                    <a:pt x="476" y="48"/>
                    <a:pt x="476" y="48"/>
                  </a:cubicBezTo>
                  <a:cubicBezTo>
                    <a:pt x="476" y="21"/>
                    <a:pt x="456" y="0"/>
                    <a:pt x="431" y="0"/>
                  </a:cubicBezTo>
                  <a:cubicBezTo>
                    <a:pt x="119" y="0"/>
                    <a:pt x="119" y="0"/>
                    <a:pt x="119" y="0"/>
                  </a:cubicBezTo>
                  <a:cubicBezTo>
                    <a:pt x="107" y="0"/>
                    <a:pt x="95" y="5"/>
                    <a:pt x="87" y="14"/>
                  </a:cubicBezTo>
                  <a:cubicBezTo>
                    <a:pt x="78" y="23"/>
                    <a:pt x="74" y="35"/>
                    <a:pt x="74" y="48"/>
                  </a:cubicBezTo>
                  <a:cubicBezTo>
                    <a:pt x="74" y="258"/>
                    <a:pt x="74" y="258"/>
                    <a:pt x="74" y="258"/>
                  </a:cubicBezTo>
                  <a:cubicBezTo>
                    <a:pt x="74" y="285"/>
                    <a:pt x="94" y="306"/>
                    <a:pt x="119" y="306"/>
                  </a:cubicBezTo>
                  <a:close/>
                  <a:moveTo>
                    <a:pt x="100" y="26"/>
                  </a:moveTo>
                  <a:cubicBezTo>
                    <a:pt x="105" y="21"/>
                    <a:pt x="112" y="18"/>
                    <a:pt x="119" y="18"/>
                  </a:cubicBezTo>
                  <a:cubicBezTo>
                    <a:pt x="431" y="18"/>
                    <a:pt x="431" y="18"/>
                    <a:pt x="431" y="18"/>
                  </a:cubicBezTo>
                  <a:cubicBezTo>
                    <a:pt x="446" y="18"/>
                    <a:pt x="458" y="31"/>
                    <a:pt x="458" y="48"/>
                  </a:cubicBezTo>
                  <a:cubicBezTo>
                    <a:pt x="458" y="258"/>
                    <a:pt x="458" y="258"/>
                    <a:pt x="458" y="258"/>
                  </a:cubicBezTo>
                  <a:cubicBezTo>
                    <a:pt x="458" y="267"/>
                    <a:pt x="455" y="274"/>
                    <a:pt x="450" y="280"/>
                  </a:cubicBezTo>
                  <a:cubicBezTo>
                    <a:pt x="445" y="285"/>
                    <a:pt x="438" y="288"/>
                    <a:pt x="431" y="288"/>
                  </a:cubicBezTo>
                  <a:cubicBezTo>
                    <a:pt x="119" y="288"/>
                    <a:pt x="119" y="288"/>
                    <a:pt x="119" y="288"/>
                  </a:cubicBezTo>
                  <a:cubicBezTo>
                    <a:pt x="104" y="288"/>
                    <a:pt x="92" y="275"/>
                    <a:pt x="92" y="258"/>
                  </a:cubicBezTo>
                  <a:cubicBezTo>
                    <a:pt x="92" y="48"/>
                    <a:pt x="92" y="48"/>
                    <a:pt x="92" y="48"/>
                  </a:cubicBezTo>
                  <a:cubicBezTo>
                    <a:pt x="92" y="40"/>
                    <a:pt x="95" y="32"/>
                    <a:pt x="100" y="26"/>
                  </a:cubicBezTo>
                  <a:close/>
                  <a:moveTo>
                    <a:pt x="543" y="418"/>
                  </a:moveTo>
                  <a:cubicBezTo>
                    <a:pt x="473" y="334"/>
                    <a:pt x="473" y="334"/>
                    <a:pt x="473" y="334"/>
                  </a:cubicBezTo>
                  <a:cubicBezTo>
                    <a:pt x="468" y="329"/>
                    <a:pt x="462" y="326"/>
                    <a:pt x="455" y="326"/>
                  </a:cubicBezTo>
                  <a:cubicBezTo>
                    <a:pt x="95" y="326"/>
                    <a:pt x="95" y="326"/>
                    <a:pt x="95" y="326"/>
                  </a:cubicBezTo>
                  <a:cubicBezTo>
                    <a:pt x="88" y="326"/>
                    <a:pt x="82" y="329"/>
                    <a:pt x="77" y="334"/>
                  </a:cubicBezTo>
                  <a:cubicBezTo>
                    <a:pt x="7" y="418"/>
                    <a:pt x="7" y="418"/>
                    <a:pt x="7" y="418"/>
                  </a:cubicBezTo>
                  <a:cubicBezTo>
                    <a:pt x="1" y="425"/>
                    <a:pt x="0" y="435"/>
                    <a:pt x="4" y="443"/>
                  </a:cubicBezTo>
                  <a:cubicBezTo>
                    <a:pt x="8" y="452"/>
                    <a:pt x="16" y="457"/>
                    <a:pt x="26" y="457"/>
                  </a:cubicBezTo>
                  <a:cubicBezTo>
                    <a:pt x="524" y="457"/>
                    <a:pt x="524" y="457"/>
                    <a:pt x="524" y="457"/>
                  </a:cubicBezTo>
                  <a:cubicBezTo>
                    <a:pt x="534" y="457"/>
                    <a:pt x="542" y="452"/>
                    <a:pt x="546" y="443"/>
                  </a:cubicBezTo>
                  <a:cubicBezTo>
                    <a:pt x="550" y="435"/>
                    <a:pt x="549" y="425"/>
                    <a:pt x="543" y="418"/>
                  </a:cubicBezTo>
                  <a:close/>
                  <a:moveTo>
                    <a:pt x="530" y="436"/>
                  </a:moveTo>
                  <a:cubicBezTo>
                    <a:pt x="529" y="438"/>
                    <a:pt x="527" y="439"/>
                    <a:pt x="524" y="439"/>
                  </a:cubicBezTo>
                  <a:cubicBezTo>
                    <a:pt x="26" y="439"/>
                    <a:pt x="26" y="439"/>
                    <a:pt x="26" y="439"/>
                  </a:cubicBezTo>
                  <a:cubicBezTo>
                    <a:pt x="23" y="439"/>
                    <a:pt x="21" y="438"/>
                    <a:pt x="20" y="436"/>
                  </a:cubicBezTo>
                  <a:cubicBezTo>
                    <a:pt x="19" y="433"/>
                    <a:pt x="20" y="431"/>
                    <a:pt x="21" y="429"/>
                  </a:cubicBezTo>
                  <a:cubicBezTo>
                    <a:pt x="91" y="346"/>
                    <a:pt x="91" y="346"/>
                    <a:pt x="91" y="346"/>
                  </a:cubicBezTo>
                  <a:cubicBezTo>
                    <a:pt x="92" y="344"/>
                    <a:pt x="94" y="344"/>
                    <a:pt x="95" y="344"/>
                  </a:cubicBezTo>
                  <a:cubicBezTo>
                    <a:pt x="455" y="344"/>
                    <a:pt x="455" y="344"/>
                    <a:pt x="455" y="344"/>
                  </a:cubicBezTo>
                  <a:cubicBezTo>
                    <a:pt x="456" y="344"/>
                    <a:pt x="458" y="344"/>
                    <a:pt x="459" y="346"/>
                  </a:cubicBezTo>
                  <a:cubicBezTo>
                    <a:pt x="529" y="429"/>
                    <a:pt x="529" y="429"/>
                    <a:pt x="529" y="429"/>
                  </a:cubicBezTo>
                  <a:cubicBezTo>
                    <a:pt x="530" y="431"/>
                    <a:pt x="531" y="433"/>
                    <a:pt x="530" y="436"/>
                  </a:cubicBezTo>
                  <a:close/>
                  <a:moveTo>
                    <a:pt x="377" y="427"/>
                  </a:moveTo>
                  <a:cubicBezTo>
                    <a:pt x="174" y="427"/>
                    <a:pt x="174" y="427"/>
                    <a:pt x="174" y="427"/>
                  </a:cubicBezTo>
                  <a:cubicBezTo>
                    <a:pt x="169" y="427"/>
                    <a:pt x="167" y="422"/>
                    <a:pt x="170" y="419"/>
                  </a:cubicBezTo>
                  <a:cubicBezTo>
                    <a:pt x="176" y="411"/>
                    <a:pt x="176" y="411"/>
                    <a:pt x="176" y="411"/>
                  </a:cubicBezTo>
                  <a:cubicBezTo>
                    <a:pt x="177" y="410"/>
                    <a:pt x="178" y="410"/>
                    <a:pt x="180" y="410"/>
                  </a:cubicBezTo>
                  <a:cubicBezTo>
                    <a:pt x="371" y="410"/>
                    <a:pt x="371" y="410"/>
                    <a:pt x="371" y="410"/>
                  </a:cubicBezTo>
                  <a:cubicBezTo>
                    <a:pt x="373" y="410"/>
                    <a:pt x="374" y="410"/>
                    <a:pt x="375" y="412"/>
                  </a:cubicBezTo>
                  <a:cubicBezTo>
                    <a:pt x="381" y="419"/>
                    <a:pt x="381" y="419"/>
                    <a:pt x="381" y="419"/>
                  </a:cubicBezTo>
                  <a:cubicBezTo>
                    <a:pt x="383" y="422"/>
                    <a:pt x="381" y="427"/>
                    <a:pt x="377" y="427"/>
                  </a:cubicBezTo>
                  <a:close/>
                </a:path>
              </a:pathLst>
            </a:custGeom>
            <a:solidFill>
              <a:srgbClr val="403C3A"/>
            </a:solidFill>
            <a:ln>
              <a:noFill/>
            </a:ln>
          </p:spPr>
          <p:txBody>
            <a:bodyPr vert="horz" wrap="square" lIns="0" tIns="0" rIns="0" bIns="0" numCol="1" anchor="t" anchorCtr="0" compatLnSpc="1">
              <a:prstTxWarp prst="textNoShape">
                <a:avLst/>
              </a:prstTxWarp>
            </a:bodyPr>
            <a:lstStyle/>
            <a:p>
              <a:pPr defTabSz="1028700">
                <a:defRPr/>
              </a:pPr>
              <a:endParaRPr lang="en-US" sz="1800" kern="0">
                <a:solidFill>
                  <a:srgbClr val="141414"/>
                </a:solidFill>
                <a:latin typeface="Wells Fargo Sans" panose="020B0503020203020204" pitchFamily="34" charset="0"/>
                <a:cs typeface="Arial" charset="0"/>
              </a:endParaRPr>
            </a:p>
          </p:txBody>
        </p:sp>
        <p:grpSp>
          <p:nvGrpSpPr>
            <p:cNvPr id="5" name="Group 4">
              <a:extLst>
                <a:ext uri="{FF2B5EF4-FFF2-40B4-BE49-F238E27FC236}">
                  <a16:creationId xmlns:a16="http://schemas.microsoft.com/office/drawing/2014/main" id="{9A4782D1-38C0-C422-8F5E-1B66F7E68410}"/>
                </a:ext>
              </a:extLst>
            </p:cNvPr>
            <p:cNvGrpSpPr/>
            <p:nvPr/>
          </p:nvGrpSpPr>
          <p:grpSpPr>
            <a:xfrm>
              <a:off x="1844836" y="3251285"/>
              <a:ext cx="282392" cy="300009"/>
              <a:chOff x="6143625" y="3217148"/>
              <a:chExt cx="1788867" cy="1788867"/>
            </a:xfrm>
          </p:grpSpPr>
          <p:sp>
            <p:nvSpPr>
              <p:cNvPr id="6" name="Freeform 79">
                <a:extLst>
                  <a:ext uri="{FF2B5EF4-FFF2-40B4-BE49-F238E27FC236}">
                    <a16:creationId xmlns:a16="http://schemas.microsoft.com/office/drawing/2014/main" id="{0FC9A09F-FD15-DE10-AA62-C6980FBA1425}"/>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solidFill>
                <a:srgbClr val="FFFFFF"/>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7" name="Oval 6">
                <a:extLst>
                  <a:ext uri="{FF2B5EF4-FFF2-40B4-BE49-F238E27FC236}">
                    <a16:creationId xmlns:a16="http://schemas.microsoft.com/office/drawing/2014/main" id="{321C8CCF-39FD-0059-881B-5244712059D6}"/>
                  </a:ext>
                </a:extLst>
              </p:cNvPr>
              <p:cNvSpPr/>
              <p:nvPr/>
            </p:nvSpPr>
            <p:spPr>
              <a:xfrm>
                <a:off x="6612956" y="3246771"/>
                <a:ext cx="850203" cy="850203"/>
              </a:xfrm>
              <a:prstGeom prst="ellipse">
                <a:avLst/>
              </a:prstGeom>
              <a:solidFill>
                <a:srgbClr val="FFFFFF"/>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8" name="Freeform 67">
                <a:extLst>
                  <a:ext uri="{FF2B5EF4-FFF2-40B4-BE49-F238E27FC236}">
                    <a16:creationId xmlns:a16="http://schemas.microsoft.com/office/drawing/2014/main" id="{2E7510B5-6645-E0B0-6220-29B93CC65FA7}"/>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solidFill>
                <a:srgbClr val="141414"/>
              </a:solid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nvGrpSpPr>
            <p:cNvPr id="9" name="Group 8">
              <a:extLst>
                <a:ext uri="{FF2B5EF4-FFF2-40B4-BE49-F238E27FC236}">
                  <a16:creationId xmlns:a16="http://schemas.microsoft.com/office/drawing/2014/main" id="{0044896C-4831-F054-AC02-881711A4A082}"/>
                </a:ext>
              </a:extLst>
            </p:cNvPr>
            <p:cNvGrpSpPr/>
            <p:nvPr/>
          </p:nvGrpSpPr>
          <p:grpSpPr>
            <a:xfrm>
              <a:off x="681318" y="3169780"/>
              <a:ext cx="412376" cy="438102"/>
              <a:chOff x="6143625" y="3217148"/>
              <a:chExt cx="1788867" cy="1788867"/>
            </a:xfrm>
            <a:solidFill>
              <a:srgbClr val="9043A8"/>
            </a:solidFill>
          </p:grpSpPr>
          <p:sp>
            <p:nvSpPr>
              <p:cNvPr id="10" name="Freeform 126">
                <a:extLst>
                  <a:ext uri="{FF2B5EF4-FFF2-40B4-BE49-F238E27FC236}">
                    <a16:creationId xmlns:a16="http://schemas.microsoft.com/office/drawing/2014/main" id="{C963B899-C445-478C-C912-5E9E85BBA0F0}"/>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1" name="Oval 10">
                <a:extLst>
                  <a:ext uri="{FF2B5EF4-FFF2-40B4-BE49-F238E27FC236}">
                    <a16:creationId xmlns:a16="http://schemas.microsoft.com/office/drawing/2014/main" id="{3BED3476-807F-3967-F36D-759A8484CEB7}"/>
                  </a:ext>
                </a:extLst>
              </p:cNvPr>
              <p:cNvSpPr/>
              <p:nvPr/>
            </p:nvSpPr>
            <p:spPr>
              <a:xfrm>
                <a:off x="6612956" y="3246771"/>
                <a:ext cx="850203" cy="850203"/>
              </a:xfrm>
              <a:prstGeom prst="ellipse">
                <a:avLst/>
              </a:pr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2" name="Freeform 67">
                <a:extLst>
                  <a:ext uri="{FF2B5EF4-FFF2-40B4-BE49-F238E27FC236}">
                    <a16:creationId xmlns:a16="http://schemas.microsoft.com/office/drawing/2014/main" id="{62DED9D5-D856-B49B-B7C5-40A55DC01B19}"/>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grp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sp>
          <p:nvSpPr>
            <p:cNvPr id="25" name="TextBox 24">
              <a:extLst>
                <a:ext uri="{FF2B5EF4-FFF2-40B4-BE49-F238E27FC236}">
                  <a16:creationId xmlns:a16="http://schemas.microsoft.com/office/drawing/2014/main" id="{CD35B239-F6A9-B18F-D5B5-D166459AD84E}"/>
                </a:ext>
              </a:extLst>
            </p:cNvPr>
            <p:cNvSpPr txBox="1"/>
            <p:nvPr/>
          </p:nvSpPr>
          <p:spPr>
            <a:xfrm>
              <a:off x="1260216" y="2680728"/>
              <a:ext cx="1373351" cy="123111"/>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403C3A"/>
                  </a:solidFill>
                  <a:latin typeface="Wells Fargo Sans" panose="020B0503020203020204" pitchFamily="34" charset="0"/>
                </a:rPr>
                <a:t>Relationship Manager</a:t>
              </a:r>
            </a:p>
          </p:txBody>
        </p:sp>
        <p:sp>
          <p:nvSpPr>
            <p:cNvPr id="26" name="TextBox 25">
              <a:extLst>
                <a:ext uri="{FF2B5EF4-FFF2-40B4-BE49-F238E27FC236}">
                  <a16:creationId xmlns:a16="http://schemas.microsoft.com/office/drawing/2014/main" id="{4C2381F9-9118-E7F2-5A39-6E30129E7F45}"/>
                </a:ext>
              </a:extLst>
            </p:cNvPr>
            <p:cNvSpPr txBox="1"/>
            <p:nvPr/>
          </p:nvSpPr>
          <p:spPr>
            <a:xfrm>
              <a:off x="1262358" y="3556397"/>
              <a:ext cx="1373351" cy="123111"/>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403C3A"/>
                  </a:solidFill>
                  <a:latin typeface="Wells Fargo Sans" panose="020B0503020203020204" pitchFamily="34" charset="0"/>
                </a:rPr>
                <a:t>Relationship Associate</a:t>
              </a:r>
            </a:p>
          </p:txBody>
        </p:sp>
        <p:sp>
          <p:nvSpPr>
            <p:cNvPr id="27" name="TextBox 26">
              <a:extLst>
                <a:ext uri="{FF2B5EF4-FFF2-40B4-BE49-F238E27FC236}">
                  <a16:creationId xmlns:a16="http://schemas.microsoft.com/office/drawing/2014/main" id="{9E90DC62-E597-2E93-9579-925C7ADE5CC4}"/>
                </a:ext>
              </a:extLst>
            </p:cNvPr>
            <p:cNvSpPr txBox="1"/>
            <p:nvPr/>
          </p:nvSpPr>
          <p:spPr>
            <a:xfrm>
              <a:off x="2081180" y="4273431"/>
              <a:ext cx="1032562" cy="246222"/>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403C3A"/>
                  </a:solidFill>
                  <a:latin typeface="Wells Fargo Sans" panose="020B0503020203020204" pitchFamily="34" charset="0"/>
                </a:rPr>
                <a:t>GPL Customer</a:t>
              </a:r>
              <a:br>
                <a:rPr lang="en-US" sz="1600">
                  <a:solidFill>
                    <a:srgbClr val="403C3A"/>
                  </a:solidFill>
                  <a:latin typeface="Wells Fargo Sans" panose="020B0503020203020204" pitchFamily="34" charset="0"/>
                </a:rPr>
              </a:br>
              <a:r>
                <a:rPr lang="en-US" sz="1600">
                  <a:solidFill>
                    <a:srgbClr val="403C3A"/>
                  </a:solidFill>
                  <a:latin typeface="Wells Fargo Sans" panose="020B0503020203020204" pitchFamily="34" charset="0"/>
                </a:rPr>
                <a:t>Service</a:t>
              </a:r>
            </a:p>
          </p:txBody>
        </p:sp>
        <p:sp>
          <p:nvSpPr>
            <p:cNvPr id="28" name="TextBox 27">
              <a:extLst>
                <a:ext uri="{FF2B5EF4-FFF2-40B4-BE49-F238E27FC236}">
                  <a16:creationId xmlns:a16="http://schemas.microsoft.com/office/drawing/2014/main" id="{0143B3CE-E0F4-ECF0-B456-3C3233602DEA}"/>
                </a:ext>
              </a:extLst>
            </p:cNvPr>
            <p:cNvSpPr txBox="1"/>
            <p:nvPr/>
          </p:nvSpPr>
          <p:spPr>
            <a:xfrm>
              <a:off x="1823545" y="5037808"/>
              <a:ext cx="1373351" cy="123111"/>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403C3A"/>
                  </a:solidFill>
                  <a:latin typeface="Wells Fargo Sans" panose="020B0503020203020204" pitchFamily="34" charset="0"/>
                </a:rPr>
                <a:t>Commercial Lending Operations</a:t>
              </a:r>
            </a:p>
          </p:txBody>
        </p:sp>
        <p:cxnSp>
          <p:nvCxnSpPr>
            <p:cNvPr id="29" name="Straight Connector 28">
              <a:extLst>
                <a:ext uri="{FF2B5EF4-FFF2-40B4-BE49-F238E27FC236}">
                  <a16:creationId xmlns:a16="http://schemas.microsoft.com/office/drawing/2014/main" id="{2003ACD7-3E78-ABC2-EDA3-B6A937E4ABFF}"/>
                </a:ext>
              </a:extLst>
            </p:cNvPr>
            <p:cNvCxnSpPr>
              <a:cxnSpLocks/>
            </p:cNvCxnSpPr>
            <p:nvPr/>
          </p:nvCxnSpPr>
          <p:spPr>
            <a:xfrm>
              <a:off x="1093694" y="3446869"/>
              <a:ext cx="788894" cy="0"/>
            </a:xfrm>
            <a:prstGeom prst="line">
              <a:avLst/>
            </a:prstGeom>
            <a:noFill/>
            <a:ln w="12700" cap="sq" cmpd="sng" algn="ctr">
              <a:solidFill>
                <a:srgbClr val="787070"/>
              </a:solidFill>
              <a:prstDash val="dash"/>
            </a:ln>
            <a:effectLst/>
          </p:spPr>
        </p:cxnSp>
        <p:cxnSp>
          <p:nvCxnSpPr>
            <p:cNvPr id="30" name="Straight Connector 29">
              <a:extLst>
                <a:ext uri="{FF2B5EF4-FFF2-40B4-BE49-F238E27FC236}">
                  <a16:creationId xmlns:a16="http://schemas.microsoft.com/office/drawing/2014/main" id="{AEB49A3F-BA6E-AEE5-4E3A-A44DB6F2BE3C}"/>
                </a:ext>
              </a:extLst>
            </p:cNvPr>
            <p:cNvCxnSpPr>
              <a:cxnSpLocks/>
            </p:cNvCxnSpPr>
            <p:nvPr/>
          </p:nvCxnSpPr>
          <p:spPr>
            <a:xfrm>
              <a:off x="1982133" y="2862729"/>
              <a:ext cx="0" cy="333918"/>
            </a:xfrm>
            <a:prstGeom prst="line">
              <a:avLst/>
            </a:prstGeom>
            <a:noFill/>
            <a:ln w="12700" cap="sq" cmpd="sng" algn="ctr">
              <a:solidFill>
                <a:srgbClr val="787070"/>
              </a:solidFill>
              <a:prstDash val="dash"/>
            </a:ln>
            <a:effectLst/>
          </p:spPr>
        </p:cxnSp>
        <p:cxnSp>
          <p:nvCxnSpPr>
            <p:cNvPr id="31" name="Straight Connector 30">
              <a:extLst>
                <a:ext uri="{FF2B5EF4-FFF2-40B4-BE49-F238E27FC236}">
                  <a16:creationId xmlns:a16="http://schemas.microsoft.com/office/drawing/2014/main" id="{71157EFB-70CE-DB23-6666-6C272A3C1E1E}"/>
                </a:ext>
              </a:extLst>
            </p:cNvPr>
            <p:cNvCxnSpPr>
              <a:cxnSpLocks/>
            </p:cNvCxnSpPr>
            <p:nvPr/>
          </p:nvCxnSpPr>
          <p:spPr>
            <a:xfrm flipH="1" flipV="1">
              <a:off x="1242830" y="3662695"/>
              <a:ext cx="1111899" cy="461070"/>
            </a:xfrm>
            <a:prstGeom prst="line">
              <a:avLst/>
            </a:prstGeom>
            <a:noFill/>
            <a:ln w="12700" cap="sq" cmpd="sng" algn="ctr">
              <a:solidFill>
                <a:srgbClr val="787070"/>
              </a:solidFill>
              <a:prstDash val="dash"/>
            </a:ln>
            <a:effectLst/>
          </p:spPr>
        </p:cxnSp>
        <p:cxnSp>
          <p:nvCxnSpPr>
            <p:cNvPr id="32" name="Straight Connector 31">
              <a:extLst>
                <a:ext uri="{FF2B5EF4-FFF2-40B4-BE49-F238E27FC236}">
                  <a16:creationId xmlns:a16="http://schemas.microsoft.com/office/drawing/2014/main" id="{F12ED7A6-EE74-1FA8-C388-2970DFA9D127}"/>
                </a:ext>
              </a:extLst>
            </p:cNvPr>
            <p:cNvCxnSpPr>
              <a:cxnSpLocks/>
            </p:cNvCxnSpPr>
            <p:nvPr/>
          </p:nvCxnSpPr>
          <p:spPr>
            <a:xfrm>
              <a:off x="1996141" y="3711388"/>
              <a:ext cx="394447" cy="364565"/>
            </a:xfrm>
            <a:prstGeom prst="line">
              <a:avLst/>
            </a:prstGeom>
            <a:noFill/>
            <a:ln w="12700" cap="sq" cmpd="sng" algn="ctr">
              <a:solidFill>
                <a:srgbClr val="787070"/>
              </a:solidFill>
              <a:prstDash val="dash"/>
            </a:ln>
            <a:effectLst/>
          </p:spPr>
        </p:cxnSp>
        <p:cxnSp>
          <p:nvCxnSpPr>
            <p:cNvPr id="33" name="Straight Connector 32">
              <a:extLst>
                <a:ext uri="{FF2B5EF4-FFF2-40B4-BE49-F238E27FC236}">
                  <a16:creationId xmlns:a16="http://schemas.microsoft.com/office/drawing/2014/main" id="{CF9890D7-3689-7AB9-AE26-4F3728E52BBB}"/>
                </a:ext>
              </a:extLst>
            </p:cNvPr>
            <p:cNvCxnSpPr>
              <a:cxnSpLocks/>
            </p:cNvCxnSpPr>
            <p:nvPr/>
          </p:nvCxnSpPr>
          <p:spPr>
            <a:xfrm flipH="1" flipV="1">
              <a:off x="1081597" y="3687520"/>
              <a:ext cx="1268309" cy="1127738"/>
            </a:xfrm>
            <a:prstGeom prst="line">
              <a:avLst/>
            </a:prstGeom>
            <a:noFill/>
            <a:ln w="12700" cap="sq" cmpd="sng" algn="ctr">
              <a:solidFill>
                <a:srgbClr val="787070"/>
              </a:solidFill>
              <a:prstDash val="dash"/>
            </a:ln>
            <a:effectLst/>
          </p:spPr>
        </p:cxnSp>
        <p:cxnSp>
          <p:nvCxnSpPr>
            <p:cNvPr id="34" name="Straight Connector 33">
              <a:extLst>
                <a:ext uri="{FF2B5EF4-FFF2-40B4-BE49-F238E27FC236}">
                  <a16:creationId xmlns:a16="http://schemas.microsoft.com/office/drawing/2014/main" id="{B1C6EDCE-8657-1006-4E07-95F7665B7D17}"/>
                </a:ext>
              </a:extLst>
            </p:cNvPr>
            <p:cNvCxnSpPr>
              <a:cxnSpLocks/>
            </p:cNvCxnSpPr>
            <p:nvPr/>
          </p:nvCxnSpPr>
          <p:spPr>
            <a:xfrm>
              <a:off x="1954306" y="3717365"/>
              <a:ext cx="423047" cy="1042775"/>
            </a:xfrm>
            <a:prstGeom prst="line">
              <a:avLst/>
            </a:prstGeom>
            <a:noFill/>
            <a:ln w="12700" cap="sq" cmpd="sng" algn="ctr">
              <a:solidFill>
                <a:srgbClr val="787070"/>
              </a:solidFill>
              <a:prstDash val="dash"/>
            </a:ln>
            <a:effectLst/>
          </p:spPr>
        </p:cxnSp>
        <p:cxnSp>
          <p:nvCxnSpPr>
            <p:cNvPr id="35" name="Straight Connector 34">
              <a:extLst>
                <a:ext uri="{FF2B5EF4-FFF2-40B4-BE49-F238E27FC236}">
                  <a16:creationId xmlns:a16="http://schemas.microsoft.com/office/drawing/2014/main" id="{53D2603B-567E-C515-FF94-572D1863E131}"/>
                </a:ext>
              </a:extLst>
            </p:cNvPr>
            <p:cNvCxnSpPr>
              <a:cxnSpLocks/>
            </p:cNvCxnSpPr>
            <p:nvPr/>
          </p:nvCxnSpPr>
          <p:spPr>
            <a:xfrm>
              <a:off x="2137184" y="3438387"/>
              <a:ext cx="576134" cy="0"/>
            </a:xfrm>
            <a:prstGeom prst="line">
              <a:avLst/>
            </a:prstGeom>
            <a:noFill/>
            <a:ln w="12700" cap="sq" cmpd="sng" algn="ctr">
              <a:solidFill>
                <a:srgbClr val="787070"/>
              </a:solidFill>
              <a:prstDash val="dash"/>
            </a:ln>
            <a:effectLst/>
          </p:spPr>
        </p:cxnSp>
        <p:cxnSp>
          <p:nvCxnSpPr>
            <p:cNvPr id="36" name="Straight Connector 35">
              <a:extLst>
                <a:ext uri="{FF2B5EF4-FFF2-40B4-BE49-F238E27FC236}">
                  <a16:creationId xmlns:a16="http://schemas.microsoft.com/office/drawing/2014/main" id="{47598BB9-03EE-0C8F-CA83-375BDACDBBC0}"/>
                </a:ext>
              </a:extLst>
            </p:cNvPr>
            <p:cNvCxnSpPr>
              <a:cxnSpLocks/>
            </p:cNvCxnSpPr>
            <p:nvPr/>
          </p:nvCxnSpPr>
          <p:spPr>
            <a:xfrm flipH="1">
              <a:off x="2576742" y="3601967"/>
              <a:ext cx="268058" cy="325090"/>
            </a:xfrm>
            <a:prstGeom prst="line">
              <a:avLst/>
            </a:prstGeom>
            <a:noFill/>
            <a:ln w="12700" cap="sq" cmpd="sng" algn="ctr">
              <a:solidFill>
                <a:srgbClr val="787070"/>
              </a:solidFill>
              <a:prstDash val="dash"/>
            </a:ln>
            <a:effectLst/>
          </p:spPr>
        </p:cxnSp>
        <p:sp>
          <p:nvSpPr>
            <p:cNvPr id="37" name="Freeform 63">
              <a:extLst>
                <a:ext uri="{FF2B5EF4-FFF2-40B4-BE49-F238E27FC236}">
                  <a16:creationId xmlns:a16="http://schemas.microsoft.com/office/drawing/2014/main" id="{1190EFDF-90C7-97E7-5133-6408FEE9649D}"/>
                </a:ext>
              </a:extLst>
            </p:cNvPr>
            <p:cNvSpPr>
              <a:spLocks noChangeAspect="1" noEditPoints="1"/>
            </p:cNvSpPr>
            <p:nvPr/>
          </p:nvSpPr>
          <p:spPr bwMode="auto">
            <a:xfrm>
              <a:off x="3327183" y="4675818"/>
              <a:ext cx="315100" cy="219638"/>
            </a:xfrm>
            <a:custGeom>
              <a:avLst/>
              <a:gdLst>
                <a:gd name="T0" fmla="*/ 119 w 550"/>
                <a:gd name="T1" fmla="*/ 306 h 457"/>
                <a:gd name="T2" fmla="*/ 431 w 550"/>
                <a:gd name="T3" fmla="*/ 306 h 457"/>
                <a:gd name="T4" fmla="*/ 463 w 550"/>
                <a:gd name="T5" fmla="*/ 292 h 457"/>
                <a:gd name="T6" fmla="*/ 476 w 550"/>
                <a:gd name="T7" fmla="*/ 258 h 457"/>
                <a:gd name="T8" fmla="*/ 476 w 550"/>
                <a:gd name="T9" fmla="*/ 48 h 457"/>
                <a:gd name="T10" fmla="*/ 431 w 550"/>
                <a:gd name="T11" fmla="*/ 0 h 457"/>
                <a:gd name="T12" fmla="*/ 119 w 550"/>
                <a:gd name="T13" fmla="*/ 0 h 457"/>
                <a:gd name="T14" fmla="*/ 87 w 550"/>
                <a:gd name="T15" fmla="*/ 14 h 457"/>
                <a:gd name="T16" fmla="*/ 74 w 550"/>
                <a:gd name="T17" fmla="*/ 48 h 457"/>
                <a:gd name="T18" fmla="*/ 74 w 550"/>
                <a:gd name="T19" fmla="*/ 258 h 457"/>
                <a:gd name="T20" fmla="*/ 119 w 550"/>
                <a:gd name="T21" fmla="*/ 306 h 457"/>
                <a:gd name="T22" fmla="*/ 100 w 550"/>
                <a:gd name="T23" fmla="*/ 26 h 457"/>
                <a:gd name="T24" fmla="*/ 119 w 550"/>
                <a:gd name="T25" fmla="*/ 18 h 457"/>
                <a:gd name="T26" fmla="*/ 431 w 550"/>
                <a:gd name="T27" fmla="*/ 18 h 457"/>
                <a:gd name="T28" fmla="*/ 458 w 550"/>
                <a:gd name="T29" fmla="*/ 48 h 457"/>
                <a:gd name="T30" fmla="*/ 458 w 550"/>
                <a:gd name="T31" fmla="*/ 258 h 457"/>
                <a:gd name="T32" fmla="*/ 450 w 550"/>
                <a:gd name="T33" fmla="*/ 280 h 457"/>
                <a:gd name="T34" fmla="*/ 431 w 550"/>
                <a:gd name="T35" fmla="*/ 288 h 457"/>
                <a:gd name="T36" fmla="*/ 119 w 550"/>
                <a:gd name="T37" fmla="*/ 288 h 457"/>
                <a:gd name="T38" fmla="*/ 92 w 550"/>
                <a:gd name="T39" fmla="*/ 258 h 457"/>
                <a:gd name="T40" fmla="*/ 92 w 550"/>
                <a:gd name="T41" fmla="*/ 48 h 457"/>
                <a:gd name="T42" fmla="*/ 100 w 550"/>
                <a:gd name="T43" fmla="*/ 26 h 457"/>
                <a:gd name="T44" fmla="*/ 543 w 550"/>
                <a:gd name="T45" fmla="*/ 418 h 457"/>
                <a:gd name="T46" fmla="*/ 473 w 550"/>
                <a:gd name="T47" fmla="*/ 334 h 457"/>
                <a:gd name="T48" fmla="*/ 455 w 550"/>
                <a:gd name="T49" fmla="*/ 326 h 457"/>
                <a:gd name="T50" fmla="*/ 95 w 550"/>
                <a:gd name="T51" fmla="*/ 326 h 457"/>
                <a:gd name="T52" fmla="*/ 77 w 550"/>
                <a:gd name="T53" fmla="*/ 334 h 457"/>
                <a:gd name="T54" fmla="*/ 7 w 550"/>
                <a:gd name="T55" fmla="*/ 418 h 457"/>
                <a:gd name="T56" fmla="*/ 4 w 550"/>
                <a:gd name="T57" fmla="*/ 443 h 457"/>
                <a:gd name="T58" fmla="*/ 26 w 550"/>
                <a:gd name="T59" fmla="*/ 457 h 457"/>
                <a:gd name="T60" fmla="*/ 524 w 550"/>
                <a:gd name="T61" fmla="*/ 457 h 457"/>
                <a:gd name="T62" fmla="*/ 546 w 550"/>
                <a:gd name="T63" fmla="*/ 443 h 457"/>
                <a:gd name="T64" fmla="*/ 543 w 550"/>
                <a:gd name="T65" fmla="*/ 418 h 457"/>
                <a:gd name="T66" fmla="*/ 530 w 550"/>
                <a:gd name="T67" fmla="*/ 436 h 457"/>
                <a:gd name="T68" fmla="*/ 524 w 550"/>
                <a:gd name="T69" fmla="*/ 439 h 457"/>
                <a:gd name="T70" fmla="*/ 26 w 550"/>
                <a:gd name="T71" fmla="*/ 439 h 457"/>
                <a:gd name="T72" fmla="*/ 20 w 550"/>
                <a:gd name="T73" fmla="*/ 436 h 457"/>
                <a:gd name="T74" fmla="*/ 21 w 550"/>
                <a:gd name="T75" fmla="*/ 429 h 457"/>
                <a:gd name="T76" fmla="*/ 91 w 550"/>
                <a:gd name="T77" fmla="*/ 346 h 457"/>
                <a:gd name="T78" fmla="*/ 95 w 550"/>
                <a:gd name="T79" fmla="*/ 344 h 457"/>
                <a:gd name="T80" fmla="*/ 455 w 550"/>
                <a:gd name="T81" fmla="*/ 344 h 457"/>
                <a:gd name="T82" fmla="*/ 459 w 550"/>
                <a:gd name="T83" fmla="*/ 346 h 457"/>
                <a:gd name="T84" fmla="*/ 529 w 550"/>
                <a:gd name="T85" fmla="*/ 429 h 457"/>
                <a:gd name="T86" fmla="*/ 530 w 550"/>
                <a:gd name="T87" fmla="*/ 436 h 457"/>
                <a:gd name="T88" fmla="*/ 377 w 550"/>
                <a:gd name="T89" fmla="*/ 427 h 457"/>
                <a:gd name="T90" fmla="*/ 174 w 550"/>
                <a:gd name="T91" fmla="*/ 427 h 457"/>
                <a:gd name="T92" fmla="*/ 170 w 550"/>
                <a:gd name="T93" fmla="*/ 419 h 457"/>
                <a:gd name="T94" fmla="*/ 176 w 550"/>
                <a:gd name="T95" fmla="*/ 411 h 457"/>
                <a:gd name="T96" fmla="*/ 180 w 550"/>
                <a:gd name="T97" fmla="*/ 410 h 457"/>
                <a:gd name="T98" fmla="*/ 371 w 550"/>
                <a:gd name="T99" fmla="*/ 410 h 457"/>
                <a:gd name="T100" fmla="*/ 375 w 550"/>
                <a:gd name="T101" fmla="*/ 412 h 457"/>
                <a:gd name="T102" fmla="*/ 381 w 550"/>
                <a:gd name="T103" fmla="*/ 419 h 457"/>
                <a:gd name="T104" fmla="*/ 377 w 550"/>
                <a:gd name="T105" fmla="*/ 427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50" h="457">
                  <a:moveTo>
                    <a:pt x="119" y="306"/>
                  </a:moveTo>
                  <a:cubicBezTo>
                    <a:pt x="431" y="306"/>
                    <a:pt x="431" y="306"/>
                    <a:pt x="431" y="306"/>
                  </a:cubicBezTo>
                  <a:cubicBezTo>
                    <a:pt x="443" y="306"/>
                    <a:pt x="455" y="301"/>
                    <a:pt x="463" y="292"/>
                  </a:cubicBezTo>
                  <a:cubicBezTo>
                    <a:pt x="472" y="283"/>
                    <a:pt x="476" y="271"/>
                    <a:pt x="476" y="258"/>
                  </a:cubicBezTo>
                  <a:cubicBezTo>
                    <a:pt x="476" y="48"/>
                    <a:pt x="476" y="48"/>
                    <a:pt x="476" y="48"/>
                  </a:cubicBezTo>
                  <a:cubicBezTo>
                    <a:pt x="476" y="21"/>
                    <a:pt x="456" y="0"/>
                    <a:pt x="431" y="0"/>
                  </a:cubicBezTo>
                  <a:cubicBezTo>
                    <a:pt x="119" y="0"/>
                    <a:pt x="119" y="0"/>
                    <a:pt x="119" y="0"/>
                  </a:cubicBezTo>
                  <a:cubicBezTo>
                    <a:pt x="107" y="0"/>
                    <a:pt x="95" y="5"/>
                    <a:pt x="87" y="14"/>
                  </a:cubicBezTo>
                  <a:cubicBezTo>
                    <a:pt x="78" y="23"/>
                    <a:pt x="74" y="35"/>
                    <a:pt x="74" y="48"/>
                  </a:cubicBezTo>
                  <a:cubicBezTo>
                    <a:pt x="74" y="258"/>
                    <a:pt x="74" y="258"/>
                    <a:pt x="74" y="258"/>
                  </a:cubicBezTo>
                  <a:cubicBezTo>
                    <a:pt x="74" y="285"/>
                    <a:pt x="94" y="306"/>
                    <a:pt x="119" y="306"/>
                  </a:cubicBezTo>
                  <a:close/>
                  <a:moveTo>
                    <a:pt x="100" y="26"/>
                  </a:moveTo>
                  <a:cubicBezTo>
                    <a:pt x="105" y="21"/>
                    <a:pt x="112" y="18"/>
                    <a:pt x="119" y="18"/>
                  </a:cubicBezTo>
                  <a:cubicBezTo>
                    <a:pt x="431" y="18"/>
                    <a:pt x="431" y="18"/>
                    <a:pt x="431" y="18"/>
                  </a:cubicBezTo>
                  <a:cubicBezTo>
                    <a:pt x="446" y="18"/>
                    <a:pt x="458" y="31"/>
                    <a:pt x="458" y="48"/>
                  </a:cubicBezTo>
                  <a:cubicBezTo>
                    <a:pt x="458" y="258"/>
                    <a:pt x="458" y="258"/>
                    <a:pt x="458" y="258"/>
                  </a:cubicBezTo>
                  <a:cubicBezTo>
                    <a:pt x="458" y="267"/>
                    <a:pt x="455" y="274"/>
                    <a:pt x="450" y="280"/>
                  </a:cubicBezTo>
                  <a:cubicBezTo>
                    <a:pt x="445" y="285"/>
                    <a:pt x="438" y="288"/>
                    <a:pt x="431" y="288"/>
                  </a:cubicBezTo>
                  <a:cubicBezTo>
                    <a:pt x="119" y="288"/>
                    <a:pt x="119" y="288"/>
                    <a:pt x="119" y="288"/>
                  </a:cubicBezTo>
                  <a:cubicBezTo>
                    <a:pt x="104" y="288"/>
                    <a:pt x="92" y="275"/>
                    <a:pt x="92" y="258"/>
                  </a:cubicBezTo>
                  <a:cubicBezTo>
                    <a:pt x="92" y="48"/>
                    <a:pt x="92" y="48"/>
                    <a:pt x="92" y="48"/>
                  </a:cubicBezTo>
                  <a:cubicBezTo>
                    <a:pt x="92" y="40"/>
                    <a:pt x="95" y="32"/>
                    <a:pt x="100" y="26"/>
                  </a:cubicBezTo>
                  <a:close/>
                  <a:moveTo>
                    <a:pt x="543" y="418"/>
                  </a:moveTo>
                  <a:cubicBezTo>
                    <a:pt x="473" y="334"/>
                    <a:pt x="473" y="334"/>
                    <a:pt x="473" y="334"/>
                  </a:cubicBezTo>
                  <a:cubicBezTo>
                    <a:pt x="468" y="329"/>
                    <a:pt x="462" y="326"/>
                    <a:pt x="455" y="326"/>
                  </a:cubicBezTo>
                  <a:cubicBezTo>
                    <a:pt x="95" y="326"/>
                    <a:pt x="95" y="326"/>
                    <a:pt x="95" y="326"/>
                  </a:cubicBezTo>
                  <a:cubicBezTo>
                    <a:pt x="88" y="326"/>
                    <a:pt x="82" y="329"/>
                    <a:pt x="77" y="334"/>
                  </a:cubicBezTo>
                  <a:cubicBezTo>
                    <a:pt x="7" y="418"/>
                    <a:pt x="7" y="418"/>
                    <a:pt x="7" y="418"/>
                  </a:cubicBezTo>
                  <a:cubicBezTo>
                    <a:pt x="1" y="425"/>
                    <a:pt x="0" y="435"/>
                    <a:pt x="4" y="443"/>
                  </a:cubicBezTo>
                  <a:cubicBezTo>
                    <a:pt x="8" y="452"/>
                    <a:pt x="16" y="457"/>
                    <a:pt x="26" y="457"/>
                  </a:cubicBezTo>
                  <a:cubicBezTo>
                    <a:pt x="524" y="457"/>
                    <a:pt x="524" y="457"/>
                    <a:pt x="524" y="457"/>
                  </a:cubicBezTo>
                  <a:cubicBezTo>
                    <a:pt x="534" y="457"/>
                    <a:pt x="542" y="452"/>
                    <a:pt x="546" y="443"/>
                  </a:cubicBezTo>
                  <a:cubicBezTo>
                    <a:pt x="550" y="435"/>
                    <a:pt x="549" y="425"/>
                    <a:pt x="543" y="418"/>
                  </a:cubicBezTo>
                  <a:close/>
                  <a:moveTo>
                    <a:pt x="530" y="436"/>
                  </a:moveTo>
                  <a:cubicBezTo>
                    <a:pt x="529" y="438"/>
                    <a:pt x="527" y="439"/>
                    <a:pt x="524" y="439"/>
                  </a:cubicBezTo>
                  <a:cubicBezTo>
                    <a:pt x="26" y="439"/>
                    <a:pt x="26" y="439"/>
                    <a:pt x="26" y="439"/>
                  </a:cubicBezTo>
                  <a:cubicBezTo>
                    <a:pt x="23" y="439"/>
                    <a:pt x="21" y="438"/>
                    <a:pt x="20" y="436"/>
                  </a:cubicBezTo>
                  <a:cubicBezTo>
                    <a:pt x="19" y="433"/>
                    <a:pt x="20" y="431"/>
                    <a:pt x="21" y="429"/>
                  </a:cubicBezTo>
                  <a:cubicBezTo>
                    <a:pt x="91" y="346"/>
                    <a:pt x="91" y="346"/>
                    <a:pt x="91" y="346"/>
                  </a:cubicBezTo>
                  <a:cubicBezTo>
                    <a:pt x="92" y="344"/>
                    <a:pt x="94" y="344"/>
                    <a:pt x="95" y="344"/>
                  </a:cubicBezTo>
                  <a:cubicBezTo>
                    <a:pt x="455" y="344"/>
                    <a:pt x="455" y="344"/>
                    <a:pt x="455" y="344"/>
                  </a:cubicBezTo>
                  <a:cubicBezTo>
                    <a:pt x="456" y="344"/>
                    <a:pt x="458" y="344"/>
                    <a:pt x="459" y="346"/>
                  </a:cubicBezTo>
                  <a:cubicBezTo>
                    <a:pt x="529" y="429"/>
                    <a:pt x="529" y="429"/>
                    <a:pt x="529" y="429"/>
                  </a:cubicBezTo>
                  <a:cubicBezTo>
                    <a:pt x="530" y="431"/>
                    <a:pt x="531" y="433"/>
                    <a:pt x="530" y="436"/>
                  </a:cubicBezTo>
                  <a:close/>
                  <a:moveTo>
                    <a:pt x="377" y="427"/>
                  </a:moveTo>
                  <a:cubicBezTo>
                    <a:pt x="174" y="427"/>
                    <a:pt x="174" y="427"/>
                    <a:pt x="174" y="427"/>
                  </a:cubicBezTo>
                  <a:cubicBezTo>
                    <a:pt x="169" y="427"/>
                    <a:pt x="167" y="422"/>
                    <a:pt x="170" y="419"/>
                  </a:cubicBezTo>
                  <a:cubicBezTo>
                    <a:pt x="176" y="411"/>
                    <a:pt x="176" y="411"/>
                    <a:pt x="176" y="411"/>
                  </a:cubicBezTo>
                  <a:cubicBezTo>
                    <a:pt x="177" y="410"/>
                    <a:pt x="178" y="410"/>
                    <a:pt x="180" y="410"/>
                  </a:cubicBezTo>
                  <a:cubicBezTo>
                    <a:pt x="371" y="410"/>
                    <a:pt x="371" y="410"/>
                    <a:pt x="371" y="410"/>
                  </a:cubicBezTo>
                  <a:cubicBezTo>
                    <a:pt x="373" y="410"/>
                    <a:pt x="374" y="410"/>
                    <a:pt x="375" y="412"/>
                  </a:cubicBezTo>
                  <a:cubicBezTo>
                    <a:pt x="381" y="419"/>
                    <a:pt x="381" y="419"/>
                    <a:pt x="381" y="419"/>
                  </a:cubicBezTo>
                  <a:cubicBezTo>
                    <a:pt x="383" y="422"/>
                    <a:pt x="381" y="427"/>
                    <a:pt x="377" y="427"/>
                  </a:cubicBezTo>
                  <a:close/>
                </a:path>
              </a:pathLst>
            </a:custGeom>
            <a:solidFill>
              <a:srgbClr val="403C3A"/>
            </a:solidFill>
            <a:ln>
              <a:noFill/>
            </a:ln>
          </p:spPr>
          <p:txBody>
            <a:bodyPr vert="horz" wrap="square" lIns="0" tIns="0" rIns="0" bIns="0" numCol="1" anchor="t" anchorCtr="0" compatLnSpc="1">
              <a:prstTxWarp prst="textNoShape">
                <a:avLst/>
              </a:prstTxWarp>
            </a:bodyPr>
            <a:lstStyle/>
            <a:p>
              <a:pPr defTabSz="1028700">
                <a:defRPr/>
              </a:pPr>
              <a:endParaRPr lang="en-US" sz="1800" kern="0">
                <a:solidFill>
                  <a:srgbClr val="141414"/>
                </a:solidFill>
                <a:latin typeface="Wells Fargo Sans" panose="020B0503020203020204" pitchFamily="34" charset="0"/>
                <a:cs typeface="Arial" charset="0"/>
              </a:endParaRPr>
            </a:p>
          </p:txBody>
        </p:sp>
        <p:cxnSp>
          <p:nvCxnSpPr>
            <p:cNvPr id="38" name="Straight Connector 37">
              <a:extLst>
                <a:ext uri="{FF2B5EF4-FFF2-40B4-BE49-F238E27FC236}">
                  <a16:creationId xmlns:a16="http://schemas.microsoft.com/office/drawing/2014/main" id="{B1606A66-53F6-E9DF-AF26-17CCDAF45CAD}"/>
                </a:ext>
              </a:extLst>
            </p:cNvPr>
            <p:cNvCxnSpPr>
              <a:cxnSpLocks/>
            </p:cNvCxnSpPr>
            <p:nvPr/>
          </p:nvCxnSpPr>
          <p:spPr>
            <a:xfrm>
              <a:off x="2607089" y="4790008"/>
              <a:ext cx="697899" cy="0"/>
            </a:xfrm>
            <a:prstGeom prst="line">
              <a:avLst/>
            </a:prstGeom>
            <a:noFill/>
            <a:ln w="12700" cap="sq" cmpd="sng" algn="ctr">
              <a:solidFill>
                <a:srgbClr val="787070"/>
              </a:solidFill>
              <a:prstDash val="dash"/>
            </a:ln>
            <a:effectLst/>
          </p:spPr>
        </p:cxnSp>
        <p:grpSp>
          <p:nvGrpSpPr>
            <p:cNvPr id="39" name="Group 38">
              <a:extLst>
                <a:ext uri="{FF2B5EF4-FFF2-40B4-BE49-F238E27FC236}">
                  <a16:creationId xmlns:a16="http://schemas.microsoft.com/office/drawing/2014/main" id="{BA5DE277-F8D4-592B-5022-C1F709D533C6}"/>
                </a:ext>
              </a:extLst>
            </p:cNvPr>
            <p:cNvGrpSpPr/>
            <p:nvPr/>
          </p:nvGrpSpPr>
          <p:grpSpPr>
            <a:xfrm>
              <a:off x="4121951" y="2660878"/>
              <a:ext cx="275124" cy="303274"/>
              <a:chOff x="656279" y="2431702"/>
              <a:chExt cx="301414" cy="372538"/>
            </a:xfrm>
            <a:solidFill>
              <a:srgbClr val="BCBBBA"/>
            </a:solidFill>
          </p:grpSpPr>
          <p:sp>
            <p:nvSpPr>
              <p:cNvPr id="40" name="Flowchart: Magnetic Disk 39">
                <a:extLst>
                  <a:ext uri="{FF2B5EF4-FFF2-40B4-BE49-F238E27FC236}">
                    <a16:creationId xmlns:a16="http://schemas.microsoft.com/office/drawing/2014/main" id="{E1ED5C77-DAE6-BEEB-416F-A1B7FB221AAE}"/>
                  </a:ext>
                </a:extLst>
              </p:cNvPr>
              <p:cNvSpPr/>
              <p:nvPr/>
            </p:nvSpPr>
            <p:spPr>
              <a:xfrm>
                <a:off x="656279" y="2431702"/>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sp>
            <p:nvSpPr>
              <p:cNvPr id="41" name="Flowchart: Magnetic Disk 40">
                <a:extLst>
                  <a:ext uri="{FF2B5EF4-FFF2-40B4-BE49-F238E27FC236}">
                    <a16:creationId xmlns:a16="http://schemas.microsoft.com/office/drawing/2014/main" id="{9CCCA640-EC23-F732-356C-D2590F07AB25}"/>
                  </a:ext>
                </a:extLst>
              </p:cNvPr>
              <p:cNvSpPr/>
              <p:nvPr/>
            </p:nvSpPr>
            <p:spPr>
              <a:xfrm>
                <a:off x="744327" y="2519751"/>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grpSp>
        <p:sp>
          <p:nvSpPr>
            <p:cNvPr id="42" name="Freeform 63">
              <a:extLst>
                <a:ext uri="{FF2B5EF4-FFF2-40B4-BE49-F238E27FC236}">
                  <a16:creationId xmlns:a16="http://schemas.microsoft.com/office/drawing/2014/main" id="{AD6DC1BF-7487-006F-DD21-DF4775CF0856}"/>
                </a:ext>
              </a:extLst>
            </p:cNvPr>
            <p:cNvSpPr>
              <a:spLocks noChangeAspect="1" noEditPoints="1"/>
            </p:cNvSpPr>
            <p:nvPr/>
          </p:nvSpPr>
          <p:spPr bwMode="auto">
            <a:xfrm>
              <a:off x="3214709" y="2643982"/>
              <a:ext cx="315100" cy="219638"/>
            </a:xfrm>
            <a:custGeom>
              <a:avLst/>
              <a:gdLst>
                <a:gd name="T0" fmla="*/ 119 w 550"/>
                <a:gd name="T1" fmla="*/ 306 h 457"/>
                <a:gd name="T2" fmla="*/ 431 w 550"/>
                <a:gd name="T3" fmla="*/ 306 h 457"/>
                <a:gd name="T4" fmla="*/ 463 w 550"/>
                <a:gd name="T5" fmla="*/ 292 h 457"/>
                <a:gd name="T6" fmla="*/ 476 w 550"/>
                <a:gd name="T7" fmla="*/ 258 h 457"/>
                <a:gd name="T8" fmla="*/ 476 w 550"/>
                <a:gd name="T9" fmla="*/ 48 h 457"/>
                <a:gd name="T10" fmla="*/ 431 w 550"/>
                <a:gd name="T11" fmla="*/ 0 h 457"/>
                <a:gd name="T12" fmla="*/ 119 w 550"/>
                <a:gd name="T13" fmla="*/ 0 h 457"/>
                <a:gd name="T14" fmla="*/ 87 w 550"/>
                <a:gd name="T15" fmla="*/ 14 h 457"/>
                <a:gd name="T16" fmla="*/ 74 w 550"/>
                <a:gd name="T17" fmla="*/ 48 h 457"/>
                <a:gd name="T18" fmla="*/ 74 w 550"/>
                <a:gd name="T19" fmla="*/ 258 h 457"/>
                <a:gd name="T20" fmla="*/ 119 w 550"/>
                <a:gd name="T21" fmla="*/ 306 h 457"/>
                <a:gd name="T22" fmla="*/ 100 w 550"/>
                <a:gd name="T23" fmla="*/ 26 h 457"/>
                <a:gd name="T24" fmla="*/ 119 w 550"/>
                <a:gd name="T25" fmla="*/ 18 h 457"/>
                <a:gd name="T26" fmla="*/ 431 w 550"/>
                <a:gd name="T27" fmla="*/ 18 h 457"/>
                <a:gd name="T28" fmla="*/ 458 w 550"/>
                <a:gd name="T29" fmla="*/ 48 h 457"/>
                <a:gd name="T30" fmla="*/ 458 w 550"/>
                <a:gd name="T31" fmla="*/ 258 h 457"/>
                <a:gd name="T32" fmla="*/ 450 w 550"/>
                <a:gd name="T33" fmla="*/ 280 h 457"/>
                <a:gd name="T34" fmla="*/ 431 w 550"/>
                <a:gd name="T35" fmla="*/ 288 h 457"/>
                <a:gd name="T36" fmla="*/ 119 w 550"/>
                <a:gd name="T37" fmla="*/ 288 h 457"/>
                <a:gd name="T38" fmla="*/ 92 w 550"/>
                <a:gd name="T39" fmla="*/ 258 h 457"/>
                <a:gd name="T40" fmla="*/ 92 w 550"/>
                <a:gd name="T41" fmla="*/ 48 h 457"/>
                <a:gd name="T42" fmla="*/ 100 w 550"/>
                <a:gd name="T43" fmla="*/ 26 h 457"/>
                <a:gd name="T44" fmla="*/ 543 w 550"/>
                <a:gd name="T45" fmla="*/ 418 h 457"/>
                <a:gd name="T46" fmla="*/ 473 w 550"/>
                <a:gd name="T47" fmla="*/ 334 h 457"/>
                <a:gd name="T48" fmla="*/ 455 w 550"/>
                <a:gd name="T49" fmla="*/ 326 h 457"/>
                <a:gd name="T50" fmla="*/ 95 w 550"/>
                <a:gd name="T51" fmla="*/ 326 h 457"/>
                <a:gd name="T52" fmla="*/ 77 w 550"/>
                <a:gd name="T53" fmla="*/ 334 h 457"/>
                <a:gd name="T54" fmla="*/ 7 w 550"/>
                <a:gd name="T55" fmla="*/ 418 h 457"/>
                <a:gd name="T56" fmla="*/ 4 w 550"/>
                <a:gd name="T57" fmla="*/ 443 h 457"/>
                <a:gd name="T58" fmla="*/ 26 w 550"/>
                <a:gd name="T59" fmla="*/ 457 h 457"/>
                <a:gd name="T60" fmla="*/ 524 w 550"/>
                <a:gd name="T61" fmla="*/ 457 h 457"/>
                <a:gd name="T62" fmla="*/ 546 w 550"/>
                <a:gd name="T63" fmla="*/ 443 h 457"/>
                <a:gd name="T64" fmla="*/ 543 w 550"/>
                <a:gd name="T65" fmla="*/ 418 h 457"/>
                <a:gd name="T66" fmla="*/ 530 w 550"/>
                <a:gd name="T67" fmla="*/ 436 h 457"/>
                <a:gd name="T68" fmla="*/ 524 w 550"/>
                <a:gd name="T69" fmla="*/ 439 h 457"/>
                <a:gd name="T70" fmla="*/ 26 w 550"/>
                <a:gd name="T71" fmla="*/ 439 h 457"/>
                <a:gd name="T72" fmla="*/ 20 w 550"/>
                <a:gd name="T73" fmla="*/ 436 h 457"/>
                <a:gd name="T74" fmla="*/ 21 w 550"/>
                <a:gd name="T75" fmla="*/ 429 h 457"/>
                <a:gd name="T76" fmla="*/ 91 w 550"/>
                <a:gd name="T77" fmla="*/ 346 h 457"/>
                <a:gd name="T78" fmla="*/ 95 w 550"/>
                <a:gd name="T79" fmla="*/ 344 h 457"/>
                <a:gd name="T80" fmla="*/ 455 w 550"/>
                <a:gd name="T81" fmla="*/ 344 h 457"/>
                <a:gd name="T82" fmla="*/ 459 w 550"/>
                <a:gd name="T83" fmla="*/ 346 h 457"/>
                <a:gd name="T84" fmla="*/ 529 w 550"/>
                <a:gd name="T85" fmla="*/ 429 h 457"/>
                <a:gd name="T86" fmla="*/ 530 w 550"/>
                <a:gd name="T87" fmla="*/ 436 h 457"/>
                <a:gd name="T88" fmla="*/ 377 w 550"/>
                <a:gd name="T89" fmla="*/ 427 h 457"/>
                <a:gd name="T90" fmla="*/ 174 w 550"/>
                <a:gd name="T91" fmla="*/ 427 h 457"/>
                <a:gd name="T92" fmla="*/ 170 w 550"/>
                <a:gd name="T93" fmla="*/ 419 h 457"/>
                <a:gd name="T94" fmla="*/ 176 w 550"/>
                <a:gd name="T95" fmla="*/ 411 h 457"/>
                <a:gd name="T96" fmla="*/ 180 w 550"/>
                <a:gd name="T97" fmla="*/ 410 h 457"/>
                <a:gd name="T98" fmla="*/ 371 w 550"/>
                <a:gd name="T99" fmla="*/ 410 h 457"/>
                <a:gd name="T100" fmla="*/ 375 w 550"/>
                <a:gd name="T101" fmla="*/ 412 h 457"/>
                <a:gd name="T102" fmla="*/ 381 w 550"/>
                <a:gd name="T103" fmla="*/ 419 h 457"/>
                <a:gd name="T104" fmla="*/ 377 w 550"/>
                <a:gd name="T105" fmla="*/ 427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50" h="457">
                  <a:moveTo>
                    <a:pt x="119" y="306"/>
                  </a:moveTo>
                  <a:cubicBezTo>
                    <a:pt x="431" y="306"/>
                    <a:pt x="431" y="306"/>
                    <a:pt x="431" y="306"/>
                  </a:cubicBezTo>
                  <a:cubicBezTo>
                    <a:pt x="443" y="306"/>
                    <a:pt x="455" y="301"/>
                    <a:pt x="463" y="292"/>
                  </a:cubicBezTo>
                  <a:cubicBezTo>
                    <a:pt x="472" y="283"/>
                    <a:pt x="476" y="271"/>
                    <a:pt x="476" y="258"/>
                  </a:cubicBezTo>
                  <a:cubicBezTo>
                    <a:pt x="476" y="48"/>
                    <a:pt x="476" y="48"/>
                    <a:pt x="476" y="48"/>
                  </a:cubicBezTo>
                  <a:cubicBezTo>
                    <a:pt x="476" y="21"/>
                    <a:pt x="456" y="0"/>
                    <a:pt x="431" y="0"/>
                  </a:cubicBezTo>
                  <a:cubicBezTo>
                    <a:pt x="119" y="0"/>
                    <a:pt x="119" y="0"/>
                    <a:pt x="119" y="0"/>
                  </a:cubicBezTo>
                  <a:cubicBezTo>
                    <a:pt x="107" y="0"/>
                    <a:pt x="95" y="5"/>
                    <a:pt x="87" y="14"/>
                  </a:cubicBezTo>
                  <a:cubicBezTo>
                    <a:pt x="78" y="23"/>
                    <a:pt x="74" y="35"/>
                    <a:pt x="74" y="48"/>
                  </a:cubicBezTo>
                  <a:cubicBezTo>
                    <a:pt x="74" y="258"/>
                    <a:pt x="74" y="258"/>
                    <a:pt x="74" y="258"/>
                  </a:cubicBezTo>
                  <a:cubicBezTo>
                    <a:pt x="74" y="285"/>
                    <a:pt x="94" y="306"/>
                    <a:pt x="119" y="306"/>
                  </a:cubicBezTo>
                  <a:close/>
                  <a:moveTo>
                    <a:pt x="100" y="26"/>
                  </a:moveTo>
                  <a:cubicBezTo>
                    <a:pt x="105" y="21"/>
                    <a:pt x="112" y="18"/>
                    <a:pt x="119" y="18"/>
                  </a:cubicBezTo>
                  <a:cubicBezTo>
                    <a:pt x="431" y="18"/>
                    <a:pt x="431" y="18"/>
                    <a:pt x="431" y="18"/>
                  </a:cubicBezTo>
                  <a:cubicBezTo>
                    <a:pt x="446" y="18"/>
                    <a:pt x="458" y="31"/>
                    <a:pt x="458" y="48"/>
                  </a:cubicBezTo>
                  <a:cubicBezTo>
                    <a:pt x="458" y="258"/>
                    <a:pt x="458" y="258"/>
                    <a:pt x="458" y="258"/>
                  </a:cubicBezTo>
                  <a:cubicBezTo>
                    <a:pt x="458" y="267"/>
                    <a:pt x="455" y="274"/>
                    <a:pt x="450" y="280"/>
                  </a:cubicBezTo>
                  <a:cubicBezTo>
                    <a:pt x="445" y="285"/>
                    <a:pt x="438" y="288"/>
                    <a:pt x="431" y="288"/>
                  </a:cubicBezTo>
                  <a:cubicBezTo>
                    <a:pt x="119" y="288"/>
                    <a:pt x="119" y="288"/>
                    <a:pt x="119" y="288"/>
                  </a:cubicBezTo>
                  <a:cubicBezTo>
                    <a:pt x="104" y="288"/>
                    <a:pt x="92" y="275"/>
                    <a:pt x="92" y="258"/>
                  </a:cubicBezTo>
                  <a:cubicBezTo>
                    <a:pt x="92" y="48"/>
                    <a:pt x="92" y="48"/>
                    <a:pt x="92" y="48"/>
                  </a:cubicBezTo>
                  <a:cubicBezTo>
                    <a:pt x="92" y="40"/>
                    <a:pt x="95" y="32"/>
                    <a:pt x="100" y="26"/>
                  </a:cubicBezTo>
                  <a:close/>
                  <a:moveTo>
                    <a:pt x="543" y="418"/>
                  </a:moveTo>
                  <a:cubicBezTo>
                    <a:pt x="473" y="334"/>
                    <a:pt x="473" y="334"/>
                    <a:pt x="473" y="334"/>
                  </a:cubicBezTo>
                  <a:cubicBezTo>
                    <a:pt x="468" y="329"/>
                    <a:pt x="462" y="326"/>
                    <a:pt x="455" y="326"/>
                  </a:cubicBezTo>
                  <a:cubicBezTo>
                    <a:pt x="95" y="326"/>
                    <a:pt x="95" y="326"/>
                    <a:pt x="95" y="326"/>
                  </a:cubicBezTo>
                  <a:cubicBezTo>
                    <a:pt x="88" y="326"/>
                    <a:pt x="82" y="329"/>
                    <a:pt x="77" y="334"/>
                  </a:cubicBezTo>
                  <a:cubicBezTo>
                    <a:pt x="7" y="418"/>
                    <a:pt x="7" y="418"/>
                    <a:pt x="7" y="418"/>
                  </a:cubicBezTo>
                  <a:cubicBezTo>
                    <a:pt x="1" y="425"/>
                    <a:pt x="0" y="435"/>
                    <a:pt x="4" y="443"/>
                  </a:cubicBezTo>
                  <a:cubicBezTo>
                    <a:pt x="8" y="452"/>
                    <a:pt x="16" y="457"/>
                    <a:pt x="26" y="457"/>
                  </a:cubicBezTo>
                  <a:cubicBezTo>
                    <a:pt x="524" y="457"/>
                    <a:pt x="524" y="457"/>
                    <a:pt x="524" y="457"/>
                  </a:cubicBezTo>
                  <a:cubicBezTo>
                    <a:pt x="534" y="457"/>
                    <a:pt x="542" y="452"/>
                    <a:pt x="546" y="443"/>
                  </a:cubicBezTo>
                  <a:cubicBezTo>
                    <a:pt x="550" y="435"/>
                    <a:pt x="549" y="425"/>
                    <a:pt x="543" y="418"/>
                  </a:cubicBezTo>
                  <a:close/>
                  <a:moveTo>
                    <a:pt x="530" y="436"/>
                  </a:moveTo>
                  <a:cubicBezTo>
                    <a:pt x="529" y="438"/>
                    <a:pt x="527" y="439"/>
                    <a:pt x="524" y="439"/>
                  </a:cubicBezTo>
                  <a:cubicBezTo>
                    <a:pt x="26" y="439"/>
                    <a:pt x="26" y="439"/>
                    <a:pt x="26" y="439"/>
                  </a:cubicBezTo>
                  <a:cubicBezTo>
                    <a:pt x="23" y="439"/>
                    <a:pt x="21" y="438"/>
                    <a:pt x="20" y="436"/>
                  </a:cubicBezTo>
                  <a:cubicBezTo>
                    <a:pt x="19" y="433"/>
                    <a:pt x="20" y="431"/>
                    <a:pt x="21" y="429"/>
                  </a:cubicBezTo>
                  <a:cubicBezTo>
                    <a:pt x="91" y="346"/>
                    <a:pt x="91" y="346"/>
                    <a:pt x="91" y="346"/>
                  </a:cubicBezTo>
                  <a:cubicBezTo>
                    <a:pt x="92" y="344"/>
                    <a:pt x="94" y="344"/>
                    <a:pt x="95" y="344"/>
                  </a:cubicBezTo>
                  <a:cubicBezTo>
                    <a:pt x="455" y="344"/>
                    <a:pt x="455" y="344"/>
                    <a:pt x="455" y="344"/>
                  </a:cubicBezTo>
                  <a:cubicBezTo>
                    <a:pt x="456" y="344"/>
                    <a:pt x="458" y="344"/>
                    <a:pt x="459" y="346"/>
                  </a:cubicBezTo>
                  <a:cubicBezTo>
                    <a:pt x="529" y="429"/>
                    <a:pt x="529" y="429"/>
                    <a:pt x="529" y="429"/>
                  </a:cubicBezTo>
                  <a:cubicBezTo>
                    <a:pt x="530" y="431"/>
                    <a:pt x="531" y="433"/>
                    <a:pt x="530" y="436"/>
                  </a:cubicBezTo>
                  <a:close/>
                  <a:moveTo>
                    <a:pt x="377" y="427"/>
                  </a:moveTo>
                  <a:cubicBezTo>
                    <a:pt x="174" y="427"/>
                    <a:pt x="174" y="427"/>
                    <a:pt x="174" y="427"/>
                  </a:cubicBezTo>
                  <a:cubicBezTo>
                    <a:pt x="169" y="427"/>
                    <a:pt x="167" y="422"/>
                    <a:pt x="170" y="419"/>
                  </a:cubicBezTo>
                  <a:cubicBezTo>
                    <a:pt x="176" y="411"/>
                    <a:pt x="176" y="411"/>
                    <a:pt x="176" y="411"/>
                  </a:cubicBezTo>
                  <a:cubicBezTo>
                    <a:pt x="177" y="410"/>
                    <a:pt x="178" y="410"/>
                    <a:pt x="180" y="410"/>
                  </a:cubicBezTo>
                  <a:cubicBezTo>
                    <a:pt x="371" y="410"/>
                    <a:pt x="371" y="410"/>
                    <a:pt x="371" y="410"/>
                  </a:cubicBezTo>
                  <a:cubicBezTo>
                    <a:pt x="373" y="410"/>
                    <a:pt x="374" y="410"/>
                    <a:pt x="375" y="412"/>
                  </a:cubicBezTo>
                  <a:cubicBezTo>
                    <a:pt x="381" y="419"/>
                    <a:pt x="381" y="419"/>
                    <a:pt x="381" y="419"/>
                  </a:cubicBezTo>
                  <a:cubicBezTo>
                    <a:pt x="383" y="422"/>
                    <a:pt x="381" y="427"/>
                    <a:pt x="377" y="427"/>
                  </a:cubicBezTo>
                  <a:close/>
                </a:path>
              </a:pathLst>
            </a:custGeom>
            <a:solidFill>
              <a:srgbClr val="403C3A"/>
            </a:solidFill>
            <a:ln>
              <a:noFill/>
            </a:ln>
          </p:spPr>
          <p:txBody>
            <a:bodyPr vert="horz" wrap="square" lIns="0" tIns="0" rIns="0" bIns="0" numCol="1" anchor="t" anchorCtr="0" compatLnSpc="1">
              <a:prstTxWarp prst="textNoShape">
                <a:avLst/>
              </a:prstTxWarp>
            </a:bodyPr>
            <a:lstStyle/>
            <a:p>
              <a:pPr defTabSz="1028700">
                <a:defRPr/>
              </a:pPr>
              <a:endParaRPr lang="en-US" sz="1800" kern="0">
                <a:solidFill>
                  <a:srgbClr val="141414"/>
                </a:solidFill>
                <a:latin typeface="Wells Fargo Sans" panose="020B0503020203020204" pitchFamily="34" charset="0"/>
                <a:cs typeface="Arial" charset="0"/>
              </a:endParaRPr>
            </a:p>
          </p:txBody>
        </p:sp>
        <p:cxnSp>
          <p:nvCxnSpPr>
            <p:cNvPr id="43" name="Straight Connector 42">
              <a:extLst>
                <a:ext uri="{FF2B5EF4-FFF2-40B4-BE49-F238E27FC236}">
                  <a16:creationId xmlns:a16="http://schemas.microsoft.com/office/drawing/2014/main" id="{A9CF7A95-7A60-7E0B-A9C3-F4183B432324}"/>
                </a:ext>
              </a:extLst>
            </p:cNvPr>
            <p:cNvCxnSpPr>
              <a:cxnSpLocks/>
            </p:cNvCxnSpPr>
            <p:nvPr/>
          </p:nvCxnSpPr>
          <p:spPr>
            <a:xfrm flipH="1">
              <a:off x="2111087" y="2737224"/>
              <a:ext cx="1092301" cy="615576"/>
            </a:xfrm>
            <a:prstGeom prst="line">
              <a:avLst/>
            </a:prstGeom>
            <a:noFill/>
            <a:ln w="12700" cap="sq" cmpd="sng" algn="ctr">
              <a:solidFill>
                <a:srgbClr val="787070"/>
              </a:solidFill>
              <a:prstDash val="dash"/>
            </a:ln>
            <a:effectLst/>
          </p:spPr>
        </p:cxnSp>
        <p:cxnSp>
          <p:nvCxnSpPr>
            <p:cNvPr id="44" name="Straight Connector 43">
              <a:extLst>
                <a:ext uri="{FF2B5EF4-FFF2-40B4-BE49-F238E27FC236}">
                  <a16:creationId xmlns:a16="http://schemas.microsoft.com/office/drawing/2014/main" id="{9D8455D7-A3CF-2296-B840-21A670FE8D40}"/>
                </a:ext>
              </a:extLst>
            </p:cNvPr>
            <p:cNvCxnSpPr>
              <a:cxnSpLocks/>
            </p:cNvCxnSpPr>
            <p:nvPr/>
          </p:nvCxnSpPr>
          <p:spPr>
            <a:xfrm>
              <a:off x="3520141" y="2722133"/>
              <a:ext cx="503219" cy="0"/>
            </a:xfrm>
            <a:prstGeom prst="line">
              <a:avLst/>
            </a:prstGeom>
            <a:noFill/>
            <a:ln w="12700" cap="sq" cmpd="sng" algn="ctr">
              <a:solidFill>
                <a:srgbClr val="787070"/>
              </a:solidFill>
              <a:prstDash val="dash"/>
            </a:ln>
            <a:effectLst/>
          </p:spPr>
        </p:cxnSp>
        <p:cxnSp>
          <p:nvCxnSpPr>
            <p:cNvPr id="45" name="Straight Connector 44">
              <a:extLst>
                <a:ext uri="{FF2B5EF4-FFF2-40B4-BE49-F238E27FC236}">
                  <a16:creationId xmlns:a16="http://schemas.microsoft.com/office/drawing/2014/main" id="{F9768954-6420-9536-7560-EE8F3047BABA}"/>
                </a:ext>
              </a:extLst>
            </p:cNvPr>
            <p:cNvCxnSpPr>
              <a:cxnSpLocks/>
            </p:cNvCxnSpPr>
            <p:nvPr/>
          </p:nvCxnSpPr>
          <p:spPr>
            <a:xfrm flipH="1" flipV="1">
              <a:off x="2899954" y="3603812"/>
              <a:ext cx="218130" cy="248608"/>
            </a:xfrm>
            <a:prstGeom prst="line">
              <a:avLst/>
            </a:prstGeom>
            <a:noFill/>
            <a:ln w="12700" cap="sq" cmpd="sng" algn="ctr">
              <a:solidFill>
                <a:srgbClr val="787070"/>
              </a:solidFill>
              <a:prstDash val="dash"/>
            </a:ln>
            <a:effectLst/>
          </p:spPr>
        </p:cxnSp>
        <p:sp>
          <p:nvSpPr>
            <p:cNvPr id="46" name="Freeform 63">
              <a:extLst>
                <a:ext uri="{FF2B5EF4-FFF2-40B4-BE49-F238E27FC236}">
                  <a16:creationId xmlns:a16="http://schemas.microsoft.com/office/drawing/2014/main" id="{A41BE427-8AFE-8C4E-E43A-5E2E043761E3}"/>
                </a:ext>
              </a:extLst>
            </p:cNvPr>
            <p:cNvSpPr>
              <a:spLocks noChangeAspect="1" noEditPoints="1"/>
            </p:cNvSpPr>
            <p:nvPr/>
          </p:nvSpPr>
          <p:spPr bwMode="auto">
            <a:xfrm>
              <a:off x="3707037" y="3653591"/>
              <a:ext cx="315100" cy="219638"/>
            </a:xfrm>
            <a:custGeom>
              <a:avLst/>
              <a:gdLst>
                <a:gd name="T0" fmla="*/ 119 w 550"/>
                <a:gd name="T1" fmla="*/ 306 h 457"/>
                <a:gd name="T2" fmla="*/ 431 w 550"/>
                <a:gd name="T3" fmla="*/ 306 h 457"/>
                <a:gd name="T4" fmla="*/ 463 w 550"/>
                <a:gd name="T5" fmla="*/ 292 h 457"/>
                <a:gd name="T6" fmla="*/ 476 w 550"/>
                <a:gd name="T7" fmla="*/ 258 h 457"/>
                <a:gd name="T8" fmla="*/ 476 w 550"/>
                <a:gd name="T9" fmla="*/ 48 h 457"/>
                <a:gd name="T10" fmla="*/ 431 w 550"/>
                <a:gd name="T11" fmla="*/ 0 h 457"/>
                <a:gd name="T12" fmla="*/ 119 w 550"/>
                <a:gd name="T13" fmla="*/ 0 h 457"/>
                <a:gd name="T14" fmla="*/ 87 w 550"/>
                <a:gd name="T15" fmla="*/ 14 h 457"/>
                <a:gd name="T16" fmla="*/ 74 w 550"/>
                <a:gd name="T17" fmla="*/ 48 h 457"/>
                <a:gd name="T18" fmla="*/ 74 w 550"/>
                <a:gd name="T19" fmla="*/ 258 h 457"/>
                <a:gd name="T20" fmla="*/ 119 w 550"/>
                <a:gd name="T21" fmla="*/ 306 h 457"/>
                <a:gd name="T22" fmla="*/ 100 w 550"/>
                <a:gd name="T23" fmla="*/ 26 h 457"/>
                <a:gd name="T24" fmla="*/ 119 w 550"/>
                <a:gd name="T25" fmla="*/ 18 h 457"/>
                <a:gd name="T26" fmla="*/ 431 w 550"/>
                <a:gd name="T27" fmla="*/ 18 h 457"/>
                <a:gd name="T28" fmla="*/ 458 w 550"/>
                <a:gd name="T29" fmla="*/ 48 h 457"/>
                <a:gd name="T30" fmla="*/ 458 w 550"/>
                <a:gd name="T31" fmla="*/ 258 h 457"/>
                <a:gd name="T32" fmla="*/ 450 w 550"/>
                <a:gd name="T33" fmla="*/ 280 h 457"/>
                <a:gd name="T34" fmla="*/ 431 w 550"/>
                <a:gd name="T35" fmla="*/ 288 h 457"/>
                <a:gd name="T36" fmla="*/ 119 w 550"/>
                <a:gd name="T37" fmla="*/ 288 h 457"/>
                <a:gd name="T38" fmla="*/ 92 w 550"/>
                <a:gd name="T39" fmla="*/ 258 h 457"/>
                <a:gd name="T40" fmla="*/ 92 w 550"/>
                <a:gd name="T41" fmla="*/ 48 h 457"/>
                <a:gd name="T42" fmla="*/ 100 w 550"/>
                <a:gd name="T43" fmla="*/ 26 h 457"/>
                <a:gd name="T44" fmla="*/ 543 w 550"/>
                <a:gd name="T45" fmla="*/ 418 h 457"/>
                <a:gd name="T46" fmla="*/ 473 w 550"/>
                <a:gd name="T47" fmla="*/ 334 h 457"/>
                <a:gd name="T48" fmla="*/ 455 w 550"/>
                <a:gd name="T49" fmla="*/ 326 h 457"/>
                <a:gd name="T50" fmla="*/ 95 w 550"/>
                <a:gd name="T51" fmla="*/ 326 h 457"/>
                <a:gd name="T52" fmla="*/ 77 w 550"/>
                <a:gd name="T53" fmla="*/ 334 h 457"/>
                <a:gd name="T54" fmla="*/ 7 w 550"/>
                <a:gd name="T55" fmla="*/ 418 h 457"/>
                <a:gd name="T56" fmla="*/ 4 w 550"/>
                <a:gd name="T57" fmla="*/ 443 h 457"/>
                <a:gd name="T58" fmla="*/ 26 w 550"/>
                <a:gd name="T59" fmla="*/ 457 h 457"/>
                <a:gd name="T60" fmla="*/ 524 w 550"/>
                <a:gd name="T61" fmla="*/ 457 h 457"/>
                <a:gd name="T62" fmla="*/ 546 w 550"/>
                <a:gd name="T63" fmla="*/ 443 h 457"/>
                <a:gd name="T64" fmla="*/ 543 w 550"/>
                <a:gd name="T65" fmla="*/ 418 h 457"/>
                <a:gd name="T66" fmla="*/ 530 w 550"/>
                <a:gd name="T67" fmla="*/ 436 h 457"/>
                <a:gd name="T68" fmla="*/ 524 w 550"/>
                <a:gd name="T69" fmla="*/ 439 h 457"/>
                <a:gd name="T70" fmla="*/ 26 w 550"/>
                <a:gd name="T71" fmla="*/ 439 h 457"/>
                <a:gd name="T72" fmla="*/ 20 w 550"/>
                <a:gd name="T73" fmla="*/ 436 h 457"/>
                <a:gd name="T74" fmla="*/ 21 w 550"/>
                <a:gd name="T75" fmla="*/ 429 h 457"/>
                <a:gd name="T76" fmla="*/ 91 w 550"/>
                <a:gd name="T77" fmla="*/ 346 h 457"/>
                <a:gd name="T78" fmla="*/ 95 w 550"/>
                <a:gd name="T79" fmla="*/ 344 h 457"/>
                <a:gd name="T80" fmla="*/ 455 w 550"/>
                <a:gd name="T81" fmla="*/ 344 h 457"/>
                <a:gd name="T82" fmla="*/ 459 w 550"/>
                <a:gd name="T83" fmla="*/ 346 h 457"/>
                <a:gd name="T84" fmla="*/ 529 w 550"/>
                <a:gd name="T85" fmla="*/ 429 h 457"/>
                <a:gd name="T86" fmla="*/ 530 w 550"/>
                <a:gd name="T87" fmla="*/ 436 h 457"/>
                <a:gd name="T88" fmla="*/ 377 w 550"/>
                <a:gd name="T89" fmla="*/ 427 h 457"/>
                <a:gd name="T90" fmla="*/ 174 w 550"/>
                <a:gd name="T91" fmla="*/ 427 h 457"/>
                <a:gd name="T92" fmla="*/ 170 w 550"/>
                <a:gd name="T93" fmla="*/ 419 h 457"/>
                <a:gd name="T94" fmla="*/ 176 w 550"/>
                <a:gd name="T95" fmla="*/ 411 h 457"/>
                <a:gd name="T96" fmla="*/ 180 w 550"/>
                <a:gd name="T97" fmla="*/ 410 h 457"/>
                <a:gd name="T98" fmla="*/ 371 w 550"/>
                <a:gd name="T99" fmla="*/ 410 h 457"/>
                <a:gd name="T100" fmla="*/ 375 w 550"/>
                <a:gd name="T101" fmla="*/ 412 h 457"/>
                <a:gd name="T102" fmla="*/ 381 w 550"/>
                <a:gd name="T103" fmla="*/ 419 h 457"/>
                <a:gd name="T104" fmla="*/ 377 w 550"/>
                <a:gd name="T105" fmla="*/ 427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50" h="457">
                  <a:moveTo>
                    <a:pt x="119" y="306"/>
                  </a:moveTo>
                  <a:cubicBezTo>
                    <a:pt x="431" y="306"/>
                    <a:pt x="431" y="306"/>
                    <a:pt x="431" y="306"/>
                  </a:cubicBezTo>
                  <a:cubicBezTo>
                    <a:pt x="443" y="306"/>
                    <a:pt x="455" y="301"/>
                    <a:pt x="463" y="292"/>
                  </a:cubicBezTo>
                  <a:cubicBezTo>
                    <a:pt x="472" y="283"/>
                    <a:pt x="476" y="271"/>
                    <a:pt x="476" y="258"/>
                  </a:cubicBezTo>
                  <a:cubicBezTo>
                    <a:pt x="476" y="48"/>
                    <a:pt x="476" y="48"/>
                    <a:pt x="476" y="48"/>
                  </a:cubicBezTo>
                  <a:cubicBezTo>
                    <a:pt x="476" y="21"/>
                    <a:pt x="456" y="0"/>
                    <a:pt x="431" y="0"/>
                  </a:cubicBezTo>
                  <a:cubicBezTo>
                    <a:pt x="119" y="0"/>
                    <a:pt x="119" y="0"/>
                    <a:pt x="119" y="0"/>
                  </a:cubicBezTo>
                  <a:cubicBezTo>
                    <a:pt x="107" y="0"/>
                    <a:pt x="95" y="5"/>
                    <a:pt x="87" y="14"/>
                  </a:cubicBezTo>
                  <a:cubicBezTo>
                    <a:pt x="78" y="23"/>
                    <a:pt x="74" y="35"/>
                    <a:pt x="74" y="48"/>
                  </a:cubicBezTo>
                  <a:cubicBezTo>
                    <a:pt x="74" y="258"/>
                    <a:pt x="74" y="258"/>
                    <a:pt x="74" y="258"/>
                  </a:cubicBezTo>
                  <a:cubicBezTo>
                    <a:pt x="74" y="285"/>
                    <a:pt x="94" y="306"/>
                    <a:pt x="119" y="306"/>
                  </a:cubicBezTo>
                  <a:close/>
                  <a:moveTo>
                    <a:pt x="100" y="26"/>
                  </a:moveTo>
                  <a:cubicBezTo>
                    <a:pt x="105" y="21"/>
                    <a:pt x="112" y="18"/>
                    <a:pt x="119" y="18"/>
                  </a:cubicBezTo>
                  <a:cubicBezTo>
                    <a:pt x="431" y="18"/>
                    <a:pt x="431" y="18"/>
                    <a:pt x="431" y="18"/>
                  </a:cubicBezTo>
                  <a:cubicBezTo>
                    <a:pt x="446" y="18"/>
                    <a:pt x="458" y="31"/>
                    <a:pt x="458" y="48"/>
                  </a:cubicBezTo>
                  <a:cubicBezTo>
                    <a:pt x="458" y="258"/>
                    <a:pt x="458" y="258"/>
                    <a:pt x="458" y="258"/>
                  </a:cubicBezTo>
                  <a:cubicBezTo>
                    <a:pt x="458" y="267"/>
                    <a:pt x="455" y="274"/>
                    <a:pt x="450" y="280"/>
                  </a:cubicBezTo>
                  <a:cubicBezTo>
                    <a:pt x="445" y="285"/>
                    <a:pt x="438" y="288"/>
                    <a:pt x="431" y="288"/>
                  </a:cubicBezTo>
                  <a:cubicBezTo>
                    <a:pt x="119" y="288"/>
                    <a:pt x="119" y="288"/>
                    <a:pt x="119" y="288"/>
                  </a:cubicBezTo>
                  <a:cubicBezTo>
                    <a:pt x="104" y="288"/>
                    <a:pt x="92" y="275"/>
                    <a:pt x="92" y="258"/>
                  </a:cubicBezTo>
                  <a:cubicBezTo>
                    <a:pt x="92" y="48"/>
                    <a:pt x="92" y="48"/>
                    <a:pt x="92" y="48"/>
                  </a:cubicBezTo>
                  <a:cubicBezTo>
                    <a:pt x="92" y="40"/>
                    <a:pt x="95" y="32"/>
                    <a:pt x="100" y="26"/>
                  </a:cubicBezTo>
                  <a:close/>
                  <a:moveTo>
                    <a:pt x="543" y="418"/>
                  </a:moveTo>
                  <a:cubicBezTo>
                    <a:pt x="473" y="334"/>
                    <a:pt x="473" y="334"/>
                    <a:pt x="473" y="334"/>
                  </a:cubicBezTo>
                  <a:cubicBezTo>
                    <a:pt x="468" y="329"/>
                    <a:pt x="462" y="326"/>
                    <a:pt x="455" y="326"/>
                  </a:cubicBezTo>
                  <a:cubicBezTo>
                    <a:pt x="95" y="326"/>
                    <a:pt x="95" y="326"/>
                    <a:pt x="95" y="326"/>
                  </a:cubicBezTo>
                  <a:cubicBezTo>
                    <a:pt x="88" y="326"/>
                    <a:pt x="82" y="329"/>
                    <a:pt x="77" y="334"/>
                  </a:cubicBezTo>
                  <a:cubicBezTo>
                    <a:pt x="7" y="418"/>
                    <a:pt x="7" y="418"/>
                    <a:pt x="7" y="418"/>
                  </a:cubicBezTo>
                  <a:cubicBezTo>
                    <a:pt x="1" y="425"/>
                    <a:pt x="0" y="435"/>
                    <a:pt x="4" y="443"/>
                  </a:cubicBezTo>
                  <a:cubicBezTo>
                    <a:pt x="8" y="452"/>
                    <a:pt x="16" y="457"/>
                    <a:pt x="26" y="457"/>
                  </a:cubicBezTo>
                  <a:cubicBezTo>
                    <a:pt x="524" y="457"/>
                    <a:pt x="524" y="457"/>
                    <a:pt x="524" y="457"/>
                  </a:cubicBezTo>
                  <a:cubicBezTo>
                    <a:pt x="534" y="457"/>
                    <a:pt x="542" y="452"/>
                    <a:pt x="546" y="443"/>
                  </a:cubicBezTo>
                  <a:cubicBezTo>
                    <a:pt x="550" y="435"/>
                    <a:pt x="549" y="425"/>
                    <a:pt x="543" y="418"/>
                  </a:cubicBezTo>
                  <a:close/>
                  <a:moveTo>
                    <a:pt x="530" y="436"/>
                  </a:moveTo>
                  <a:cubicBezTo>
                    <a:pt x="529" y="438"/>
                    <a:pt x="527" y="439"/>
                    <a:pt x="524" y="439"/>
                  </a:cubicBezTo>
                  <a:cubicBezTo>
                    <a:pt x="26" y="439"/>
                    <a:pt x="26" y="439"/>
                    <a:pt x="26" y="439"/>
                  </a:cubicBezTo>
                  <a:cubicBezTo>
                    <a:pt x="23" y="439"/>
                    <a:pt x="21" y="438"/>
                    <a:pt x="20" y="436"/>
                  </a:cubicBezTo>
                  <a:cubicBezTo>
                    <a:pt x="19" y="433"/>
                    <a:pt x="20" y="431"/>
                    <a:pt x="21" y="429"/>
                  </a:cubicBezTo>
                  <a:cubicBezTo>
                    <a:pt x="91" y="346"/>
                    <a:pt x="91" y="346"/>
                    <a:pt x="91" y="346"/>
                  </a:cubicBezTo>
                  <a:cubicBezTo>
                    <a:pt x="92" y="344"/>
                    <a:pt x="94" y="344"/>
                    <a:pt x="95" y="344"/>
                  </a:cubicBezTo>
                  <a:cubicBezTo>
                    <a:pt x="455" y="344"/>
                    <a:pt x="455" y="344"/>
                    <a:pt x="455" y="344"/>
                  </a:cubicBezTo>
                  <a:cubicBezTo>
                    <a:pt x="456" y="344"/>
                    <a:pt x="458" y="344"/>
                    <a:pt x="459" y="346"/>
                  </a:cubicBezTo>
                  <a:cubicBezTo>
                    <a:pt x="529" y="429"/>
                    <a:pt x="529" y="429"/>
                    <a:pt x="529" y="429"/>
                  </a:cubicBezTo>
                  <a:cubicBezTo>
                    <a:pt x="530" y="431"/>
                    <a:pt x="531" y="433"/>
                    <a:pt x="530" y="436"/>
                  </a:cubicBezTo>
                  <a:close/>
                  <a:moveTo>
                    <a:pt x="377" y="427"/>
                  </a:moveTo>
                  <a:cubicBezTo>
                    <a:pt x="174" y="427"/>
                    <a:pt x="174" y="427"/>
                    <a:pt x="174" y="427"/>
                  </a:cubicBezTo>
                  <a:cubicBezTo>
                    <a:pt x="169" y="427"/>
                    <a:pt x="167" y="422"/>
                    <a:pt x="170" y="419"/>
                  </a:cubicBezTo>
                  <a:cubicBezTo>
                    <a:pt x="176" y="411"/>
                    <a:pt x="176" y="411"/>
                    <a:pt x="176" y="411"/>
                  </a:cubicBezTo>
                  <a:cubicBezTo>
                    <a:pt x="177" y="410"/>
                    <a:pt x="178" y="410"/>
                    <a:pt x="180" y="410"/>
                  </a:cubicBezTo>
                  <a:cubicBezTo>
                    <a:pt x="371" y="410"/>
                    <a:pt x="371" y="410"/>
                    <a:pt x="371" y="410"/>
                  </a:cubicBezTo>
                  <a:cubicBezTo>
                    <a:pt x="373" y="410"/>
                    <a:pt x="374" y="410"/>
                    <a:pt x="375" y="412"/>
                  </a:cubicBezTo>
                  <a:cubicBezTo>
                    <a:pt x="381" y="419"/>
                    <a:pt x="381" y="419"/>
                    <a:pt x="381" y="419"/>
                  </a:cubicBezTo>
                  <a:cubicBezTo>
                    <a:pt x="383" y="422"/>
                    <a:pt x="381" y="427"/>
                    <a:pt x="377" y="427"/>
                  </a:cubicBezTo>
                  <a:close/>
                </a:path>
              </a:pathLst>
            </a:custGeom>
            <a:solidFill>
              <a:srgbClr val="403C3A"/>
            </a:solidFill>
            <a:ln>
              <a:noFill/>
            </a:ln>
          </p:spPr>
          <p:txBody>
            <a:bodyPr vert="horz" wrap="square" lIns="0" tIns="0" rIns="0" bIns="0" numCol="1" anchor="t" anchorCtr="0" compatLnSpc="1">
              <a:prstTxWarp prst="textNoShape">
                <a:avLst/>
              </a:prstTxWarp>
            </a:bodyPr>
            <a:lstStyle/>
            <a:p>
              <a:pPr defTabSz="1028700">
                <a:defRPr/>
              </a:pPr>
              <a:endParaRPr lang="en-US" sz="1800" kern="0">
                <a:solidFill>
                  <a:srgbClr val="141414"/>
                </a:solidFill>
                <a:latin typeface="Wells Fargo Sans" panose="020B0503020203020204" pitchFamily="34" charset="0"/>
                <a:cs typeface="Arial" charset="0"/>
              </a:endParaRPr>
            </a:p>
          </p:txBody>
        </p:sp>
        <p:grpSp>
          <p:nvGrpSpPr>
            <p:cNvPr id="47" name="Group 46">
              <a:extLst>
                <a:ext uri="{FF2B5EF4-FFF2-40B4-BE49-F238E27FC236}">
                  <a16:creationId xmlns:a16="http://schemas.microsoft.com/office/drawing/2014/main" id="{41F2A0DB-F46D-CABB-7974-E7D0A6CD1FE3}"/>
                </a:ext>
              </a:extLst>
            </p:cNvPr>
            <p:cNvGrpSpPr/>
            <p:nvPr/>
          </p:nvGrpSpPr>
          <p:grpSpPr>
            <a:xfrm>
              <a:off x="4416405" y="3649067"/>
              <a:ext cx="275124" cy="303274"/>
              <a:chOff x="656279" y="2431702"/>
              <a:chExt cx="301414" cy="372538"/>
            </a:xfrm>
            <a:solidFill>
              <a:srgbClr val="BCBBBA"/>
            </a:solidFill>
          </p:grpSpPr>
          <p:sp>
            <p:nvSpPr>
              <p:cNvPr id="48" name="Flowchart: Magnetic Disk 47">
                <a:extLst>
                  <a:ext uri="{FF2B5EF4-FFF2-40B4-BE49-F238E27FC236}">
                    <a16:creationId xmlns:a16="http://schemas.microsoft.com/office/drawing/2014/main" id="{DC3AE619-3D59-11A0-09E4-FC5C49B63A47}"/>
                  </a:ext>
                </a:extLst>
              </p:cNvPr>
              <p:cNvSpPr/>
              <p:nvPr/>
            </p:nvSpPr>
            <p:spPr>
              <a:xfrm>
                <a:off x="656279" y="2431702"/>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sp>
            <p:nvSpPr>
              <p:cNvPr id="49" name="Flowchart: Magnetic Disk 48">
                <a:extLst>
                  <a:ext uri="{FF2B5EF4-FFF2-40B4-BE49-F238E27FC236}">
                    <a16:creationId xmlns:a16="http://schemas.microsoft.com/office/drawing/2014/main" id="{D409C555-3DAC-4B28-9231-E9EAE3B3DC33}"/>
                  </a:ext>
                </a:extLst>
              </p:cNvPr>
              <p:cNvSpPr/>
              <p:nvPr/>
            </p:nvSpPr>
            <p:spPr>
              <a:xfrm>
                <a:off x="744327" y="2519751"/>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grpSp>
        <p:cxnSp>
          <p:nvCxnSpPr>
            <p:cNvPr id="50" name="Straight Connector 49">
              <a:extLst>
                <a:ext uri="{FF2B5EF4-FFF2-40B4-BE49-F238E27FC236}">
                  <a16:creationId xmlns:a16="http://schemas.microsoft.com/office/drawing/2014/main" id="{729F092F-CE14-70AA-FFA9-65051CB89DD7}"/>
                </a:ext>
              </a:extLst>
            </p:cNvPr>
            <p:cNvCxnSpPr>
              <a:cxnSpLocks/>
            </p:cNvCxnSpPr>
            <p:nvPr/>
          </p:nvCxnSpPr>
          <p:spPr>
            <a:xfrm>
              <a:off x="4040777" y="3749284"/>
              <a:ext cx="325697" cy="0"/>
            </a:xfrm>
            <a:prstGeom prst="line">
              <a:avLst/>
            </a:prstGeom>
            <a:noFill/>
            <a:ln w="12700" cap="sq" cmpd="sng" algn="ctr">
              <a:solidFill>
                <a:srgbClr val="787070"/>
              </a:solidFill>
              <a:prstDash val="dash"/>
            </a:ln>
            <a:effectLst/>
          </p:spPr>
        </p:cxnSp>
        <p:grpSp>
          <p:nvGrpSpPr>
            <p:cNvPr id="51" name="Group 50">
              <a:extLst>
                <a:ext uri="{FF2B5EF4-FFF2-40B4-BE49-F238E27FC236}">
                  <a16:creationId xmlns:a16="http://schemas.microsoft.com/office/drawing/2014/main" id="{B3E80E7B-7046-69BB-F10D-CA8341EA3CC2}"/>
                </a:ext>
              </a:extLst>
            </p:cNvPr>
            <p:cNvGrpSpPr/>
            <p:nvPr/>
          </p:nvGrpSpPr>
          <p:grpSpPr>
            <a:xfrm>
              <a:off x="4123512" y="4687281"/>
              <a:ext cx="275124" cy="303274"/>
              <a:chOff x="656279" y="2431702"/>
              <a:chExt cx="301414" cy="372538"/>
            </a:xfrm>
            <a:solidFill>
              <a:srgbClr val="BCBBBA"/>
            </a:solidFill>
          </p:grpSpPr>
          <p:sp>
            <p:nvSpPr>
              <p:cNvPr id="52" name="Flowchart: Magnetic Disk 51">
                <a:extLst>
                  <a:ext uri="{FF2B5EF4-FFF2-40B4-BE49-F238E27FC236}">
                    <a16:creationId xmlns:a16="http://schemas.microsoft.com/office/drawing/2014/main" id="{188DADEE-5F4F-331D-EEF5-A8E226BFE3AC}"/>
                  </a:ext>
                </a:extLst>
              </p:cNvPr>
              <p:cNvSpPr/>
              <p:nvPr/>
            </p:nvSpPr>
            <p:spPr>
              <a:xfrm>
                <a:off x="656279" y="2431702"/>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sp>
            <p:nvSpPr>
              <p:cNvPr id="53" name="Flowchart: Magnetic Disk 52">
                <a:extLst>
                  <a:ext uri="{FF2B5EF4-FFF2-40B4-BE49-F238E27FC236}">
                    <a16:creationId xmlns:a16="http://schemas.microsoft.com/office/drawing/2014/main" id="{395C32A5-FC16-0837-30B1-3EBAB13E776F}"/>
                  </a:ext>
                </a:extLst>
              </p:cNvPr>
              <p:cNvSpPr/>
              <p:nvPr/>
            </p:nvSpPr>
            <p:spPr>
              <a:xfrm>
                <a:off x="744327" y="2519751"/>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grpSp>
        <p:cxnSp>
          <p:nvCxnSpPr>
            <p:cNvPr id="54" name="Straight Connector 53">
              <a:extLst>
                <a:ext uri="{FF2B5EF4-FFF2-40B4-BE49-F238E27FC236}">
                  <a16:creationId xmlns:a16="http://schemas.microsoft.com/office/drawing/2014/main" id="{FE441054-38B9-5E38-3A66-04A318C5B1DB}"/>
                </a:ext>
              </a:extLst>
            </p:cNvPr>
            <p:cNvCxnSpPr>
              <a:cxnSpLocks/>
            </p:cNvCxnSpPr>
            <p:nvPr/>
          </p:nvCxnSpPr>
          <p:spPr>
            <a:xfrm flipH="1">
              <a:off x="3627718" y="4783591"/>
              <a:ext cx="437517" cy="0"/>
            </a:xfrm>
            <a:prstGeom prst="line">
              <a:avLst/>
            </a:prstGeom>
            <a:noFill/>
            <a:ln w="12700" cap="sq" cmpd="sng" algn="ctr">
              <a:solidFill>
                <a:srgbClr val="787070"/>
              </a:solidFill>
              <a:prstDash val="dash"/>
            </a:ln>
            <a:effectLst/>
          </p:spPr>
        </p:cxnSp>
        <p:sp>
          <p:nvSpPr>
            <p:cNvPr id="60" name="TextBox 59">
              <a:extLst>
                <a:ext uri="{FF2B5EF4-FFF2-40B4-BE49-F238E27FC236}">
                  <a16:creationId xmlns:a16="http://schemas.microsoft.com/office/drawing/2014/main" id="{E104105D-572B-E6C2-2A54-0B9EE97157AE}"/>
                </a:ext>
              </a:extLst>
            </p:cNvPr>
            <p:cNvSpPr txBox="1"/>
            <p:nvPr/>
          </p:nvSpPr>
          <p:spPr>
            <a:xfrm>
              <a:off x="2570944" y="3999534"/>
              <a:ext cx="1373351" cy="246222"/>
            </a:xfrm>
            <a:prstGeom prst="rect">
              <a:avLst/>
            </a:prstGeom>
            <a:noFill/>
          </p:spPr>
          <p:txBody>
            <a:bodyPr wrap="square" lIns="0" tIns="0" rIns="0" bIns="0" rtlCol="0">
              <a:spAutoFit/>
            </a:bodyPr>
            <a:lstStyle/>
            <a:p>
              <a:pPr algn="ctr" defTabSz="1828800">
                <a:buSzPct val="100000"/>
                <a:defRPr/>
              </a:pPr>
              <a:r>
                <a:rPr lang="en-US" sz="1600">
                  <a:solidFill>
                    <a:srgbClr val="403C3A"/>
                  </a:solidFill>
                  <a:latin typeface="Wells Fargo Sans" panose="020B0503020203020204" pitchFamily="34" charset="0"/>
                </a:rPr>
                <a:t>GPL</a:t>
              </a:r>
              <a:br>
                <a:rPr lang="en-US" sz="1600">
                  <a:solidFill>
                    <a:srgbClr val="403C3A"/>
                  </a:solidFill>
                  <a:latin typeface="Wells Fargo Sans" panose="020B0503020203020204" pitchFamily="34" charset="0"/>
                </a:rPr>
              </a:br>
              <a:r>
                <a:rPr lang="en-US" sz="1600">
                  <a:solidFill>
                    <a:srgbClr val="403C3A"/>
                  </a:solidFill>
                  <a:latin typeface="Wells Fargo Sans" panose="020B0503020203020204" pitchFamily="34" charset="0"/>
                </a:rPr>
                <a:t>Implementation</a:t>
              </a:r>
            </a:p>
          </p:txBody>
        </p:sp>
        <p:cxnSp>
          <p:nvCxnSpPr>
            <p:cNvPr id="61" name="Straight Connector 60">
              <a:extLst>
                <a:ext uri="{FF2B5EF4-FFF2-40B4-BE49-F238E27FC236}">
                  <a16:creationId xmlns:a16="http://schemas.microsoft.com/office/drawing/2014/main" id="{3BC6268B-3771-7AFF-8956-4C71575364B4}"/>
                </a:ext>
              </a:extLst>
            </p:cNvPr>
            <p:cNvCxnSpPr>
              <a:cxnSpLocks/>
            </p:cNvCxnSpPr>
            <p:nvPr/>
          </p:nvCxnSpPr>
          <p:spPr>
            <a:xfrm>
              <a:off x="3382682" y="3743508"/>
              <a:ext cx="321065" cy="0"/>
            </a:xfrm>
            <a:prstGeom prst="line">
              <a:avLst/>
            </a:prstGeom>
            <a:noFill/>
            <a:ln w="12700" cap="sq" cmpd="sng" algn="ctr">
              <a:solidFill>
                <a:srgbClr val="787070"/>
              </a:solidFill>
              <a:prstDash val="dash"/>
            </a:ln>
            <a:effectLst/>
          </p:spPr>
        </p:cxnSp>
        <p:sp>
          <p:nvSpPr>
            <p:cNvPr id="63" name="TextBox 62">
              <a:extLst>
                <a:ext uri="{FF2B5EF4-FFF2-40B4-BE49-F238E27FC236}">
                  <a16:creationId xmlns:a16="http://schemas.microsoft.com/office/drawing/2014/main" id="{B69BFEAA-28A0-72BA-22BA-35659D75A22D}"/>
                </a:ext>
              </a:extLst>
            </p:cNvPr>
            <p:cNvSpPr txBox="1"/>
            <p:nvPr/>
          </p:nvSpPr>
          <p:spPr>
            <a:xfrm>
              <a:off x="2512189" y="3175225"/>
              <a:ext cx="1373351" cy="123111"/>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403C3A"/>
                  </a:solidFill>
                  <a:latin typeface="Wells Fargo Sans" panose="020B0503020203020204" pitchFamily="34" charset="0"/>
                </a:rPr>
                <a:t>Case creation &amp; routing</a:t>
              </a:r>
            </a:p>
          </p:txBody>
        </p:sp>
        <p:grpSp>
          <p:nvGrpSpPr>
            <p:cNvPr id="110" name="Group 109">
              <a:extLst>
                <a:ext uri="{FF2B5EF4-FFF2-40B4-BE49-F238E27FC236}">
                  <a16:creationId xmlns:a16="http://schemas.microsoft.com/office/drawing/2014/main" id="{1AB86F34-26A1-DE28-32B0-098DE9953E62}"/>
                </a:ext>
              </a:extLst>
            </p:cNvPr>
            <p:cNvGrpSpPr/>
            <p:nvPr/>
          </p:nvGrpSpPr>
          <p:grpSpPr>
            <a:xfrm>
              <a:off x="3113004" y="3676020"/>
              <a:ext cx="282392" cy="300009"/>
              <a:chOff x="6143625" y="3217148"/>
              <a:chExt cx="1788867" cy="1788867"/>
            </a:xfrm>
            <a:solidFill>
              <a:srgbClr val="969493"/>
            </a:solidFill>
          </p:grpSpPr>
          <p:sp>
            <p:nvSpPr>
              <p:cNvPr id="111" name="Freeform 79">
                <a:extLst>
                  <a:ext uri="{FF2B5EF4-FFF2-40B4-BE49-F238E27FC236}">
                    <a16:creationId xmlns:a16="http://schemas.microsoft.com/office/drawing/2014/main" id="{23C27290-DB74-0BA2-622A-9D37A693E948}"/>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12" name="Oval 111">
                <a:extLst>
                  <a:ext uri="{FF2B5EF4-FFF2-40B4-BE49-F238E27FC236}">
                    <a16:creationId xmlns:a16="http://schemas.microsoft.com/office/drawing/2014/main" id="{5E2ED94F-A0BB-9E67-F1B6-BDD6C55CEB9E}"/>
                  </a:ext>
                </a:extLst>
              </p:cNvPr>
              <p:cNvSpPr/>
              <p:nvPr/>
            </p:nvSpPr>
            <p:spPr>
              <a:xfrm>
                <a:off x="6612956" y="3246771"/>
                <a:ext cx="850203" cy="850203"/>
              </a:xfrm>
              <a:prstGeom prst="ellipse">
                <a:avLst/>
              </a:pr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13" name="Freeform 67">
                <a:extLst>
                  <a:ext uri="{FF2B5EF4-FFF2-40B4-BE49-F238E27FC236}">
                    <a16:creationId xmlns:a16="http://schemas.microsoft.com/office/drawing/2014/main" id="{3B6AE311-78A1-4C73-C696-783B01531381}"/>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grp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nvGrpSpPr>
            <p:cNvPr id="114" name="Group 113">
              <a:extLst>
                <a:ext uri="{FF2B5EF4-FFF2-40B4-BE49-F238E27FC236}">
                  <a16:creationId xmlns:a16="http://schemas.microsoft.com/office/drawing/2014/main" id="{0C15758F-C39F-EDC7-F183-8268CE9023BF}"/>
                </a:ext>
              </a:extLst>
            </p:cNvPr>
            <p:cNvGrpSpPr/>
            <p:nvPr/>
          </p:nvGrpSpPr>
          <p:grpSpPr>
            <a:xfrm>
              <a:off x="2365946" y="3945746"/>
              <a:ext cx="282392" cy="300009"/>
              <a:chOff x="6143625" y="3217148"/>
              <a:chExt cx="1788867" cy="1788867"/>
            </a:xfrm>
            <a:solidFill>
              <a:srgbClr val="969493"/>
            </a:solidFill>
          </p:grpSpPr>
          <p:sp>
            <p:nvSpPr>
              <p:cNvPr id="115" name="Freeform 79">
                <a:extLst>
                  <a:ext uri="{FF2B5EF4-FFF2-40B4-BE49-F238E27FC236}">
                    <a16:creationId xmlns:a16="http://schemas.microsoft.com/office/drawing/2014/main" id="{9B5C90D4-3A91-AE2F-A445-28958B7BAEB3}"/>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16" name="Oval 115">
                <a:extLst>
                  <a:ext uri="{FF2B5EF4-FFF2-40B4-BE49-F238E27FC236}">
                    <a16:creationId xmlns:a16="http://schemas.microsoft.com/office/drawing/2014/main" id="{819ED4DA-0180-E4E1-7105-CBE658198505}"/>
                  </a:ext>
                </a:extLst>
              </p:cNvPr>
              <p:cNvSpPr/>
              <p:nvPr/>
            </p:nvSpPr>
            <p:spPr>
              <a:xfrm>
                <a:off x="6612956" y="3246771"/>
                <a:ext cx="850203" cy="850203"/>
              </a:xfrm>
              <a:prstGeom prst="ellipse">
                <a:avLst/>
              </a:pr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17" name="Freeform 67">
                <a:extLst>
                  <a:ext uri="{FF2B5EF4-FFF2-40B4-BE49-F238E27FC236}">
                    <a16:creationId xmlns:a16="http://schemas.microsoft.com/office/drawing/2014/main" id="{C18F6DC2-124F-F1EE-571B-24F9BF055EAE}"/>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grp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nvGrpSpPr>
            <p:cNvPr id="118" name="Group 117">
              <a:extLst>
                <a:ext uri="{FF2B5EF4-FFF2-40B4-BE49-F238E27FC236}">
                  <a16:creationId xmlns:a16="http://schemas.microsoft.com/office/drawing/2014/main" id="{8C999F45-59E3-C713-C315-DEF387C65A73}"/>
                </a:ext>
              </a:extLst>
            </p:cNvPr>
            <p:cNvGrpSpPr/>
            <p:nvPr/>
          </p:nvGrpSpPr>
          <p:grpSpPr>
            <a:xfrm>
              <a:off x="2365946" y="4621087"/>
              <a:ext cx="282392" cy="300009"/>
              <a:chOff x="6143625" y="3217148"/>
              <a:chExt cx="1788867" cy="1788867"/>
            </a:xfrm>
            <a:solidFill>
              <a:srgbClr val="969493"/>
            </a:solidFill>
          </p:grpSpPr>
          <p:sp>
            <p:nvSpPr>
              <p:cNvPr id="119" name="Freeform 79">
                <a:extLst>
                  <a:ext uri="{FF2B5EF4-FFF2-40B4-BE49-F238E27FC236}">
                    <a16:creationId xmlns:a16="http://schemas.microsoft.com/office/drawing/2014/main" id="{4415B993-418D-A6CF-C180-DCC7CE81EE10}"/>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20" name="Oval 119">
                <a:extLst>
                  <a:ext uri="{FF2B5EF4-FFF2-40B4-BE49-F238E27FC236}">
                    <a16:creationId xmlns:a16="http://schemas.microsoft.com/office/drawing/2014/main" id="{B61D32ED-CEA4-3E74-BFA6-A2162E9DF3B0}"/>
                  </a:ext>
                </a:extLst>
              </p:cNvPr>
              <p:cNvSpPr/>
              <p:nvPr/>
            </p:nvSpPr>
            <p:spPr>
              <a:xfrm>
                <a:off x="6612956" y="3246771"/>
                <a:ext cx="850203" cy="850203"/>
              </a:xfrm>
              <a:prstGeom prst="ellipse">
                <a:avLst/>
              </a:pr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21" name="Freeform 67">
                <a:extLst>
                  <a:ext uri="{FF2B5EF4-FFF2-40B4-BE49-F238E27FC236}">
                    <a16:creationId xmlns:a16="http://schemas.microsoft.com/office/drawing/2014/main" id="{EDC099AC-8FF8-8282-7C83-87E44E51489A}"/>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grp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nvGrpSpPr>
            <p:cNvPr id="126" name="Group 125">
              <a:extLst>
                <a:ext uri="{FF2B5EF4-FFF2-40B4-BE49-F238E27FC236}">
                  <a16:creationId xmlns:a16="http://schemas.microsoft.com/office/drawing/2014/main" id="{A09A0101-8C36-4E98-A745-44CE2C470CD5}"/>
                </a:ext>
              </a:extLst>
            </p:cNvPr>
            <p:cNvGrpSpPr/>
            <p:nvPr/>
          </p:nvGrpSpPr>
          <p:grpSpPr>
            <a:xfrm>
              <a:off x="1844836" y="2354815"/>
              <a:ext cx="282392" cy="300009"/>
              <a:chOff x="6143625" y="3217148"/>
              <a:chExt cx="1788867" cy="1788867"/>
            </a:xfrm>
          </p:grpSpPr>
          <p:sp>
            <p:nvSpPr>
              <p:cNvPr id="127" name="Freeform 79">
                <a:extLst>
                  <a:ext uri="{FF2B5EF4-FFF2-40B4-BE49-F238E27FC236}">
                    <a16:creationId xmlns:a16="http://schemas.microsoft.com/office/drawing/2014/main" id="{594476FE-0A95-0182-10D1-44D1C37F35ED}"/>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solidFill>
                <a:srgbClr val="FFFFFF"/>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28" name="Oval 127">
                <a:extLst>
                  <a:ext uri="{FF2B5EF4-FFF2-40B4-BE49-F238E27FC236}">
                    <a16:creationId xmlns:a16="http://schemas.microsoft.com/office/drawing/2014/main" id="{6CCBA3FD-6EEA-198E-96A6-ADEB2039A259}"/>
                  </a:ext>
                </a:extLst>
              </p:cNvPr>
              <p:cNvSpPr/>
              <p:nvPr/>
            </p:nvSpPr>
            <p:spPr>
              <a:xfrm>
                <a:off x="6612956" y="3246771"/>
                <a:ext cx="850203" cy="850203"/>
              </a:xfrm>
              <a:prstGeom prst="ellipse">
                <a:avLst/>
              </a:prstGeom>
              <a:solidFill>
                <a:srgbClr val="FFFFFF"/>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129" name="Freeform 67">
                <a:extLst>
                  <a:ext uri="{FF2B5EF4-FFF2-40B4-BE49-F238E27FC236}">
                    <a16:creationId xmlns:a16="http://schemas.microsoft.com/office/drawing/2014/main" id="{9AAA0B3B-E213-6F67-21EC-FED3DF9AF4E0}"/>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solidFill>
                <a:srgbClr val="141414"/>
              </a:solid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grpSp>
        <p:nvGrpSpPr>
          <p:cNvPr id="298" name="Group 297">
            <a:extLst>
              <a:ext uri="{FF2B5EF4-FFF2-40B4-BE49-F238E27FC236}">
                <a16:creationId xmlns:a16="http://schemas.microsoft.com/office/drawing/2014/main" id="{FCFECD7B-163B-C790-23FB-717DAECB4A93}"/>
              </a:ext>
            </a:extLst>
          </p:cNvPr>
          <p:cNvGrpSpPr/>
          <p:nvPr/>
        </p:nvGrpSpPr>
        <p:grpSpPr>
          <a:xfrm>
            <a:off x="11513626" y="6150719"/>
            <a:ext cx="11063214" cy="6550182"/>
            <a:chOff x="6081423" y="2648274"/>
            <a:chExt cx="4779469" cy="2829775"/>
          </a:xfrm>
        </p:grpSpPr>
        <p:cxnSp>
          <p:nvCxnSpPr>
            <p:cNvPr id="149" name="Straight Connector 148">
              <a:extLst>
                <a:ext uri="{FF2B5EF4-FFF2-40B4-BE49-F238E27FC236}">
                  <a16:creationId xmlns:a16="http://schemas.microsoft.com/office/drawing/2014/main" id="{C21EAB9B-3346-40A5-DD62-4E5E5667B0DD}"/>
                </a:ext>
              </a:extLst>
            </p:cNvPr>
            <p:cNvCxnSpPr>
              <a:cxnSpLocks/>
            </p:cNvCxnSpPr>
            <p:nvPr/>
          </p:nvCxnSpPr>
          <p:spPr>
            <a:xfrm flipH="1">
              <a:off x="6769565" y="3352800"/>
              <a:ext cx="508764" cy="0"/>
            </a:xfrm>
            <a:prstGeom prst="line">
              <a:avLst/>
            </a:prstGeom>
            <a:noFill/>
            <a:ln w="12700" cap="sq" cmpd="sng" algn="ctr">
              <a:solidFill>
                <a:srgbClr val="787070"/>
              </a:solidFill>
              <a:prstDash val="dash"/>
            </a:ln>
            <a:effectLst/>
          </p:spPr>
        </p:cxnSp>
        <p:sp>
          <p:nvSpPr>
            <p:cNvPr id="170" name="TextBox 169">
              <a:extLst>
                <a:ext uri="{FF2B5EF4-FFF2-40B4-BE49-F238E27FC236}">
                  <a16:creationId xmlns:a16="http://schemas.microsoft.com/office/drawing/2014/main" id="{10EEE51C-2C5E-F021-543E-3812E77873CA}"/>
                </a:ext>
              </a:extLst>
            </p:cNvPr>
            <p:cNvSpPr txBox="1"/>
            <p:nvPr/>
          </p:nvSpPr>
          <p:spPr>
            <a:xfrm>
              <a:off x="6081423" y="4749599"/>
              <a:ext cx="1098866" cy="106371"/>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141414"/>
                  </a:solidFill>
                  <a:latin typeface="Wells Fargo Sans" panose="020B0503020203020204" pitchFamily="34" charset="0"/>
                </a:rPr>
                <a:t>Relationship Manager</a:t>
              </a:r>
            </a:p>
          </p:txBody>
        </p:sp>
        <p:sp>
          <p:nvSpPr>
            <p:cNvPr id="171" name="TextBox 170">
              <a:extLst>
                <a:ext uri="{FF2B5EF4-FFF2-40B4-BE49-F238E27FC236}">
                  <a16:creationId xmlns:a16="http://schemas.microsoft.com/office/drawing/2014/main" id="{89972463-B9E2-817D-2F7D-E40AE9210CC7}"/>
                </a:ext>
              </a:extLst>
            </p:cNvPr>
            <p:cNvSpPr txBox="1"/>
            <p:nvPr/>
          </p:nvSpPr>
          <p:spPr>
            <a:xfrm>
              <a:off x="7150679" y="4742096"/>
              <a:ext cx="1098866" cy="106371"/>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141414"/>
                  </a:solidFill>
                  <a:latin typeface="Wells Fargo Sans" panose="020B0503020203020204" pitchFamily="34" charset="0"/>
                </a:rPr>
                <a:t>Relationship Associate</a:t>
              </a:r>
            </a:p>
          </p:txBody>
        </p:sp>
        <p:sp>
          <p:nvSpPr>
            <p:cNvPr id="172" name="TextBox 171">
              <a:extLst>
                <a:ext uri="{FF2B5EF4-FFF2-40B4-BE49-F238E27FC236}">
                  <a16:creationId xmlns:a16="http://schemas.microsoft.com/office/drawing/2014/main" id="{F74B4502-E9F8-0649-CC20-FD183A496E81}"/>
                </a:ext>
              </a:extLst>
            </p:cNvPr>
            <p:cNvSpPr txBox="1"/>
            <p:nvPr/>
          </p:nvSpPr>
          <p:spPr>
            <a:xfrm>
              <a:off x="8708701" y="3562764"/>
              <a:ext cx="1098866" cy="106371"/>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141414"/>
                  </a:solidFill>
                  <a:latin typeface="Wells Fargo Sans" panose="020B0503020203020204" pitchFamily="34" charset="0"/>
                </a:rPr>
                <a:t>GPL Customer Service</a:t>
              </a:r>
            </a:p>
          </p:txBody>
        </p:sp>
        <p:sp>
          <p:nvSpPr>
            <p:cNvPr id="173" name="TextBox 172">
              <a:extLst>
                <a:ext uri="{FF2B5EF4-FFF2-40B4-BE49-F238E27FC236}">
                  <a16:creationId xmlns:a16="http://schemas.microsoft.com/office/drawing/2014/main" id="{79F9F0F2-EEC7-46C9-B2D3-AB60E71FECAC}"/>
                </a:ext>
              </a:extLst>
            </p:cNvPr>
            <p:cNvSpPr txBox="1"/>
            <p:nvPr/>
          </p:nvSpPr>
          <p:spPr>
            <a:xfrm>
              <a:off x="8701819" y="5036221"/>
              <a:ext cx="1098866" cy="178504"/>
            </a:xfrm>
            <a:prstGeom prst="rect">
              <a:avLst/>
            </a:prstGeom>
            <a:noFill/>
          </p:spPr>
          <p:txBody>
            <a:bodyPr wrap="square" lIns="0" tIns="0" rIns="0" bIns="0" rtlCol="0">
              <a:spAutoFit/>
            </a:bodyPr>
            <a:lstStyle/>
            <a:p>
              <a:pPr algn="ctr" defTabSz="1828800">
                <a:lnSpc>
                  <a:spcPts val="1600"/>
                </a:lnSpc>
                <a:spcBef>
                  <a:spcPts val="2400"/>
                </a:spcBef>
                <a:buSzPct val="100000"/>
                <a:defRPr/>
              </a:pPr>
              <a:r>
                <a:rPr lang="en-US" sz="1600">
                  <a:solidFill>
                    <a:srgbClr val="141414"/>
                  </a:solidFill>
                  <a:latin typeface="Wells Fargo Sans" panose="020B0503020203020204" pitchFamily="34" charset="0"/>
                </a:rPr>
                <a:t>Commercial Lending Operations</a:t>
              </a:r>
            </a:p>
          </p:txBody>
        </p:sp>
        <p:sp>
          <p:nvSpPr>
            <p:cNvPr id="175" name="TextBox 174">
              <a:extLst>
                <a:ext uri="{FF2B5EF4-FFF2-40B4-BE49-F238E27FC236}">
                  <a16:creationId xmlns:a16="http://schemas.microsoft.com/office/drawing/2014/main" id="{39CAB79C-966C-AC17-7BCB-0D264C9DA8AE}"/>
                </a:ext>
              </a:extLst>
            </p:cNvPr>
            <p:cNvSpPr txBox="1"/>
            <p:nvPr/>
          </p:nvSpPr>
          <p:spPr>
            <a:xfrm>
              <a:off x="6257205" y="3675247"/>
              <a:ext cx="824482" cy="452077"/>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403C3A"/>
                  </a:solidFill>
                  <a:latin typeface="Wells Fargo Sans" panose="020B0503020203020204" pitchFamily="34" charset="0"/>
                </a:rPr>
                <a:t>Clients enters request on Vantage</a:t>
              </a:r>
            </a:p>
            <a:p>
              <a:pPr algn="ctr" defTabSz="1828800">
                <a:spcBef>
                  <a:spcPts val="2400"/>
                </a:spcBef>
                <a:buSzPct val="100000"/>
                <a:defRPr/>
              </a:pPr>
              <a:endParaRPr lang="en-US" sz="1600">
                <a:solidFill>
                  <a:srgbClr val="141414"/>
                </a:solidFill>
                <a:latin typeface="Wells Fargo Sans" panose="020B0503020203020204" pitchFamily="34" charset="0"/>
              </a:endParaRPr>
            </a:p>
          </p:txBody>
        </p:sp>
        <p:cxnSp>
          <p:nvCxnSpPr>
            <p:cNvPr id="177" name="Straight Connector 176">
              <a:extLst>
                <a:ext uri="{FF2B5EF4-FFF2-40B4-BE49-F238E27FC236}">
                  <a16:creationId xmlns:a16="http://schemas.microsoft.com/office/drawing/2014/main" id="{CF4C0DC8-4125-2251-4F57-176E2E9C2240}"/>
                </a:ext>
              </a:extLst>
            </p:cNvPr>
            <p:cNvCxnSpPr>
              <a:cxnSpLocks/>
            </p:cNvCxnSpPr>
            <p:nvPr/>
          </p:nvCxnSpPr>
          <p:spPr>
            <a:xfrm flipH="1">
              <a:off x="8482542" y="2874580"/>
              <a:ext cx="782302" cy="414797"/>
            </a:xfrm>
            <a:prstGeom prst="line">
              <a:avLst/>
            </a:prstGeom>
            <a:noFill/>
            <a:ln w="12700" cap="sq" cmpd="sng" algn="ctr">
              <a:solidFill>
                <a:srgbClr val="787070"/>
              </a:solidFill>
              <a:prstDash val="dash"/>
            </a:ln>
            <a:effectLst/>
          </p:spPr>
        </p:cxnSp>
        <p:cxnSp>
          <p:nvCxnSpPr>
            <p:cNvPr id="178" name="Straight Connector 177">
              <a:extLst>
                <a:ext uri="{FF2B5EF4-FFF2-40B4-BE49-F238E27FC236}">
                  <a16:creationId xmlns:a16="http://schemas.microsoft.com/office/drawing/2014/main" id="{82611581-0C75-4712-6628-DFBE97B2E423}"/>
                </a:ext>
              </a:extLst>
            </p:cNvPr>
            <p:cNvCxnSpPr>
              <a:cxnSpLocks/>
            </p:cNvCxnSpPr>
            <p:nvPr/>
          </p:nvCxnSpPr>
          <p:spPr>
            <a:xfrm flipH="1">
              <a:off x="8401050" y="3386138"/>
              <a:ext cx="666750" cy="0"/>
            </a:xfrm>
            <a:prstGeom prst="line">
              <a:avLst/>
            </a:prstGeom>
            <a:noFill/>
            <a:ln w="12700" cap="sq" cmpd="sng" algn="ctr">
              <a:solidFill>
                <a:srgbClr val="787070"/>
              </a:solidFill>
              <a:prstDash val="dash"/>
            </a:ln>
            <a:effectLst/>
          </p:spPr>
        </p:cxnSp>
        <p:cxnSp>
          <p:nvCxnSpPr>
            <p:cNvPr id="179" name="Straight Connector 178">
              <a:extLst>
                <a:ext uri="{FF2B5EF4-FFF2-40B4-BE49-F238E27FC236}">
                  <a16:creationId xmlns:a16="http://schemas.microsoft.com/office/drawing/2014/main" id="{076A082E-F80A-6535-317F-557E8C292F7A}"/>
                </a:ext>
              </a:extLst>
            </p:cNvPr>
            <p:cNvCxnSpPr>
              <a:cxnSpLocks/>
            </p:cNvCxnSpPr>
            <p:nvPr/>
          </p:nvCxnSpPr>
          <p:spPr>
            <a:xfrm flipH="1" flipV="1">
              <a:off x="8474266" y="3456682"/>
              <a:ext cx="607822" cy="620018"/>
            </a:xfrm>
            <a:prstGeom prst="line">
              <a:avLst/>
            </a:prstGeom>
            <a:noFill/>
            <a:ln w="12700" cap="sq" cmpd="sng" algn="ctr">
              <a:solidFill>
                <a:srgbClr val="787070"/>
              </a:solidFill>
              <a:prstDash val="dash"/>
            </a:ln>
            <a:effectLst/>
          </p:spPr>
        </p:cxnSp>
        <p:sp>
          <p:nvSpPr>
            <p:cNvPr id="180" name="Content Placeholder 6">
              <a:extLst>
                <a:ext uri="{FF2B5EF4-FFF2-40B4-BE49-F238E27FC236}">
                  <a16:creationId xmlns:a16="http://schemas.microsoft.com/office/drawing/2014/main" id="{19EFE3D1-84F8-CD8D-4E81-0FF79E804A38}"/>
                </a:ext>
              </a:extLst>
            </p:cNvPr>
            <p:cNvSpPr txBox="1">
              <a:spLocks/>
            </p:cNvSpPr>
            <p:nvPr/>
          </p:nvSpPr>
          <p:spPr>
            <a:xfrm>
              <a:off x="7648146" y="2670969"/>
              <a:ext cx="745539" cy="283971"/>
            </a:xfrm>
            <a:prstGeom prst="rect">
              <a:avLst/>
            </a:prstGeom>
          </p:spPr>
          <p:txBody>
            <a:bodyPr vert="horz" lIns="0" tIns="0" rIns="0" bIns="0" rtlCol="0" anchor="ctr">
              <a:noAutofit/>
            </a:bodyPr>
            <a:lstStyle>
              <a:lvl1pPr marL="342900" indent="-342900" algn="l" defTabSz="914400" rtl="0" eaLnBrk="1" latinLnBrk="0" hangingPunct="1">
                <a:spcBef>
                  <a:spcPts val="0"/>
                </a:spcBef>
                <a:spcAft>
                  <a:spcPts val="1200"/>
                </a:spcAft>
                <a:buFont typeface="Wingdings" pitchFamily="2" charset="2"/>
                <a:buChar char="§"/>
                <a:defRPr sz="2400" kern="1200">
                  <a:solidFill>
                    <a:schemeClr val="tx1"/>
                  </a:solidFill>
                  <a:latin typeface="Verdana" pitchFamily="34" charset="0"/>
                  <a:ea typeface="+mn-ea"/>
                  <a:cs typeface="+mn-cs"/>
                </a:defRPr>
              </a:lvl1pPr>
              <a:lvl2pPr marL="687388" indent="-342900" algn="l" defTabSz="914400" rtl="0" eaLnBrk="1" latinLnBrk="0" hangingPunct="1">
                <a:spcBef>
                  <a:spcPts val="0"/>
                </a:spcBef>
                <a:spcAft>
                  <a:spcPts val="1200"/>
                </a:spcAft>
                <a:buFont typeface="Verdana" pitchFamily="34" charset="0"/>
                <a:buChar char="–"/>
                <a:defRPr sz="2000" kern="1200">
                  <a:solidFill>
                    <a:schemeClr val="tx1"/>
                  </a:solidFill>
                  <a:latin typeface="Verdana" pitchFamily="34" charset="0"/>
                  <a:ea typeface="+mn-ea"/>
                  <a:cs typeface="+mn-cs"/>
                </a:defRPr>
              </a:lvl2pPr>
              <a:lvl3pPr marL="914400" indent="-227013" algn="l" defTabSz="914400" rtl="0" eaLnBrk="1" latinLnBrk="0" hangingPunct="1">
                <a:spcBef>
                  <a:spcPts val="0"/>
                </a:spcBef>
                <a:spcAft>
                  <a:spcPts val="1200"/>
                </a:spcAft>
                <a:buFont typeface="Arial" pitchFamily="34" charset="0"/>
                <a:buChar char="•"/>
                <a:defRPr sz="1800" kern="1200">
                  <a:solidFill>
                    <a:schemeClr val="tx1"/>
                  </a:solidFill>
                  <a:latin typeface="Verdana" pitchFamily="34" charset="0"/>
                  <a:ea typeface="+mn-ea"/>
                  <a:cs typeface="+mn-cs"/>
                </a:defRPr>
              </a:lvl3pPr>
              <a:lvl4pPr marL="1141413" indent="-227013" algn="l" defTabSz="914400" rtl="0" eaLnBrk="1" latinLnBrk="0" hangingPunct="1">
                <a:spcBef>
                  <a:spcPts val="0"/>
                </a:spcBef>
                <a:spcAft>
                  <a:spcPts val="1200"/>
                </a:spcAft>
                <a:buFont typeface="Wingdings" pitchFamily="2" charset="2"/>
                <a:buChar char="§"/>
                <a:defRPr sz="1600" kern="1200">
                  <a:solidFill>
                    <a:schemeClr val="tx1"/>
                  </a:solidFill>
                  <a:latin typeface="Verdana" pitchFamily="34" charset="0"/>
                  <a:ea typeface="+mn-ea"/>
                  <a:cs typeface="+mn-cs"/>
                </a:defRPr>
              </a:lvl4pPr>
              <a:lvl5pPr marL="1376363" indent="-234950" algn="l" defTabSz="914400" rtl="0" eaLnBrk="1" latinLnBrk="0" hangingPunct="1">
                <a:spcBef>
                  <a:spcPts val="0"/>
                </a:spcBef>
                <a:spcAft>
                  <a:spcPts val="1200"/>
                </a:spcAft>
                <a:buFont typeface="Wingdings" pitchFamily="2" charset="2"/>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1828800">
                <a:spcAft>
                  <a:spcPts val="0"/>
                </a:spcAft>
                <a:buNone/>
                <a:defRPr/>
              </a:pPr>
              <a:r>
                <a:rPr lang="en-US" sz="1500">
                  <a:solidFill>
                    <a:srgbClr val="4D47B3"/>
                  </a:solidFill>
                  <a:latin typeface="Wells Fargo Sans"/>
                </a:rPr>
                <a:t>IBM </a:t>
              </a:r>
              <a:r>
                <a:rPr lang="en-US" sz="1500" err="1">
                  <a:solidFill>
                    <a:srgbClr val="4D47B3"/>
                  </a:solidFill>
                  <a:latin typeface="Wells Fargo Sans"/>
                </a:rPr>
                <a:t>WxO</a:t>
              </a:r>
              <a:endParaRPr lang="en-US" sz="1500" err="1">
                <a:solidFill>
                  <a:srgbClr val="4D47B3"/>
                </a:solidFill>
                <a:latin typeface="Wells Fargo Sans" panose="020B0503020203020204" pitchFamily="34" charset="0"/>
              </a:endParaRPr>
            </a:p>
          </p:txBody>
        </p:sp>
        <p:cxnSp>
          <p:nvCxnSpPr>
            <p:cNvPr id="181" name="Straight Connector 180">
              <a:extLst>
                <a:ext uri="{FF2B5EF4-FFF2-40B4-BE49-F238E27FC236}">
                  <a16:creationId xmlns:a16="http://schemas.microsoft.com/office/drawing/2014/main" id="{90F42326-E1BE-4E32-380D-F83042E7A4E9}"/>
                </a:ext>
              </a:extLst>
            </p:cNvPr>
            <p:cNvCxnSpPr>
              <a:cxnSpLocks/>
            </p:cNvCxnSpPr>
            <p:nvPr/>
          </p:nvCxnSpPr>
          <p:spPr>
            <a:xfrm flipH="1">
              <a:off x="9282113" y="2890379"/>
              <a:ext cx="400050" cy="0"/>
            </a:xfrm>
            <a:prstGeom prst="line">
              <a:avLst/>
            </a:prstGeom>
            <a:noFill/>
            <a:ln w="12700" cap="sq" cmpd="sng" algn="ctr">
              <a:solidFill>
                <a:srgbClr val="787070"/>
              </a:solidFill>
              <a:prstDash val="dash"/>
            </a:ln>
            <a:effectLst/>
          </p:spPr>
        </p:cxnSp>
        <p:sp>
          <p:nvSpPr>
            <p:cNvPr id="186" name="TextBox 185">
              <a:extLst>
                <a:ext uri="{FF2B5EF4-FFF2-40B4-BE49-F238E27FC236}">
                  <a16:creationId xmlns:a16="http://schemas.microsoft.com/office/drawing/2014/main" id="{0FDF73FC-B2A1-3F10-C86E-589304FE8116}"/>
                </a:ext>
              </a:extLst>
            </p:cNvPr>
            <p:cNvSpPr txBox="1"/>
            <p:nvPr/>
          </p:nvSpPr>
          <p:spPr>
            <a:xfrm>
              <a:off x="8681549" y="4275299"/>
              <a:ext cx="1098866" cy="212743"/>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141414"/>
                  </a:solidFill>
                  <a:latin typeface="Wells Fargo Sans" panose="020B0503020203020204" pitchFamily="34" charset="0"/>
                </a:rPr>
                <a:t>GPL</a:t>
              </a:r>
              <a:br>
                <a:rPr lang="en-US" sz="1600">
                  <a:solidFill>
                    <a:srgbClr val="141414"/>
                  </a:solidFill>
                  <a:latin typeface="Wells Fargo Sans" panose="020B0503020203020204" pitchFamily="34" charset="0"/>
                </a:rPr>
              </a:br>
              <a:r>
                <a:rPr lang="en-US" sz="1600">
                  <a:solidFill>
                    <a:srgbClr val="141414"/>
                  </a:solidFill>
                  <a:latin typeface="Wells Fargo Sans" panose="020B0503020203020204" pitchFamily="34" charset="0"/>
                </a:rPr>
                <a:t>Implementation</a:t>
              </a:r>
            </a:p>
          </p:txBody>
        </p:sp>
        <p:cxnSp>
          <p:nvCxnSpPr>
            <p:cNvPr id="187" name="Straight Connector 186">
              <a:extLst>
                <a:ext uri="{FF2B5EF4-FFF2-40B4-BE49-F238E27FC236}">
                  <a16:creationId xmlns:a16="http://schemas.microsoft.com/office/drawing/2014/main" id="{D21559EB-D8C1-CBCD-04A7-BDFDDC91CBCC}"/>
                </a:ext>
              </a:extLst>
            </p:cNvPr>
            <p:cNvCxnSpPr>
              <a:cxnSpLocks/>
            </p:cNvCxnSpPr>
            <p:nvPr/>
          </p:nvCxnSpPr>
          <p:spPr>
            <a:xfrm flipV="1">
              <a:off x="7645824" y="3451592"/>
              <a:ext cx="345032" cy="886044"/>
            </a:xfrm>
            <a:prstGeom prst="line">
              <a:avLst/>
            </a:prstGeom>
            <a:noFill/>
            <a:ln w="12700" cap="sq" cmpd="sng" algn="ctr">
              <a:solidFill>
                <a:srgbClr val="787070"/>
              </a:solidFill>
              <a:prstDash val="dash"/>
            </a:ln>
            <a:effectLst/>
          </p:spPr>
        </p:cxnSp>
        <p:sp>
          <p:nvSpPr>
            <p:cNvPr id="188" name="TextBox 187">
              <a:extLst>
                <a:ext uri="{FF2B5EF4-FFF2-40B4-BE49-F238E27FC236}">
                  <a16:creationId xmlns:a16="http://schemas.microsoft.com/office/drawing/2014/main" id="{5A87494D-1EB0-A912-E8FD-7AE1FA8F8637}"/>
                </a:ext>
              </a:extLst>
            </p:cNvPr>
            <p:cNvSpPr txBox="1"/>
            <p:nvPr/>
          </p:nvSpPr>
          <p:spPr>
            <a:xfrm>
              <a:off x="9364613" y="3006070"/>
              <a:ext cx="1098866" cy="106371"/>
            </a:xfrm>
            <a:prstGeom prst="rect">
              <a:avLst/>
            </a:prstGeom>
            <a:noFill/>
          </p:spPr>
          <p:txBody>
            <a:bodyPr wrap="square" lIns="0" tIns="0" rIns="0" bIns="0" rtlCol="0">
              <a:spAutoFit/>
            </a:bodyPr>
            <a:lstStyle/>
            <a:p>
              <a:pPr algn="ctr" defTabSz="1828800">
                <a:spcBef>
                  <a:spcPts val="2400"/>
                </a:spcBef>
                <a:buSzPct val="100000"/>
                <a:defRPr/>
              </a:pPr>
              <a:r>
                <a:rPr lang="en-US" sz="1600">
                  <a:solidFill>
                    <a:srgbClr val="141414"/>
                  </a:solidFill>
                  <a:latin typeface="Wells Fargo Sans" panose="020B0503020203020204" pitchFamily="34" charset="0"/>
                </a:rPr>
                <a:t>Middle Office</a:t>
              </a:r>
            </a:p>
          </p:txBody>
        </p:sp>
        <p:cxnSp>
          <p:nvCxnSpPr>
            <p:cNvPr id="196" name="Straight Connector 195">
              <a:extLst>
                <a:ext uri="{FF2B5EF4-FFF2-40B4-BE49-F238E27FC236}">
                  <a16:creationId xmlns:a16="http://schemas.microsoft.com/office/drawing/2014/main" id="{AA803925-B38A-EA48-0CBC-EDA8BE8FBF36}"/>
                </a:ext>
              </a:extLst>
            </p:cNvPr>
            <p:cNvCxnSpPr>
              <a:cxnSpLocks/>
            </p:cNvCxnSpPr>
            <p:nvPr/>
          </p:nvCxnSpPr>
          <p:spPr>
            <a:xfrm flipH="1">
              <a:off x="10020300" y="2890379"/>
              <a:ext cx="466725" cy="0"/>
            </a:xfrm>
            <a:prstGeom prst="line">
              <a:avLst/>
            </a:prstGeom>
            <a:noFill/>
            <a:ln w="12700" cap="sq" cmpd="sng" algn="ctr">
              <a:solidFill>
                <a:srgbClr val="787070"/>
              </a:solidFill>
              <a:prstDash val="dash"/>
            </a:ln>
            <a:effectLst/>
          </p:spPr>
        </p:cxnSp>
        <p:cxnSp>
          <p:nvCxnSpPr>
            <p:cNvPr id="206" name="Straight Connector 205">
              <a:extLst>
                <a:ext uri="{FF2B5EF4-FFF2-40B4-BE49-F238E27FC236}">
                  <a16:creationId xmlns:a16="http://schemas.microsoft.com/office/drawing/2014/main" id="{017360F3-971C-4C95-62BC-1D608A35D32F}"/>
                </a:ext>
              </a:extLst>
            </p:cNvPr>
            <p:cNvCxnSpPr>
              <a:cxnSpLocks/>
            </p:cNvCxnSpPr>
            <p:nvPr/>
          </p:nvCxnSpPr>
          <p:spPr>
            <a:xfrm flipH="1">
              <a:off x="10127677" y="3815121"/>
              <a:ext cx="335802" cy="257699"/>
            </a:xfrm>
            <a:prstGeom prst="line">
              <a:avLst/>
            </a:prstGeom>
            <a:noFill/>
            <a:ln w="12700" cap="sq" cmpd="sng" algn="ctr">
              <a:solidFill>
                <a:srgbClr val="787070"/>
              </a:solidFill>
              <a:prstDash val="dash"/>
            </a:ln>
            <a:effectLst/>
          </p:spPr>
        </p:cxnSp>
        <p:cxnSp>
          <p:nvCxnSpPr>
            <p:cNvPr id="208" name="Straight Connector 207">
              <a:extLst>
                <a:ext uri="{FF2B5EF4-FFF2-40B4-BE49-F238E27FC236}">
                  <a16:creationId xmlns:a16="http://schemas.microsoft.com/office/drawing/2014/main" id="{493BF477-A895-A6CD-100F-B6274E36E40C}"/>
                </a:ext>
              </a:extLst>
            </p:cNvPr>
            <p:cNvCxnSpPr>
              <a:cxnSpLocks/>
            </p:cNvCxnSpPr>
            <p:nvPr/>
          </p:nvCxnSpPr>
          <p:spPr>
            <a:xfrm flipH="1" flipV="1">
              <a:off x="10127677" y="3425120"/>
              <a:ext cx="335802" cy="306736"/>
            </a:xfrm>
            <a:prstGeom prst="line">
              <a:avLst/>
            </a:prstGeom>
            <a:noFill/>
            <a:ln w="12700" cap="sq" cmpd="sng" algn="ctr">
              <a:solidFill>
                <a:srgbClr val="787070"/>
              </a:solidFill>
              <a:prstDash val="dash"/>
            </a:ln>
            <a:effectLst/>
          </p:spPr>
        </p:cxnSp>
        <p:sp>
          <p:nvSpPr>
            <p:cNvPr id="209" name="Content Placeholder 6">
              <a:extLst>
                <a:ext uri="{FF2B5EF4-FFF2-40B4-BE49-F238E27FC236}">
                  <a16:creationId xmlns:a16="http://schemas.microsoft.com/office/drawing/2014/main" id="{E855A456-BA4C-D5B7-3FF7-D768534A5F16}"/>
                </a:ext>
              </a:extLst>
            </p:cNvPr>
            <p:cNvSpPr txBox="1">
              <a:spLocks/>
            </p:cNvSpPr>
            <p:nvPr/>
          </p:nvSpPr>
          <p:spPr>
            <a:xfrm>
              <a:off x="7116493" y="3480495"/>
              <a:ext cx="745539" cy="283971"/>
            </a:xfrm>
            <a:prstGeom prst="rect">
              <a:avLst/>
            </a:prstGeom>
          </p:spPr>
          <p:txBody>
            <a:bodyPr vert="horz" lIns="0" tIns="0" rIns="0" bIns="0" rtlCol="0" anchor="ctr">
              <a:noAutofit/>
            </a:bodyPr>
            <a:lstStyle>
              <a:lvl1pPr marL="342900" indent="-342900" algn="l" defTabSz="914400" rtl="0" eaLnBrk="1" latinLnBrk="0" hangingPunct="1">
                <a:spcBef>
                  <a:spcPts val="0"/>
                </a:spcBef>
                <a:spcAft>
                  <a:spcPts val="1200"/>
                </a:spcAft>
                <a:buFont typeface="Wingdings" pitchFamily="2" charset="2"/>
                <a:buChar char="§"/>
                <a:defRPr sz="2400" kern="1200">
                  <a:solidFill>
                    <a:schemeClr val="tx1"/>
                  </a:solidFill>
                  <a:latin typeface="Verdana" pitchFamily="34" charset="0"/>
                  <a:ea typeface="+mn-ea"/>
                  <a:cs typeface="+mn-cs"/>
                </a:defRPr>
              </a:lvl1pPr>
              <a:lvl2pPr marL="687388" indent="-342900" algn="l" defTabSz="914400" rtl="0" eaLnBrk="1" latinLnBrk="0" hangingPunct="1">
                <a:spcBef>
                  <a:spcPts val="0"/>
                </a:spcBef>
                <a:spcAft>
                  <a:spcPts val="1200"/>
                </a:spcAft>
                <a:buFont typeface="Verdana" pitchFamily="34" charset="0"/>
                <a:buChar char="–"/>
                <a:defRPr sz="2000" kern="1200">
                  <a:solidFill>
                    <a:schemeClr val="tx1"/>
                  </a:solidFill>
                  <a:latin typeface="Verdana" pitchFamily="34" charset="0"/>
                  <a:ea typeface="+mn-ea"/>
                  <a:cs typeface="+mn-cs"/>
                </a:defRPr>
              </a:lvl2pPr>
              <a:lvl3pPr marL="914400" indent="-227013" algn="l" defTabSz="914400" rtl="0" eaLnBrk="1" latinLnBrk="0" hangingPunct="1">
                <a:spcBef>
                  <a:spcPts val="0"/>
                </a:spcBef>
                <a:spcAft>
                  <a:spcPts val="1200"/>
                </a:spcAft>
                <a:buFont typeface="Arial" pitchFamily="34" charset="0"/>
                <a:buChar char="•"/>
                <a:defRPr sz="1800" kern="1200">
                  <a:solidFill>
                    <a:schemeClr val="tx1"/>
                  </a:solidFill>
                  <a:latin typeface="Verdana" pitchFamily="34" charset="0"/>
                  <a:ea typeface="+mn-ea"/>
                  <a:cs typeface="+mn-cs"/>
                </a:defRPr>
              </a:lvl3pPr>
              <a:lvl4pPr marL="1141413" indent="-227013" algn="l" defTabSz="914400" rtl="0" eaLnBrk="1" latinLnBrk="0" hangingPunct="1">
                <a:spcBef>
                  <a:spcPts val="0"/>
                </a:spcBef>
                <a:spcAft>
                  <a:spcPts val="1200"/>
                </a:spcAft>
                <a:buFont typeface="Wingdings" pitchFamily="2" charset="2"/>
                <a:buChar char="§"/>
                <a:defRPr sz="1600" kern="1200">
                  <a:solidFill>
                    <a:schemeClr val="tx1"/>
                  </a:solidFill>
                  <a:latin typeface="Verdana" pitchFamily="34" charset="0"/>
                  <a:ea typeface="+mn-ea"/>
                  <a:cs typeface="+mn-cs"/>
                </a:defRPr>
              </a:lvl4pPr>
              <a:lvl5pPr marL="1376363" indent="-234950" algn="l" defTabSz="914400" rtl="0" eaLnBrk="1" latinLnBrk="0" hangingPunct="1">
                <a:spcBef>
                  <a:spcPts val="0"/>
                </a:spcBef>
                <a:spcAft>
                  <a:spcPts val="1200"/>
                </a:spcAft>
                <a:buFont typeface="Wingdings" pitchFamily="2" charset="2"/>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1828800">
                <a:lnSpc>
                  <a:spcPts val="1600"/>
                </a:lnSpc>
                <a:spcAft>
                  <a:spcPts val="0"/>
                </a:spcAft>
                <a:buNone/>
                <a:defRPr/>
              </a:pPr>
              <a:r>
                <a:rPr lang="en-US" sz="1500">
                  <a:solidFill>
                    <a:srgbClr val="4D47B3"/>
                  </a:solidFill>
                  <a:latin typeface="Wells Fargo Sans" panose="020B0503020203020204" pitchFamily="34" charset="0"/>
                </a:rPr>
                <a:t>Vantage</a:t>
              </a:r>
              <a:br>
                <a:rPr lang="en-US" sz="1500">
                  <a:solidFill>
                    <a:srgbClr val="4D47B3"/>
                  </a:solidFill>
                  <a:latin typeface="Wells Fargo Sans" panose="020B0503020203020204" pitchFamily="34" charset="0"/>
                </a:rPr>
              </a:br>
              <a:r>
                <a:rPr lang="en-US" sz="1500">
                  <a:solidFill>
                    <a:srgbClr val="4D47B3"/>
                  </a:solidFill>
                  <a:latin typeface="Wells Fargo Sans" panose="020B0503020203020204" pitchFamily="34" charset="0"/>
                </a:rPr>
                <a:t>Vantage View</a:t>
              </a:r>
            </a:p>
          </p:txBody>
        </p:sp>
        <p:sp>
          <p:nvSpPr>
            <p:cNvPr id="210" name="Content Placeholder 6">
              <a:extLst>
                <a:ext uri="{FF2B5EF4-FFF2-40B4-BE49-F238E27FC236}">
                  <a16:creationId xmlns:a16="http://schemas.microsoft.com/office/drawing/2014/main" id="{F4CB46CA-56DB-8999-49FC-E16827F3EEBC}"/>
                </a:ext>
              </a:extLst>
            </p:cNvPr>
            <p:cNvSpPr txBox="1">
              <a:spLocks/>
            </p:cNvSpPr>
            <p:nvPr/>
          </p:nvSpPr>
          <p:spPr>
            <a:xfrm>
              <a:off x="7671717" y="3218591"/>
              <a:ext cx="745539" cy="283971"/>
            </a:xfrm>
            <a:prstGeom prst="rect">
              <a:avLst/>
            </a:prstGeom>
          </p:spPr>
          <p:txBody>
            <a:bodyPr vert="horz" lIns="0" tIns="0" rIns="0" bIns="0" rtlCol="0" anchor="ctr">
              <a:noAutofit/>
            </a:bodyPr>
            <a:lstStyle>
              <a:lvl1pPr marL="342900" indent="-342900" algn="l" defTabSz="914400" rtl="0" eaLnBrk="1" latinLnBrk="0" hangingPunct="1">
                <a:spcBef>
                  <a:spcPts val="0"/>
                </a:spcBef>
                <a:spcAft>
                  <a:spcPts val="1200"/>
                </a:spcAft>
                <a:buFont typeface="Wingdings" pitchFamily="2" charset="2"/>
                <a:buChar char="§"/>
                <a:defRPr sz="2400" kern="1200">
                  <a:solidFill>
                    <a:schemeClr val="tx1"/>
                  </a:solidFill>
                  <a:latin typeface="Verdana" pitchFamily="34" charset="0"/>
                  <a:ea typeface="+mn-ea"/>
                  <a:cs typeface="+mn-cs"/>
                </a:defRPr>
              </a:lvl1pPr>
              <a:lvl2pPr marL="687388" indent="-342900" algn="l" defTabSz="914400" rtl="0" eaLnBrk="1" latinLnBrk="0" hangingPunct="1">
                <a:spcBef>
                  <a:spcPts val="0"/>
                </a:spcBef>
                <a:spcAft>
                  <a:spcPts val="1200"/>
                </a:spcAft>
                <a:buFont typeface="Verdana" pitchFamily="34" charset="0"/>
                <a:buChar char="–"/>
                <a:defRPr sz="2000" kern="1200">
                  <a:solidFill>
                    <a:schemeClr val="tx1"/>
                  </a:solidFill>
                  <a:latin typeface="Verdana" pitchFamily="34" charset="0"/>
                  <a:ea typeface="+mn-ea"/>
                  <a:cs typeface="+mn-cs"/>
                </a:defRPr>
              </a:lvl2pPr>
              <a:lvl3pPr marL="914400" indent="-227013" algn="l" defTabSz="914400" rtl="0" eaLnBrk="1" latinLnBrk="0" hangingPunct="1">
                <a:spcBef>
                  <a:spcPts val="0"/>
                </a:spcBef>
                <a:spcAft>
                  <a:spcPts val="1200"/>
                </a:spcAft>
                <a:buFont typeface="Arial" pitchFamily="34" charset="0"/>
                <a:buChar char="•"/>
                <a:defRPr sz="1800" kern="1200">
                  <a:solidFill>
                    <a:schemeClr val="tx1"/>
                  </a:solidFill>
                  <a:latin typeface="Verdana" pitchFamily="34" charset="0"/>
                  <a:ea typeface="+mn-ea"/>
                  <a:cs typeface="+mn-cs"/>
                </a:defRPr>
              </a:lvl3pPr>
              <a:lvl4pPr marL="1141413" indent="-227013" algn="l" defTabSz="914400" rtl="0" eaLnBrk="1" latinLnBrk="0" hangingPunct="1">
                <a:spcBef>
                  <a:spcPts val="0"/>
                </a:spcBef>
                <a:spcAft>
                  <a:spcPts val="1200"/>
                </a:spcAft>
                <a:buFont typeface="Wingdings" pitchFamily="2" charset="2"/>
                <a:buChar char="§"/>
                <a:defRPr sz="1600" kern="1200">
                  <a:solidFill>
                    <a:schemeClr val="tx1"/>
                  </a:solidFill>
                  <a:latin typeface="Verdana" pitchFamily="34" charset="0"/>
                  <a:ea typeface="+mn-ea"/>
                  <a:cs typeface="+mn-cs"/>
                </a:defRPr>
              </a:lvl4pPr>
              <a:lvl5pPr marL="1376363" indent="-234950" algn="l" defTabSz="914400" rtl="0" eaLnBrk="1" latinLnBrk="0" hangingPunct="1">
                <a:spcBef>
                  <a:spcPts val="0"/>
                </a:spcBef>
                <a:spcAft>
                  <a:spcPts val="1200"/>
                </a:spcAft>
                <a:buFont typeface="Wingdings" pitchFamily="2" charset="2"/>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1828800">
                <a:lnSpc>
                  <a:spcPts val="1600"/>
                </a:lnSpc>
                <a:spcAft>
                  <a:spcPts val="0"/>
                </a:spcAft>
                <a:buNone/>
                <a:defRPr/>
              </a:pPr>
              <a:r>
                <a:rPr lang="en-US" sz="1500">
                  <a:solidFill>
                    <a:srgbClr val="4D47B3"/>
                  </a:solidFill>
                  <a:latin typeface="Wells Fargo Sans" panose="020B0503020203020204" pitchFamily="34" charset="0"/>
                </a:rPr>
                <a:t>AI ingest, </a:t>
              </a:r>
              <a:br>
                <a:rPr lang="en-US" sz="1500">
                  <a:solidFill>
                    <a:srgbClr val="4D47B3"/>
                  </a:solidFill>
                  <a:latin typeface="Wells Fargo Sans" panose="020B0503020203020204" pitchFamily="34" charset="0"/>
                </a:rPr>
              </a:br>
              <a:r>
                <a:rPr lang="en-US" sz="1500">
                  <a:solidFill>
                    <a:srgbClr val="4D47B3"/>
                  </a:solidFill>
                  <a:latin typeface="Wells Fargo Sans" panose="020B0503020203020204" pitchFamily="34" charset="0"/>
                </a:rPr>
                <a:t>case creation, routing</a:t>
              </a:r>
            </a:p>
          </p:txBody>
        </p:sp>
        <p:sp>
          <p:nvSpPr>
            <p:cNvPr id="211" name="Content Placeholder 6">
              <a:extLst>
                <a:ext uri="{FF2B5EF4-FFF2-40B4-BE49-F238E27FC236}">
                  <a16:creationId xmlns:a16="http://schemas.microsoft.com/office/drawing/2014/main" id="{E85DD1D9-E7AC-9382-2587-E9700865A2EF}"/>
                </a:ext>
              </a:extLst>
            </p:cNvPr>
            <p:cNvSpPr txBox="1">
              <a:spLocks/>
            </p:cNvSpPr>
            <p:nvPr/>
          </p:nvSpPr>
          <p:spPr>
            <a:xfrm>
              <a:off x="7278329" y="5305570"/>
              <a:ext cx="3574522" cy="172479"/>
            </a:xfrm>
            <a:prstGeom prst="rect">
              <a:avLst/>
            </a:prstGeom>
            <a:solidFill>
              <a:schemeClr val="bg1"/>
            </a:solidFill>
            <a:ln>
              <a:noFill/>
            </a:ln>
          </p:spPr>
          <p:txBody>
            <a:bodyPr vert="horz" lIns="0" tIns="0" rIns="0" bIns="0" rtlCol="0" anchor="ctr">
              <a:noAutofit/>
            </a:bodyPr>
            <a:lstStyle>
              <a:lvl1pPr marL="342900" indent="-342900" algn="l" defTabSz="914400" rtl="0" eaLnBrk="1" latinLnBrk="0" hangingPunct="1">
                <a:spcBef>
                  <a:spcPts val="0"/>
                </a:spcBef>
                <a:spcAft>
                  <a:spcPts val="1200"/>
                </a:spcAft>
                <a:buFont typeface="Wingdings" pitchFamily="2" charset="2"/>
                <a:buChar char="§"/>
                <a:defRPr sz="2400" kern="1200">
                  <a:solidFill>
                    <a:schemeClr val="tx1"/>
                  </a:solidFill>
                  <a:latin typeface="Verdana" pitchFamily="34" charset="0"/>
                  <a:ea typeface="+mn-ea"/>
                  <a:cs typeface="+mn-cs"/>
                </a:defRPr>
              </a:lvl1pPr>
              <a:lvl2pPr marL="687388" indent="-342900" algn="l" defTabSz="914400" rtl="0" eaLnBrk="1" latinLnBrk="0" hangingPunct="1">
                <a:spcBef>
                  <a:spcPts val="0"/>
                </a:spcBef>
                <a:spcAft>
                  <a:spcPts val="1200"/>
                </a:spcAft>
                <a:buFont typeface="Verdana" pitchFamily="34" charset="0"/>
                <a:buChar char="–"/>
                <a:defRPr sz="2000" kern="1200">
                  <a:solidFill>
                    <a:schemeClr val="tx1"/>
                  </a:solidFill>
                  <a:latin typeface="Verdana" pitchFamily="34" charset="0"/>
                  <a:ea typeface="+mn-ea"/>
                  <a:cs typeface="+mn-cs"/>
                </a:defRPr>
              </a:lvl2pPr>
              <a:lvl3pPr marL="914400" indent="-227013" algn="l" defTabSz="914400" rtl="0" eaLnBrk="1" latinLnBrk="0" hangingPunct="1">
                <a:spcBef>
                  <a:spcPts val="0"/>
                </a:spcBef>
                <a:spcAft>
                  <a:spcPts val="1200"/>
                </a:spcAft>
                <a:buFont typeface="Arial" pitchFamily="34" charset="0"/>
                <a:buChar char="•"/>
                <a:defRPr sz="1800" kern="1200">
                  <a:solidFill>
                    <a:schemeClr val="tx1"/>
                  </a:solidFill>
                  <a:latin typeface="Verdana" pitchFamily="34" charset="0"/>
                  <a:ea typeface="+mn-ea"/>
                  <a:cs typeface="+mn-cs"/>
                </a:defRPr>
              </a:lvl3pPr>
              <a:lvl4pPr marL="1141413" indent="-227013" algn="l" defTabSz="914400" rtl="0" eaLnBrk="1" latinLnBrk="0" hangingPunct="1">
                <a:spcBef>
                  <a:spcPts val="0"/>
                </a:spcBef>
                <a:spcAft>
                  <a:spcPts val="1200"/>
                </a:spcAft>
                <a:buFont typeface="Wingdings" pitchFamily="2" charset="2"/>
                <a:buChar char="§"/>
                <a:defRPr sz="1600" kern="1200">
                  <a:solidFill>
                    <a:schemeClr val="tx1"/>
                  </a:solidFill>
                  <a:latin typeface="Verdana" pitchFamily="34" charset="0"/>
                  <a:ea typeface="+mn-ea"/>
                  <a:cs typeface="+mn-cs"/>
                </a:defRPr>
              </a:lvl4pPr>
              <a:lvl5pPr marL="1376363" indent="-234950" algn="l" defTabSz="914400" rtl="0" eaLnBrk="1" latinLnBrk="0" hangingPunct="1">
                <a:spcBef>
                  <a:spcPts val="0"/>
                </a:spcBef>
                <a:spcAft>
                  <a:spcPts val="1200"/>
                </a:spcAft>
                <a:buFont typeface="Wingdings" pitchFamily="2" charset="2"/>
                <a:buChar char="§"/>
                <a:defRPr sz="16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1828800">
                <a:spcAft>
                  <a:spcPts val="0"/>
                </a:spcAft>
                <a:buNone/>
                <a:defRPr/>
              </a:pPr>
              <a:r>
                <a:rPr lang="en-US" sz="1800">
                  <a:solidFill>
                    <a:srgbClr val="4D47B3"/>
                  </a:solidFill>
                  <a:latin typeface="Wells Fargo Sans" panose="020B0503020203020204" pitchFamily="34" charset="0"/>
                </a:rPr>
                <a:t>AI tracking, monitoring, and notifications</a:t>
              </a:r>
            </a:p>
          </p:txBody>
        </p:sp>
        <p:cxnSp>
          <p:nvCxnSpPr>
            <p:cNvPr id="215" name="Straight Connector 214">
              <a:extLst>
                <a:ext uri="{FF2B5EF4-FFF2-40B4-BE49-F238E27FC236}">
                  <a16:creationId xmlns:a16="http://schemas.microsoft.com/office/drawing/2014/main" id="{3D01926D-2F7E-CB80-F929-617C000FF8D1}"/>
                </a:ext>
              </a:extLst>
            </p:cNvPr>
            <p:cNvCxnSpPr>
              <a:cxnSpLocks/>
            </p:cNvCxnSpPr>
            <p:nvPr/>
          </p:nvCxnSpPr>
          <p:spPr>
            <a:xfrm flipH="1">
              <a:off x="9329738" y="3383822"/>
              <a:ext cx="471487" cy="0"/>
            </a:xfrm>
            <a:prstGeom prst="line">
              <a:avLst/>
            </a:prstGeom>
            <a:noFill/>
            <a:ln w="12700" cap="sq" cmpd="sng" algn="ctr">
              <a:solidFill>
                <a:srgbClr val="787070"/>
              </a:solidFill>
              <a:prstDash val="dash"/>
            </a:ln>
            <a:effectLst/>
          </p:spPr>
        </p:cxnSp>
        <p:cxnSp>
          <p:nvCxnSpPr>
            <p:cNvPr id="216" name="Straight Connector 215">
              <a:extLst>
                <a:ext uri="{FF2B5EF4-FFF2-40B4-BE49-F238E27FC236}">
                  <a16:creationId xmlns:a16="http://schemas.microsoft.com/office/drawing/2014/main" id="{0DCA01DC-E19A-E4CD-20DA-FAE6BAB6B92A}"/>
                </a:ext>
              </a:extLst>
            </p:cNvPr>
            <p:cNvCxnSpPr>
              <a:cxnSpLocks/>
            </p:cNvCxnSpPr>
            <p:nvPr/>
          </p:nvCxnSpPr>
          <p:spPr>
            <a:xfrm flipH="1">
              <a:off x="9329738" y="4102494"/>
              <a:ext cx="442912" cy="0"/>
            </a:xfrm>
            <a:prstGeom prst="line">
              <a:avLst/>
            </a:prstGeom>
            <a:noFill/>
            <a:ln w="12700" cap="sq" cmpd="sng" algn="ctr">
              <a:solidFill>
                <a:srgbClr val="787070"/>
              </a:solidFill>
              <a:prstDash val="dash"/>
            </a:ln>
            <a:effectLst/>
          </p:spPr>
        </p:cxnSp>
        <p:cxnSp>
          <p:nvCxnSpPr>
            <p:cNvPr id="217" name="Straight Connector 216">
              <a:extLst>
                <a:ext uri="{FF2B5EF4-FFF2-40B4-BE49-F238E27FC236}">
                  <a16:creationId xmlns:a16="http://schemas.microsoft.com/office/drawing/2014/main" id="{15F25BDF-E69D-02CD-2BC0-5DE1E7CF6434}"/>
                </a:ext>
              </a:extLst>
            </p:cNvPr>
            <p:cNvCxnSpPr>
              <a:cxnSpLocks/>
            </p:cNvCxnSpPr>
            <p:nvPr/>
          </p:nvCxnSpPr>
          <p:spPr>
            <a:xfrm flipH="1">
              <a:off x="9310688" y="4796971"/>
              <a:ext cx="495946" cy="0"/>
            </a:xfrm>
            <a:prstGeom prst="line">
              <a:avLst/>
            </a:prstGeom>
            <a:noFill/>
            <a:ln w="12700" cap="sq" cmpd="sng" algn="ctr">
              <a:solidFill>
                <a:srgbClr val="787070"/>
              </a:solidFill>
              <a:prstDash val="dash"/>
            </a:ln>
            <a:effectLst/>
          </p:spPr>
        </p:cxnSp>
        <p:grpSp>
          <p:nvGrpSpPr>
            <p:cNvPr id="219" name="Group 218">
              <a:extLst>
                <a:ext uri="{FF2B5EF4-FFF2-40B4-BE49-F238E27FC236}">
                  <a16:creationId xmlns:a16="http://schemas.microsoft.com/office/drawing/2014/main" id="{82BBF910-AD48-D289-3D1D-CF477E0C3773}"/>
                </a:ext>
              </a:extLst>
            </p:cNvPr>
            <p:cNvGrpSpPr/>
            <p:nvPr/>
          </p:nvGrpSpPr>
          <p:grpSpPr>
            <a:xfrm>
              <a:off x="6428387" y="3169780"/>
              <a:ext cx="412376" cy="438102"/>
              <a:chOff x="6143625" y="3217148"/>
              <a:chExt cx="1788867" cy="1788867"/>
            </a:xfrm>
            <a:solidFill>
              <a:srgbClr val="4D47B3"/>
            </a:solidFill>
          </p:grpSpPr>
          <p:sp>
            <p:nvSpPr>
              <p:cNvPr id="220" name="Freeform 126">
                <a:extLst>
                  <a:ext uri="{FF2B5EF4-FFF2-40B4-BE49-F238E27FC236}">
                    <a16:creationId xmlns:a16="http://schemas.microsoft.com/office/drawing/2014/main" id="{8B3BB9AE-DBFE-B5C1-F27D-20521E51F413}"/>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221" name="Oval 220">
                <a:extLst>
                  <a:ext uri="{FF2B5EF4-FFF2-40B4-BE49-F238E27FC236}">
                    <a16:creationId xmlns:a16="http://schemas.microsoft.com/office/drawing/2014/main" id="{377BAD4C-260C-DEFD-A6DB-03DBDA13BB6D}"/>
                  </a:ext>
                </a:extLst>
              </p:cNvPr>
              <p:cNvSpPr/>
              <p:nvPr/>
            </p:nvSpPr>
            <p:spPr>
              <a:xfrm>
                <a:off x="6612956" y="3246771"/>
                <a:ext cx="850203" cy="850203"/>
              </a:xfrm>
              <a:prstGeom prst="ellipse">
                <a:avLst/>
              </a:pr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222" name="Freeform 67">
                <a:extLst>
                  <a:ext uri="{FF2B5EF4-FFF2-40B4-BE49-F238E27FC236}">
                    <a16:creationId xmlns:a16="http://schemas.microsoft.com/office/drawing/2014/main" id="{09A8ACDD-C9A0-67AB-7C0F-9BAFB1EA4AA2}"/>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grp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nvGrpSpPr>
            <p:cNvPr id="223" name="Group 222">
              <a:extLst>
                <a:ext uri="{FF2B5EF4-FFF2-40B4-BE49-F238E27FC236}">
                  <a16:creationId xmlns:a16="http://schemas.microsoft.com/office/drawing/2014/main" id="{B09554BA-0B78-4F0A-506E-9EFBA85C621D}"/>
                </a:ext>
              </a:extLst>
            </p:cNvPr>
            <p:cNvGrpSpPr/>
            <p:nvPr/>
          </p:nvGrpSpPr>
          <p:grpSpPr>
            <a:xfrm>
              <a:off x="6524504" y="4404483"/>
              <a:ext cx="282392" cy="300009"/>
              <a:chOff x="6143625" y="3217148"/>
              <a:chExt cx="1788867" cy="1788867"/>
            </a:xfrm>
          </p:grpSpPr>
          <p:sp>
            <p:nvSpPr>
              <p:cNvPr id="224" name="Freeform 79">
                <a:extLst>
                  <a:ext uri="{FF2B5EF4-FFF2-40B4-BE49-F238E27FC236}">
                    <a16:creationId xmlns:a16="http://schemas.microsoft.com/office/drawing/2014/main" id="{CC3BC7F2-C515-7B56-0EDF-53D6403C5AEF}"/>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solidFill>
                <a:srgbClr val="FFFFFF"/>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225" name="Oval 224">
                <a:extLst>
                  <a:ext uri="{FF2B5EF4-FFF2-40B4-BE49-F238E27FC236}">
                    <a16:creationId xmlns:a16="http://schemas.microsoft.com/office/drawing/2014/main" id="{7AB9C724-069C-53DC-9D8A-F4434B087075}"/>
                  </a:ext>
                </a:extLst>
              </p:cNvPr>
              <p:cNvSpPr/>
              <p:nvPr/>
            </p:nvSpPr>
            <p:spPr>
              <a:xfrm>
                <a:off x="6612956" y="3246771"/>
                <a:ext cx="850203" cy="850203"/>
              </a:xfrm>
              <a:prstGeom prst="ellipse">
                <a:avLst/>
              </a:prstGeom>
              <a:solidFill>
                <a:srgbClr val="FFFFFF"/>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226" name="Freeform 67">
                <a:extLst>
                  <a:ext uri="{FF2B5EF4-FFF2-40B4-BE49-F238E27FC236}">
                    <a16:creationId xmlns:a16="http://schemas.microsoft.com/office/drawing/2014/main" id="{B51CFA8C-CAA1-D054-DC11-1A7288F829F4}"/>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solidFill>
                <a:srgbClr val="141414"/>
              </a:solid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nvGrpSpPr>
            <p:cNvPr id="227" name="Group 226">
              <a:extLst>
                <a:ext uri="{FF2B5EF4-FFF2-40B4-BE49-F238E27FC236}">
                  <a16:creationId xmlns:a16="http://schemas.microsoft.com/office/drawing/2014/main" id="{6D392043-01FE-1151-D76F-8CC45A3BA305}"/>
                </a:ext>
              </a:extLst>
            </p:cNvPr>
            <p:cNvGrpSpPr/>
            <p:nvPr/>
          </p:nvGrpSpPr>
          <p:grpSpPr>
            <a:xfrm>
              <a:off x="7482447" y="4404483"/>
              <a:ext cx="282392" cy="300009"/>
              <a:chOff x="6143625" y="3217148"/>
              <a:chExt cx="1788867" cy="1788867"/>
            </a:xfrm>
          </p:grpSpPr>
          <p:sp>
            <p:nvSpPr>
              <p:cNvPr id="228" name="Freeform 79">
                <a:extLst>
                  <a:ext uri="{FF2B5EF4-FFF2-40B4-BE49-F238E27FC236}">
                    <a16:creationId xmlns:a16="http://schemas.microsoft.com/office/drawing/2014/main" id="{E9D559F9-D550-1590-F98B-307900E4269D}"/>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solidFill>
                <a:srgbClr val="FFFFFF"/>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229" name="Oval 228">
                <a:extLst>
                  <a:ext uri="{FF2B5EF4-FFF2-40B4-BE49-F238E27FC236}">
                    <a16:creationId xmlns:a16="http://schemas.microsoft.com/office/drawing/2014/main" id="{835628BE-BDD2-766D-63F1-FC198D5BC410}"/>
                  </a:ext>
                </a:extLst>
              </p:cNvPr>
              <p:cNvSpPr/>
              <p:nvPr/>
            </p:nvSpPr>
            <p:spPr>
              <a:xfrm>
                <a:off x="6612956" y="3246771"/>
                <a:ext cx="850203" cy="850203"/>
              </a:xfrm>
              <a:prstGeom prst="ellipse">
                <a:avLst/>
              </a:prstGeom>
              <a:solidFill>
                <a:srgbClr val="FFFFFF"/>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230" name="Freeform 67">
                <a:extLst>
                  <a:ext uri="{FF2B5EF4-FFF2-40B4-BE49-F238E27FC236}">
                    <a16:creationId xmlns:a16="http://schemas.microsoft.com/office/drawing/2014/main" id="{EE0E5DB9-324E-F3D2-C404-149F33CD1F17}"/>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solidFill>
                <a:srgbClr val="141414"/>
              </a:solid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nvGrpSpPr>
            <p:cNvPr id="236" name="Group 235">
              <a:extLst>
                <a:ext uri="{FF2B5EF4-FFF2-40B4-BE49-F238E27FC236}">
                  <a16:creationId xmlns:a16="http://schemas.microsoft.com/office/drawing/2014/main" id="{79D3DD07-D938-EBD2-BDD8-D13A9B566A02}"/>
                </a:ext>
              </a:extLst>
            </p:cNvPr>
            <p:cNvGrpSpPr/>
            <p:nvPr/>
          </p:nvGrpSpPr>
          <p:grpSpPr>
            <a:xfrm>
              <a:off x="9062164" y="3210059"/>
              <a:ext cx="282392" cy="300009"/>
              <a:chOff x="6143625" y="3217148"/>
              <a:chExt cx="1788867" cy="1788867"/>
            </a:xfrm>
            <a:solidFill>
              <a:srgbClr val="969493"/>
            </a:solidFill>
          </p:grpSpPr>
          <p:sp>
            <p:nvSpPr>
              <p:cNvPr id="237" name="Freeform 79">
                <a:extLst>
                  <a:ext uri="{FF2B5EF4-FFF2-40B4-BE49-F238E27FC236}">
                    <a16:creationId xmlns:a16="http://schemas.microsoft.com/office/drawing/2014/main" id="{7CD732D0-0860-FD75-FF27-E50B9265DF8D}"/>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238" name="Oval 237">
                <a:extLst>
                  <a:ext uri="{FF2B5EF4-FFF2-40B4-BE49-F238E27FC236}">
                    <a16:creationId xmlns:a16="http://schemas.microsoft.com/office/drawing/2014/main" id="{AC185536-0DB7-309C-514E-622B017FD340}"/>
                  </a:ext>
                </a:extLst>
              </p:cNvPr>
              <p:cNvSpPr/>
              <p:nvPr/>
            </p:nvSpPr>
            <p:spPr>
              <a:xfrm>
                <a:off x="6612956" y="3246771"/>
                <a:ext cx="850203" cy="850203"/>
              </a:xfrm>
              <a:prstGeom prst="ellipse">
                <a:avLst/>
              </a:pr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239" name="Freeform 67">
                <a:extLst>
                  <a:ext uri="{FF2B5EF4-FFF2-40B4-BE49-F238E27FC236}">
                    <a16:creationId xmlns:a16="http://schemas.microsoft.com/office/drawing/2014/main" id="{4491F27C-DBC6-8C7B-E956-F1BE37642D4F}"/>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grp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nvGrpSpPr>
            <p:cNvPr id="240" name="Group 239">
              <a:extLst>
                <a:ext uri="{FF2B5EF4-FFF2-40B4-BE49-F238E27FC236}">
                  <a16:creationId xmlns:a16="http://schemas.microsoft.com/office/drawing/2014/main" id="{9AF21418-5A76-15E5-9518-4D54BE033DFE}"/>
                </a:ext>
              </a:extLst>
            </p:cNvPr>
            <p:cNvGrpSpPr/>
            <p:nvPr/>
          </p:nvGrpSpPr>
          <p:grpSpPr>
            <a:xfrm>
              <a:off x="9062164" y="3940104"/>
              <a:ext cx="282392" cy="300009"/>
              <a:chOff x="6143625" y="3217148"/>
              <a:chExt cx="1788867" cy="1788867"/>
            </a:xfrm>
            <a:solidFill>
              <a:srgbClr val="969493"/>
            </a:solidFill>
          </p:grpSpPr>
          <p:sp>
            <p:nvSpPr>
              <p:cNvPr id="241" name="Freeform 79">
                <a:extLst>
                  <a:ext uri="{FF2B5EF4-FFF2-40B4-BE49-F238E27FC236}">
                    <a16:creationId xmlns:a16="http://schemas.microsoft.com/office/drawing/2014/main" id="{00491D8E-B67A-C42E-17C5-4B5EA254794E}"/>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242" name="Oval 241">
                <a:extLst>
                  <a:ext uri="{FF2B5EF4-FFF2-40B4-BE49-F238E27FC236}">
                    <a16:creationId xmlns:a16="http://schemas.microsoft.com/office/drawing/2014/main" id="{3F7CF0DE-4495-6D9A-6770-1D4FD2E2A099}"/>
                  </a:ext>
                </a:extLst>
              </p:cNvPr>
              <p:cNvSpPr/>
              <p:nvPr/>
            </p:nvSpPr>
            <p:spPr>
              <a:xfrm>
                <a:off x="6612956" y="3246771"/>
                <a:ext cx="850203" cy="850203"/>
              </a:xfrm>
              <a:prstGeom prst="ellipse">
                <a:avLst/>
              </a:pr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243" name="Freeform 67">
                <a:extLst>
                  <a:ext uri="{FF2B5EF4-FFF2-40B4-BE49-F238E27FC236}">
                    <a16:creationId xmlns:a16="http://schemas.microsoft.com/office/drawing/2014/main" id="{F7232F95-3453-2945-02D5-7436F82AA5E6}"/>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grp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nvGrpSpPr>
            <p:cNvPr id="244" name="Group 243">
              <a:extLst>
                <a:ext uri="{FF2B5EF4-FFF2-40B4-BE49-F238E27FC236}">
                  <a16:creationId xmlns:a16="http://schemas.microsoft.com/office/drawing/2014/main" id="{75592DD3-D8C0-37AD-D3C0-09E88B00CD0C}"/>
                </a:ext>
              </a:extLst>
            </p:cNvPr>
            <p:cNvGrpSpPr/>
            <p:nvPr/>
          </p:nvGrpSpPr>
          <p:grpSpPr>
            <a:xfrm>
              <a:off x="9062164" y="4670149"/>
              <a:ext cx="282392" cy="300009"/>
              <a:chOff x="6143625" y="3217148"/>
              <a:chExt cx="1788867" cy="1788867"/>
            </a:xfrm>
            <a:solidFill>
              <a:srgbClr val="969493"/>
            </a:solidFill>
          </p:grpSpPr>
          <p:sp>
            <p:nvSpPr>
              <p:cNvPr id="245" name="Freeform 79">
                <a:extLst>
                  <a:ext uri="{FF2B5EF4-FFF2-40B4-BE49-F238E27FC236}">
                    <a16:creationId xmlns:a16="http://schemas.microsoft.com/office/drawing/2014/main" id="{658E841E-F223-4345-F218-01FE8A7F288B}"/>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246" name="Oval 245">
                <a:extLst>
                  <a:ext uri="{FF2B5EF4-FFF2-40B4-BE49-F238E27FC236}">
                    <a16:creationId xmlns:a16="http://schemas.microsoft.com/office/drawing/2014/main" id="{6C0BBAD6-3935-8B1F-B983-D75E42C685AC}"/>
                  </a:ext>
                </a:extLst>
              </p:cNvPr>
              <p:cNvSpPr/>
              <p:nvPr/>
            </p:nvSpPr>
            <p:spPr>
              <a:xfrm>
                <a:off x="6612956" y="3246771"/>
                <a:ext cx="850203" cy="850203"/>
              </a:xfrm>
              <a:prstGeom prst="ellipse">
                <a:avLst/>
              </a:prstGeom>
              <a:grp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247" name="Freeform 67">
                <a:extLst>
                  <a:ext uri="{FF2B5EF4-FFF2-40B4-BE49-F238E27FC236}">
                    <a16:creationId xmlns:a16="http://schemas.microsoft.com/office/drawing/2014/main" id="{FFA18F19-DC38-D95D-DFD7-410C2BD8B19E}"/>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grp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grpSp>
          <p:nvGrpSpPr>
            <p:cNvPr id="249" name="Group 248">
              <a:extLst>
                <a:ext uri="{FF2B5EF4-FFF2-40B4-BE49-F238E27FC236}">
                  <a16:creationId xmlns:a16="http://schemas.microsoft.com/office/drawing/2014/main" id="{32A61C97-7AD0-7034-CBED-F0F639CD8BB7}"/>
                </a:ext>
              </a:extLst>
            </p:cNvPr>
            <p:cNvGrpSpPr/>
            <p:nvPr/>
          </p:nvGrpSpPr>
          <p:grpSpPr>
            <a:xfrm>
              <a:off x="10566718" y="2727503"/>
              <a:ext cx="275124" cy="303274"/>
              <a:chOff x="656279" y="2431702"/>
              <a:chExt cx="301414" cy="372538"/>
            </a:xfrm>
            <a:solidFill>
              <a:srgbClr val="BCBBBA"/>
            </a:solidFill>
          </p:grpSpPr>
          <p:sp>
            <p:nvSpPr>
              <p:cNvPr id="250" name="Flowchart: Magnetic Disk 249">
                <a:extLst>
                  <a:ext uri="{FF2B5EF4-FFF2-40B4-BE49-F238E27FC236}">
                    <a16:creationId xmlns:a16="http://schemas.microsoft.com/office/drawing/2014/main" id="{8B8F671E-209C-A98F-923D-CF296CF5A5BB}"/>
                  </a:ext>
                </a:extLst>
              </p:cNvPr>
              <p:cNvSpPr/>
              <p:nvPr/>
            </p:nvSpPr>
            <p:spPr>
              <a:xfrm>
                <a:off x="656279" y="2431702"/>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sp>
            <p:nvSpPr>
              <p:cNvPr id="251" name="Flowchart: Magnetic Disk 250">
                <a:extLst>
                  <a:ext uri="{FF2B5EF4-FFF2-40B4-BE49-F238E27FC236}">
                    <a16:creationId xmlns:a16="http://schemas.microsoft.com/office/drawing/2014/main" id="{01C31F18-A255-0DD2-78A1-EFDA152EA0AD}"/>
                  </a:ext>
                </a:extLst>
              </p:cNvPr>
              <p:cNvSpPr/>
              <p:nvPr/>
            </p:nvSpPr>
            <p:spPr>
              <a:xfrm>
                <a:off x="744327" y="2519751"/>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grpSp>
        <p:grpSp>
          <p:nvGrpSpPr>
            <p:cNvPr id="252" name="Group 251">
              <a:extLst>
                <a:ext uri="{FF2B5EF4-FFF2-40B4-BE49-F238E27FC236}">
                  <a16:creationId xmlns:a16="http://schemas.microsoft.com/office/drawing/2014/main" id="{3CE407F1-4B27-C9BE-B318-A8A93475EB00}"/>
                </a:ext>
              </a:extLst>
            </p:cNvPr>
            <p:cNvGrpSpPr/>
            <p:nvPr/>
          </p:nvGrpSpPr>
          <p:grpSpPr>
            <a:xfrm>
              <a:off x="10566718" y="3656651"/>
              <a:ext cx="275124" cy="303274"/>
              <a:chOff x="656279" y="2431702"/>
              <a:chExt cx="301414" cy="372538"/>
            </a:xfrm>
            <a:solidFill>
              <a:srgbClr val="BCBBBA"/>
            </a:solidFill>
          </p:grpSpPr>
          <p:sp>
            <p:nvSpPr>
              <p:cNvPr id="253" name="Flowchart: Magnetic Disk 252">
                <a:extLst>
                  <a:ext uri="{FF2B5EF4-FFF2-40B4-BE49-F238E27FC236}">
                    <a16:creationId xmlns:a16="http://schemas.microsoft.com/office/drawing/2014/main" id="{F64C576B-E378-C028-7128-C770F3F00872}"/>
                  </a:ext>
                </a:extLst>
              </p:cNvPr>
              <p:cNvSpPr/>
              <p:nvPr/>
            </p:nvSpPr>
            <p:spPr>
              <a:xfrm>
                <a:off x="656279" y="2431702"/>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sp>
            <p:nvSpPr>
              <p:cNvPr id="254" name="Flowchart: Magnetic Disk 253">
                <a:extLst>
                  <a:ext uri="{FF2B5EF4-FFF2-40B4-BE49-F238E27FC236}">
                    <a16:creationId xmlns:a16="http://schemas.microsoft.com/office/drawing/2014/main" id="{BD4B4F41-EC8A-BA24-3A57-5F1C3E2FB9D8}"/>
                  </a:ext>
                </a:extLst>
              </p:cNvPr>
              <p:cNvSpPr/>
              <p:nvPr/>
            </p:nvSpPr>
            <p:spPr>
              <a:xfrm>
                <a:off x="744327" y="2519751"/>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grpSp>
        <p:grpSp>
          <p:nvGrpSpPr>
            <p:cNvPr id="259" name="Group 258">
              <a:extLst>
                <a:ext uri="{FF2B5EF4-FFF2-40B4-BE49-F238E27FC236}">
                  <a16:creationId xmlns:a16="http://schemas.microsoft.com/office/drawing/2014/main" id="{AE6C1D65-C922-8C9E-A9EB-30ADB1F9E5B3}"/>
                </a:ext>
              </a:extLst>
            </p:cNvPr>
            <p:cNvGrpSpPr/>
            <p:nvPr/>
          </p:nvGrpSpPr>
          <p:grpSpPr>
            <a:xfrm>
              <a:off x="10585768" y="4689346"/>
              <a:ext cx="275124" cy="303274"/>
              <a:chOff x="656279" y="2431702"/>
              <a:chExt cx="301414" cy="372538"/>
            </a:xfrm>
            <a:solidFill>
              <a:srgbClr val="BCBBBA"/>
            </a:solidFill>
          </p:grpSpPr>
          <p:sp>
            <p:nvSpPr>
              <p:cNvPr id="260" name="Flowchart: Magnetic Disk 259">
                <a:extLst>
                  <a:ext uri="{FF2B5EF4-FFF2-40B4-BE49-F238E27FC236}">
                    <a16:creationId xmlns:a16="http://schemas.microsoft.com/office/drawing/2014/main" id="{158001E0-7370-ED05-0EF0-AD10F7E90C36}"/>
                  </a:ext>
                </a:extLst>
              </p:cNvPr>
              <p:cNvSpPr/>
              <p:nvPr/>
            </p:nvSpPr>
            <p:spPr>
              <a:xfrm>
                <a:off x="656279" y="2431702"/>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sp>
            <p:nvSpPr>
              <p:cNvPr id="261" name="Flowchart: Magnetic Disk 260">
                <a:extLst>
                  <a:ext uri="{FF2B5EF4-FFF2-40B4-BE49-F238E27FC236}">
                    <a16:creationId xmlns:a16="http://schemas.microsoft.com/office/drawing/2014/main" id="{6D1572B7-C3FC-031C-EAC5-5633ABE3BDC8}"/>
                  </a:ext>
                </a:extLst>
              </p:cNvPr>
              <p:cNvSpPr/>
              <p:nvPr/>
            </p:nvSpPr>
            <p:spPr>
              <a:xfrm>
                <a:off x="744327" y="2519751"/>
                <a:ext cx="213366" cy="284489"/>
              </a:xfrm>
              <a:prstGeom prst="flowChartMagneticDisk">
                <a:avLst/>
              </a:prstGeom>
              <a:grpFill/>
              <a:ln w="12700">
                <a:solidFill>
                  <a:srgbClr val="969493"/>
                </a:solidFill>
              </a:ln>
              <a:effectLst/>
            </p:spPr>
            <p:txBody>
              <a:bodyPr lIns="0" tIns="0" rIns="0" bIns="0" rtlCol="0" anchor="ctr"/>
              <a:lstStyle/>
              <a:p>
                <a:pPr algn="ctr" defTabSz="1828800">
                  <a:defRPr/>
                </a:pPr>
                <a:endParaRPr lang="en-US" sz="1800" kern="0">
                  <a:solidFill>
                    <a:srgbClr val="141414"/>
                  </a:solidFill>
                  <a:latin typeface="Wells Fargo Sans" panose="020B0503020203020204" pitchFamily="34" charset="0"/>
                </a:endParaRPr>
              </a:p>
            </p:txBody>
          </p:sp>
        </p:grpSp>
        <p:grpSp>
          <p:nvGrpSpPr>
            <p:cNvPr id="262" name="Group 261">
              <a:extLst>
                <a:ext uri="{FF2B5EF4-FFF2-40B4-BE49-F238E27FC236}">
                  <a16:creationId xmlns:a16="http://schemas.microsoft.com/office/drawing/2014/main" id="{EF21EAD5-D962-86D2-8B3F-AB2097D6FCF2}"/>
                </a:ext>
              </a:extLst>
            </p:cNvPr>
            <p:cNvGrpSpPr/>
            <p:nvPr/>
          </p:nvGrpSpPr>
          <p:grpSpPr>
            <a:xfrm>
              <a:off x="9722226" y="2648274"/>
              <a:ext cx="282392" cy="300009"/>
              <a:chOff x="6143625" y="3217148"/>
              <a:chExt cx="1788867" cy="1788867"/>
            </a:xfrm>
          </p:grpSpPr>
          <p:sp>
            <p:nvSpPr>
              <p:cNvPr id="263" name="Freeform 79">
                <a:extLst>
                  <a:ext uri="{FF2B5EF4-FFF2-40B4-BE49-F238E27FC236}">
                    <a16:creationId xmlns:a16="http://schemas.microsoft.com/office/drawing/2014/main" id="{9995786E-4F92-612D-CAB4-3A1DCD88D834}"/>
                  </a:ext>
                </a:extLst>
              </p:cNvPr>
              <p:cNvSpPr/>
              <p:nvPr/>
            </p:nvSpPr>
            <p:spPr>
              <a:xfrm>
                <a:off x="6160294" y="4293394"/>
                <a:ext cx="1743075" cy="692944"/>
              </a:xfrm>
              <a:custGeom>
                <a:avLst/>
                <a:gdLst>
                  <a:gd name="connsiteX0" fmla="*/ 59531 w 1743075"/>
                  <a:gd name="connsiteY0" fmla="*/ 692944 h 692944"/>
                  <a:gd name="connsiteX1" fmla="*/ 2381 w 1743075"/>
                  <a:gd name="connsiteY1" fmla="*/ 635794 h 692944"/>
                  <a:gd name="connsiteX2" fmla="*/ 0 w 1743075"/>
                  <a:gd name="connsiteY2" fmla="*/ 590550 h 692944"/>
                  <a:gd name="connsiteX3" fmla="*/ 42862 w 1743075"/>
                  <a:gd name="connsiteY3" fmla="*/ 528637 h 692944"/>
                  <a:gd name="connsiteX4" fmla="*/ 135731 w 1743075"/>
                  <a:gd name="connsiteY4" fmla="*/ 373856 h 692944"/>
                  <a:gd name="connsiteX5" fmla="*/ 321469 w 1743075"/>
                  <a:gd name="connsiteY5" fmla="*/ 195262 h 692944"/>
                  <a:gd name="connsiteX6" fmla="*/ 464344 w 1743075"/>
                  <a:gd name="connsiteY6" fmla="*/ 107156 h 692944"/>
                  <a:gd name="connsiteX7" fmla="*/ 592931 w 1743075"/>
                  <a:gd name="connsiteY7" fmla="*/ 40481 h 692944"/>
                  <a:gd name="connsiteX8" fmla="*/ 742950 w 1743075"/>
                  <a:gd name="connsiteY8" fmla="*/ 0 h 692944"/>
                  <a:gd name="connsiteX9" fmla="*/ 885825 w 1743075"/>
                  <a:gd name="connsiteY9" fmla="*/ 0 h 692944"/>
                  <a:gd name="connsiteX10" fmla="*/ 1026319 w 1743075"/>
                  <a:gd name="connsiteY10" fmla="*/ 11906 h 692944"/>
                  <a:gd name="connsiteX11" fmla="*/ 1164431 w 1743075"/>
                  <a:gd name="connsiteY11" fmla="*/ 45244 h 692944"/>
                  <a:gd name="connsiteX12" fmla="*/ 1281112 w 1743075"/>
                  <a:gd name="connsiteY12" fmla="*/ 95250 h 692944"/>
                  <a:gd name="connsiteX13" fmla="*/ 1402556 w 1743075"/>
                  <a:gd name="connsiteY13" fmla="*/ 173831 h 692944"/>
                  <a:gd name="connsiteX14" fmla="*/ 1490662 w 1743075"/>
                  <a:gd name="connsiteY14" fmla="*/ 238125 h 692944"/>
                  <a:gd name="connsiteX15" fmla="*/ 1554956 w 1743075"/>
                  <a:gd name="connsiteY15" fmla="*/ 300037 h 692944"/>
                  <a:gd name="connsiteX16" fmla="*/ 1624012 w 1743075"/>
                  <a:gd name="connsiteY16" fmla="*/ 381000 h 692944"/>
                  <a:gd name="connsiteX17" fmla="*/ 1666875 w 1743075"/>
                  <a:gd name="connsiteY17" fmla="*/ 466725 h 692944"/>
                  <a:gd name="connsiteX18" fmla="*/ 1716881 w 1743075"/>
                  <a:gd name="connsiteY18" fmla="*/ 547687 h 692944"/>
                  <a:gd name="connsiteX19" fmla="*/ 1743075 w 1743075"/>
                  <a:gd name="connsiteY19" fmla="*/ 602456 h 692944"/>
                  <a:gd name="connsiteX20" fmla="*/ 1728787 w 1743075"/>
                  <a:gd name="connsiteY20" fmla="*/ 659606 h 692944"/>
                  <a:gd name="connsiteX21" fmla="*/ 1688306 w 1743075"/>
                  <a:gd name="connsiteY21" fmla="*/ 683419 h 692944"/>
                  <a:gd name="connsiteX22" fmla="*/ 1607344 w 1743075"/>
                  <a:gd name="connsiteY22" fmla="*/ 692944 h 692944"/>
                  <a:gd name="connsiteX23" fmla="*/ 59531 w 1743075"/>
                  <a:gd name="connsiteY23" fmla="*/ 692944 h 69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43075" h="692944">
                    <a:moveTo>
                      <a:pt x="59531" y="692944"/>
                    </a:moveTo>
                    <a:lnTo>
                      <a:pt x="2381" y="635794"/>
                    </a:lnTo>
                    <a:lnTo>
                      <a:pt x="0" y="590550"/>
                    </a:lnTo>
                    <a:lnTo>
                      <a:pt x="42862" y="528637"/>
                    </a:lnTo>
                    <a:lnTo>
                      <a:pt x="135731" y="373856"/>
                    </a:lnTo>
                    <a:lnTo>
                      <a:pt x="321469" y="195262"/>
                    </a:lnTo>
                    <a:lnTo>
                      <a:pt x="464344" y="107156"/>
                    </a:lnTo>
                    <a:lnTo>
                      <a:pt x="592931" y="40481"/>
                    </a:lnTo>
                    <a:lnTo>
                      <a:pt x="742950" y="0"/>
                    </a:lnTo>
                    <a:lnTo>
                      <a:pt x="885825" y="0"/>
                    </a:lnTo>
                    <a:lnTo>
                      <a:pt x="1026319" y="11906"/>
                    </a:lnTo>
                    <a:lnTo>
                      <a:pt x="1164431" y="45244"/>
                    </a:lnTo>
                    <a:lnTo>
                      <a:pt x="1281112" y="95250"/>
                    </a:lnTo>
                    <a:lnTo>
                      <a:pt x="1402556" y="173831"/>
                    </a:lnTo>
                    <a:lnTo>
                      <a:pt x="1490662" y="238125"/>
                    </a:lnTo>
                    <a:lnTo>
                      <a:pt x="1554956" y="300037"/>
                    </a:lnTo>
                    <a:lnTo>
                      <a:pt x="1624012" y="381000"/>
                    </a:lnTo>
                    <a:lnTo>
                      <a:pt x="1666875" y="466725"/>
                    </a:lnTo>
                    <a:lnTo>
                      <a:pt x="1716881" y="547687"/>
                    </a:lnTo>
                    <a:lnTo>
                      <a:pt x="1743075" y="602456"/>
                    </a:lnTo>
                    <a:lnTo>
                      <a:pt x="1728787" y="659606"/>
                    </a:lnTo>
                    <a:lnTo>
                      <a:pt x="1688306" y="683419"/>
                    </a:lnTo>
                    <a:lnTo>
                      <a:pt x="1607344" y="692944"/>
                    </a:lnTo>
                    <a:lnTo>
                      <a:pt x="59531" y="692944"/>
                    </a:lnTo>
                    <a:close/>
                  </a:path>
                </a:pathLst>
              </a:custGeom>
              <a:solidFill>
                <a:srgbClr val="FFFFFF"/>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264" name="Oval 263">
                <a:extLst>
                  <a:ext uri="{FF2B5EF4-FFF2-40B4-BE49-F238E27FC236}">
                    <a16:creationId xmlns:a16="http://schemas.microsoft.com/office/drawing/2014/main" id="{8DBDDD3B-9E78-F3BF-E996-383839292128}"/>
                  </a:ext>
                </a:extLst>
              </p:cNvPr>
              <p:cNvSpPr/>
              <p:nvPr/>
            </p:nvSpPr>
            <p:spPr>
              <a:xfrm>
                <a:off x="6612956" y="3246771"/>
                <a:ext cx="850203" cy="850203"/>
              </a:xfrm>
              <a:prstGeom prst="ellipse">
                <a:avLst/>
              </a:prstGeom>
              <a:solidFill>
                <a:srgbClr val="FFFFFF"/>
              </a:solidFill>
              <a:ln>
                <a:noFill/>
              </a:ln>
              <a:effectLst/>
            </p:spPr>
            <p:txBody>
              <a:bodyPr rtlCol="0" anchor="ctr"/>
              <a:lstStyle/>
              <a:p>
                <a:pPr algn="ctr" defTabSz="1828800">
                  <a:defRPr/>
                </a:pPr>
                <a:endParaRPr lang="en-US" kern="0">
                  <a:solidFill>
                    <a:srgbClr val="141414"/>
                  </a:solidFill>
                  <a:latin typeface="Wells Fargo Sans" panose="020B0503020203020204" pitchFamily="34" charset="0"/>
                </a:endParaRPr>
              </a:p>
            </p:txBody>
          </p:sp>
          <p:sp>
            <p:nvSpPr>
              <p:cNvPr id="265" name="Freeform 67">
                <a:extLst>
                  <a:ext uri="{FF2B5EF4-FFF2-40B4-BE49-F238E27FC236}">
                    <a16:creationId xmlns:a16="http://schemas.microsoft.com/office/drawing/2014/main" id="{4C321EC0-4513-CE80-A3C4-30046AC6FB9F}"/>
                  </a:ext>
                </a:extLst>
              </p:cNvPr>
              <p:cNvSpPr>
                <a:spLocks noChangeAspect="1" noEditPoints="1"/>
              </p:cNvSpPr>
              <p:nvPr/>
            </p:nvSpPr>
            <p:spPr bwMode="auto">
              <a:xfrm>
                <a:off x="6143625" y="3217148"/>
                <a:ext cx="1788867" cy="1788867"/>
              </a:xfrm>
              <a:custGeom>
                <a:avLst/>
                <a:gdLst>
                  <a:gd name="T0" fmla="*/ 261 w 522"/>
                  <a:gd name="T1" fmla="*/ 269 h 522"/>
                  <a:gd name="T2" fmla="*/ 126 w 522"/>
                  <a:gd name="T3" fmla="*/ 134 h 522"/>
                  <a:gd name="T4" fmla="*/ 261 w 522"/>
                  <a:gd name="T5" fmla="*/ 0 h 522"/>
                  <a:gd name="T6" fmla="*/ 396 w 522"/>
                  <a:gd name="T7" fmla="*/ 134 h 522"/>
                  <a:gd name="T8" fmla="*/ 261 w 522"/>
                  <a:gd name="T9" fmla="*/ 269 h 522"/>
                  <a:gd name="T10" fmla="*/ 261 w 522"/>
                  <a:gd name="T11" fmla="*/ 18 h 522"/>
                  <a:gd name="T12" fmla="*/ 144 w 522"/>
                  <a:gd name="T13" fmla="*/ 134 h 522"/>
                  <a:gd name="T14" fmla="*/ 261 w 522"/>
                  <a:gd name="T15" fmla="*/ 251 h 522"/>
                  <a:gd name="T16" fmla="*/ 378 w 522"/>
                  <a:gd name="T17" fmla="*/ 134 h 522"/>
                  <a:gd name="T18" fmla="*/ 261 w 522"/>
                  <a:gd name="T19" fmla="*/ 18 h 522"/>
                  <a:gd name="T20" fmla="*/ 495 w 522"/>
                  <a:gd name="T21" fmla="*/ 522 h 522"/>
                  <a:gd name="T22" fmla="*/ 27 w 522"/>
                  <a:gd name="T23" fmla="*/ 522 h 522"/>
                  <a:gd name="T24" fmla="*/ 0 w 522"/>
                  <a:gd name="T25" fmla="*/ 494 h 522"/>
                  <a:gd name="T26" fmla="*/ 2 w 522"/>
                  <a:gd name="T27" fmla="*/ 483 h 522"/>
                  <a:gd name="T28" fmla="*/ 261 w 522"/>
                  <a:gd name="T29" fmla="*/ 305 h 522"/>
                  <a:gd name="T30" fmla="*/ 520 w 522"/>
                  <a:gd name="T31" fmla="*/ 483 h 522"/>
                  <a:gd name="T32" fmla="*/ 522 w 522"/>
                  <a:gd name="T33" fmla="*/ 494 h 522"/>
                  <a:gd name="T34" fmla="*/ 495 w 522"/>
                  <a:gd name="T35" fmla="*/ 522 h 522"/>
                  <a:gd name="T36" fmla="*/ 261 w 522"/>
                  <a:gd name="T37" fmla="*/ 324 h 522"/>
                  <a:gd name="T38" fmla="*/ 19 w 522"/>
                  <a:gd name="T39" fmla="*/ 490 h 522"/>
                  <a:gd name="T40" fmla="*/ 19 w 522"/>
                  <a:gd name="T41" fmla="*/ 494 h 522"/>
                  <a:gd name="T42" fmla="*/ 27 w 522"/>
                  <a:gd name="T43" fmla="*/ 503 h 522"/>
                  <a:gd name="T44" fmla="*/ 495 w 522"/>
                  <a:gd name="T45" fmla="*/ 503 h 522"/>
                  <a:gd name="T46" fmla="*/ 503 w 522"/>
                  <a:gd name="T47" fmla="*/ 494 h 522"/>
                  <a:gd name="T48" fmla="*/ 503 w 522"/>
                  <a:gd name="T49" fmla="*/ 490 h 522"/>
                  <a:gd name="T50" fmla="*/ 261 w 522"/>
                  <a:gd name="T51" fmla="*/ 324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2" h="522">
                    <a:moveTo>
                      <a:pt x="261" y="269"/>
                    </a:moveTo>
                    <a:cubicBezTo>
                      <a:pt x="187" y="269"/>
                      <a:pt x="126" y="209"/>
                      <a:pt x="126" y="134"/>
                    </a:cubicBezTo>
                    <a:cubicBezTo>
                      <a:pt x="126" y="60"/>
                      <a:pt x="187" y="0"/>
                      <a:pt x="261" y="0"/>
                    </a:cubicBezTo>
                    <a:cubicBezTo>
                      <a:pt x="335" y="0"/>
                      <a:pt x="396" y="60"/>
                      <a:pt x="396" y="134"/>
                    </a:cubicBezTo>
                    <a:cubicBezTo>
                      <a:pt x="396" y="209"/>
                      <a:pt x="335" y="269"/>
                      <a:pt x="261" y="269"/>
                    </a:cubicBezTo>
                    <a:close/>
                    <a:moveTo>
                      <a:pt x="261" y="18"/>
                    </a:moveTo>
                    <a:cubicBezTo>
                      <a:pt x="197" y="18"/>
                      <a:pt x="144" y="70"/>
                      <a:pt x="144" y="134"/>
                    </a:cubicBezTo>
                    <a:cubicBezTo>
                      <a:pt x="144" y="199"/>
                      <a:pt x="197" y="251"/>
                      <a:pt x="261" y="251"/>
                    </a:cubicBezTo>
                    <a:cubicBezTo>
                      <a:pt x="325" y="251"/>
                      <a:pt x="378" y="199"/>
                      <a:pt x="378" y="134"/>
                    </a:cubicBezTo>
                    <a:cubicBezTo>
                      <a:pt x="378" y="70"/>
                      <a:pt x="325" y="18"/>
                      <a:pt x="261" y="18"/>
                    </a:cubicBezTo>
                    <a:close/>
                    <a:moveTo>
                      <a:pt x="495" y="522"/>
                    </a:moveTo>
                    <a:cubicBezTo>
                      <a:pt x="27" y="522"/>
                      <a:pt x="27" y="522"/>
                      <a:pt x="27" y="522"/>
                    </a:cubicBezTo>
                    <a:cubicBezTo>
                      <a:pt x="12" y="522"/>
                      <a:pt x="0" y="509"/>
                      <a:pt x="0" y="494"/>
                    </a:cubicBezTo>
                    <a:cubicBezTo>
                      <a:pt x="0" y="490"/>
                      <a:pt x="1" y="486"/>
                      <a:pt x="2" y="483"/>
                    </a:cubicBezTo>
                    <a:cubicBezTo>
                      <a:pt x="47" y="375"/>
                      <a:pt x="149" y="305"/>
                      <a:pt x="261" y="305"/>
                    </a:cubicBezTo>
                    <a:cubicBezTo>
                      <a:pt x="373" y="305"/>
                      <a:pt x="475" y="375"/>
                      <a:pt x="520" y="483"/>
                    </a:cubicBezTo>
                    <a:cubicBezTo>
                      <a:pt x="521" y="486"/>
                      <a:pt x="522" y="490"/>
                      <a:pt x="522" y="494"/>
                    </a:cubicBezTo>
                    <a:cubicBezTo>
                      <a:pt x="522" y="509"/>
                      <a:pt x="510" y="522"/>
                      <a:pt x="495" y="522"/>
                    </a:cubicBezTo>
                    <a:close/>
                    <a:moveTo>
                      <a:pt x="261" y="324"/>
                    </a:moveTo>
                    <a:cubicBezTo>
                      <a:pt x="156" y="324"/>
                      <a:pt x="61" y="389"/>
                      <a:pt x="19" y="490"/>
                    </a:cubicBezTo>
                    <a:cubicBezTo>
                      <a:pt x="19" y="491"/>
                      <a:pt x="19" y="492"/>
                      <a:pt x="19" y="494"/>
                    </a:cubicBezTo>
                    <a:cubicBezTo>
                      <a:pt x="19" y="499"/>
                      <a:pt x="22" y="503"/>
                      <a:pt x="27" y="503"/>
                    </a:cubicBezTo>
                    <a:cubicBezTo>
                      <a:pt x="495" y="503"/>
                      <a:pt x="495" y="503"/>
                      <a:pt x="495" y="503"/>
                    </a:cubicBezTo>
                    <a:cubicBezTo>
                      <a:pt x="500" y="503"/>
                      <a:pt x="503" y="499"/>
                      <a:pt x="503" y="494"/>
                    </a:cubicBezTo>
                    <a:cubicBezTo>
                      <a:pt x="503" y="492"/>
                      <a:pt x="503" y="491"/>
                      <a:pt x="503" y="490"/>
                    </a:cubicBezTo>
                    <a:cubicBezTo>
                      <a:pt x="461" y="389"/>
                      <a:pt x="366" y="324"/>
                      <a:pt x="261" y="324"/>
                    </a:cubicBezTo>
                    <a:close/>
                  </a:path>
                </a:pathLst>
              </a:custGeom>
              <a:solidFill>
                <a:srgbClr val="141414"/>
              </a:solidFill>
              <a:ln>
                <a:noFill/>
              </a:ln>
            </p:spPr>
            <p:txBody>
              <a:bodyPr vert="horz" wrap="square" lIns="182880" tIns="91440" rIns="182880" bIns="91440" numCol="1" anchor="t" anchorCtr="0" compatLnSpc="1">
                <a:prstTxWarp prst="textNoShape">
                  <a:avLst/>
                </a:prstTxWarp>
              </a:bodyPr>
              <a:lstStyle/>
              <a:p>
                <a:pPr defTabSz="1828800">
                  <a:defRPr/>
                </a:pPr>
                <a:endParaRPr lang="en-US" kern="0">
                  <a:solidFill>
                    <a:srgbClr val="141414"/>
                  </a:solidFill>
                  <a:latin typeface="Wells Fargo Sans" panose="020B0503020203020204" pitchFamily="34" charset="0"/>
                </a:endParaRPr>
              </a:p>
            </p:txBody>
          </p:sp>
        </p:grpSp>
        <p:sp>
          <p:nvSpPr>
            <p:cNvPr id="270" name="Freeform 63">
              <a:extLst>
                <a:ext uri="{FF2B5EF4-FFF2-40B4-BE49-F238E27FC236}">
                  <a16:creationId xmlns:a16="http://schemas.microsoft.com/office/drawing/2014/main" id="{3A2D0F78-243B-3D69-9428-D764985262FD}"/>
                </a:ext>
              </a:extLst>
            </p:cNvPr>
            <p:cNvSpPr>
              <a:spLocks noChangeAspect="1" noEditPoints="1"/>
            </p:cNvSpPr>
            <p:nvPr/>
          </p:nvSpPr>
          <p:spPr bwMode="auto">
            <a:xfrm>
              <a:off x="9812577" y="3304540"/>
              <a:ext cx="315100" cy="219638"/>
            </a:xfrm>
            <a:custGeom>
              <a:avLst/>
              <a:gdLst>
                <a:gd name="T0" fmla="*/ 119 w 550"/>
                <a:gd name="T1" fmla="*/ 306 h 457"/>
                <a:gd name="T2" fmla="*/ 431 w 550"/>
                <a:gd name="T3" fmla="*/ 306 h 457"/>
                <a:gd name="T4" fmla="*/ 463 w 550"/>
                <a:gd name="T5" fmla="*/ 292 h 457"/>
                <a:gd name="T6" fmla="*/ 476 w 550"/>
                <a:gd name="T7" fmla="*/ 258 h 457"/>
                <a:gd name="T8" fmla="*/ 476 w 550"/>
                <a:gd name="T9" fmla="*/ 48 h 457"/>
                <a:gd name="T10" fmla="*/ 431 w 550"/>
                <a:gd name="T11" fmla="*/ 0 h 457"/>
                <a:gd name="T12" fmla="*/ 119 w 550"/>
                <a:gd name="T13" fmla="*/ 0 h 457"/>
                <a:gd name="T14" fmla="*/ 87 w 550"/>
                <a:gd name="T15" fmla="*/ 14 h 457"/>
                <a:gd name="T16" fmla="*/ 74 w 550"/>
                <a:gd name="T17" fmla="*/ 48 h 457"/>
                <a:gd name="T18" fmla="*/ 74 w 550"/>
                <a:gd name="T19" fmla="*/ 258 h 457"/>
                <a:gd name="T20" fmla="*/ 119 w 550"/>
                <a:gd name="T21" fmla="*/ 306 h 457"/>
                <a:gd name="T22" fmla="*/ 100 w 550"/>
                <a:gd name="T23" fmla="*/ 26 h 457"/>
                <a:gd name="T24" fmla="*/ 119 w 550"/>
                <a:gd name="T25" fmla="*/ 18 h 457"/>
                <a:gd name="T26" fmla="*/ 431 w 550"/>
                <a:gd name="T27" fmla="*/ 18 h 457"/>
                <a:gd name="T28" fmla="*/ 458 w 550"/>
                <a:gd name="T29" fmla="*/ 48 h 457"/>
                <a:gd name="T30" fmla="*/ 458 w 550"/>
                <a:gd name="T31" fmla="*/ 258 h 457"/>
                <a:gd name="T32" fmla="*/ 450 w 550"/>
                <a:gd name="T33" fmla="*/ 280 h 457"/>
                <a:gd name="T34" fmla="*/ 431 w 550"/>
                <a:gd name="T35" fmla="*/ 288 h 457"/>
                <a:gd name="T36" fmla="*/ 119 w 550"/>
                <a:gd name="T37" fmla="*/ 288 h 457"/>
                <a:gd name="T38" fmla="*/ 92 w 550"/>
                <a:gd name="T39" fmla="*/ 258 h 457"/>
                <a:gd name="T40" fmla="*/ 92 w 550"/>
                <a:gd name="T41" fmla="*/ 48 h 457"/>
                <a:gd name="T42" fmla="*/ 100 w 550"/>
                <a:gd name="T43" fmla="*/ 26 h 457"/>
                <a:gd name="T44" fmla="*/ 543 w 550"/>
                <a:gd name="T45" fmla="*/ 418 h 457"/>
                <a:gd name="T46" fmla="*/ 473 w 550"/>
                <a:gd name="T47" fmla="*/ 334 h 457"/>
                <a:gd name="T48" fmla="*/ 455 w 550"/>
                <a:gd name="T49" fmla="*/ 326 h 457"/>
                <a:gd name="T50" fmla="*/ 95 w 550"/>
                <a:gd name="T51" fmla="*/ 326 h 457"/>
                <a:gd name="T52" fmla="*/ 77 w 550"/>
                <a:gd name="T53" fmla="*/ 334 h 457"/>
                <a:gd name="T54" fmla="*/ 7 w 550"/>
                <a:gd name="T55" fmla="*/ 418 h 457"/>
                <a:gd name="T56" fmla="*/ 4 w 550"/>
                <a:gd name="T57" fmla="*/ 443 h 457"/>
                <a:gd name="T58" fmla="*/ 26 w 550"/>
                <a:gd name="T59" fmla="*/ 457 h 457"/>
                <a:gd name="T60" fmla="*/ 524 w 550"/>
                <a:gd name="T61" fmla="*/ 457 h 457"/>
                <a:gd name="T62" fmla="*/ 546 w 550"/>
                <a:gd name="T63" fmla="*/ 443 h 457"/>
                <a:gd name="T64" fmla="*/ 543 w 550"/>
                <a:gd name="T65" fmla="*/ 418 h 457"/>
                <a:gd name="T66" fmla="*/ 530 w 550"/>
                <a:gd name="T67" fmla="*/ 436 h 457"/>
                <a:gd name="T68" fmla="*/ 524 w 550"/>
                <a:gd name="T69" fmla="*/ 439 h 457"/>
                <a:gd name="T70" fmla="*/ 26 w 550"/>
                <a:gd name="T71" fmla="*/ 439 h 457"/>
                <a:gd name="T72" fmla="*/ 20 w 550"/>
                <a:gd name="T73" fmla="*/ 436 h 457"/>
                <a:gd name="T74" fmla="*/ 21 w 550"/>
                <a:gd name="T75" fmla="*/ 429 h 457"/>
                <a:gd name="T76" fmla="*/ 91 w 550"/>
                <a:gd name="T77" fmla="*/ 346 h 457"/>
                <a:gd name="T78" fmla="*/ 95 w 550"/>
                <a:gd name="T79" fmla="*/ 344 h 457"/>
                <a:gd name="T80" fmla="*/ 455 w 550"/>
                <a:gd name="T81" fmla="*/ 344 h 457"/>
                <a:gd name="T82" fmla="*/ 459 w 550"/>
                <a:gd name="T83" fmla="*/ 346 h 457"/>
                <a:gd name="T84" fmla="*/ 529 w 550"/>
                <a:gd name="T85" fmla="*/ 429 h 457"/>
                <a:gd name="T86" fmla="*/ 530 w 550"/>
                <a:gd name="T87" fmla="*/ 436 h 457"/>
                <a:gd name="T88" fmla="*/ 377 w 550"/>
                <a:gd name="T89" fmla="*/ 427 h 457"/>
                <a:gd name="T90" fmla="*/ 174 w 550"/>
                <a:gd name="T91" fmla="*/ 427 h 457"/>
                <a:gd name="T92" fmla="*/ 170 w 550"/>
                <a:gd name="T93" fmla="*/ 419 h 457"/>
                <a:gd name="T94" fmla="*/ 176 w 550"/>
                <a:gd name="T95" fmla="*/ 411 h 457"/>
                <a:gd name="T96" fmla="*/ 180 w 550"/>
                <a:gd name="T97" fmla="*/ 410 h 457"/>
                <a:gd name="T98" fmla="*/ 371 w 550"/>
                <a:gd name="T99" fmla="*/ 410 h 457"/>
                <a:gd name="T100" fmla="*/ 375 w 550"/>
                <a:gd name="T101" fmla="*/ 412 h 457"/>
                <a:gd name="T102" fmla="*/ 381 w 550"/>
                <a:gd name="T103" fmla="*/ 419 h 457"/>
                <a:gd name="T104" fmla="*/ 377 w 550"/>
                <a:gd name="T105" fmla="*/ 427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50" h="457">
                  <a:moveTo>
                    <a:pt x="119" y="306"/>
                  </a:moveTo>
                  <a:cubicBezTo>
                    <a:pt x="431" y="306"/>
                    <a:pt x="431" y="306"/>
                    <a:pt x="431" y="306"/>
                  </a:cubicBezTo>
                  <a:cubicBezTo>
                    <a:pt x="443" y="306"/>
                    <a:pt x="455" y="301"/>
                    <a:pt x="463" y="292"/>
                  </a:cubicBezTo>
                  <a:cubicBezTo>
                    <a:pt x="472" y="283"/>
                    <a:pt x="476" y="271"/>
                    <a:pt x="476" y="258"/>
                  </a:cubicBezTo>
                  <a:cubicBezTo>
                    <a:pt x="476" y="48"/>
                    <a:pt x="476" y="48"/>
                    <a:pt x="476" y="48"/>
                  </a:cubicBezTo>
                  <a:cubicBezTo>
                    <a:pt x="476" y="21"/>
                    <a:pt x="456" y="0"/>
                    <a:pt x="431" y="0"/>
                  </a:cubicBezTo>
                  <a:cubicBezTo>
                    <a:pt x="119" y="0"/>
                    <a:pt x="119" y="0"/>
                    <a:pt x="119" y="0"/>
                  </a:cubicBezTo>
                  <a:cubicBezTo>
                    <a:pt x="107" y="0"/>
                    <a:pt x="95" y="5"/>
                    <a:pt x="87" y="14"/>
                  </a:cubicBezTo>
                  <a:cubicBezTo>
                    <a:pt x="78" y="23"/>
                    <a:pt x="74" y="35"/>
                    <a:pt x="74" y="48"/>
                  </a:cubicBezTo>
                  <a:cubicBezTo>
                    <a:pt x="74" y="258"/>
                    <a:pt x="74" y="258"/>
                    <a:pt x="74" y="258"/>
                  </a:cubicBezTo>
                  <a:cubicBezTo>
                    <a:pt x="74" y="285"/>
                    <a:pt x="94" y="306"/>
                    <a:pt x="119" y="306"/>
                  </a:cubicBezTo>
                  <a:close/>
                  <a:moveTo>
                    <a:pt x="100" y="26"/>
                  </a:moveTo>
                  <a:cubicBezTo>
                    <a:pt x="105" y="21"/>
                    <a:pt x="112" y="18"/>
                    <a:pt x="119" y="18"/>
                  </a:cubicBezTo>
                  <a:cubicBezTo>
                    <a:pt x="431" y="18"/>
                    <a:pt x="431" y="18"/>
                    <a:pt x="431" y="18"/>
                  </a:cubicBezTo>
                  <a:cubicBezTo>
                    <a:pt x="446" y="18"/>
                    <a:pt x="458" y="31"/>
                    <a:pt x="458" y="48"/>
                  </a:cubicBezTo>
                  <a:cubicBezTo>
                    <a:pt x="458" y="258"/>
                    <a:pt x="458" y="258"/>
                    <a:pt x="458" y="258"/>
                  </a:cubicBezTo>
                  <a:cubicBezTo>
                    <a:pt x="458" y="267"/>
                    <a:pt x="455" y="274"/>
                    <a:pt x="450" y="280"/>
                  </a:cubicBezTo>
                  <a:cubicBezTo>
                    <a:pt x="445" y="285"/>
                    <a:pt x="438" y="288"/>
                    <a:pt x="431" y="288"/>
                  </a:cubicBezTo>
                  <a:cubicBezTo>
                    <a:pt x="119" y="288"/>
                    <a:pt x="119" y="288"/>
                    <a:pt x="119" y="288"/>
                  </a:cubicBezTo>
                  <a:cubicBezTo>
                    <a:pt x="104" y="288"/>
                    <a:pt x="92" y="275"/>
                    <a:pt x="92" y="258"/>
                  </a:cubicBezTo>
                  <a:cubicBezTo>
                    <a:pt x="92" y="48"/>
                    <a:pt x="92" y="48"/>
                    <a:pt x="92" y="48"/>
                  </a:cubicBezTo>
                  <a:cubicBezTo>
                    <a:pt x="92" y="40"/>
                    <a:pt x="95" y="32"/>
                    <a:pt x="100" y="26"/>
                  </a:cubicBezTo>
                  <a:close/>
                  <a:moveTo>
                    <a:pt x="543" y="418"/>
                  </a:moveTo>
                  <a:cubicBezTo>
                    <a:pt x="473" y="334"/>
                    <a:pt x="473" y="334"/>
                    <a:pt x="473" y="334"/>
                  </a:cubicBezTo>
                  <a:cubicBezTo>
                    <a:pt x="468" y="329"/>
                    <a:pt x="462" y="326"/>
                    <a:pt x="455" y="326"/>
                  </a:cubicBezTo>
                  <a:cubicBezTo>
                    <a:pt x="95" y="326"/>
                    <a:pt x="95" y="326"/>
                    <a:pt x="95" y="326"/>
                  </a:cubicBezTo>
                  <a:cubicBezTo>
                    <a:pt x="88" y="326"/>
                    <a:pt x="82" y="329"/>
                    <a:pt x="77" y="334"/>
                  </a:cubicBezTo>
                  <a:cubicBezTo>
                    <a:pt x="7" y="418"/>
                    <a:pt x="7" y="418"/>
                    <a:pt x="7" y="418"/>
                  </a:cubicBezTo>
                  <a:cubicBezTo>
                    <a:pt x="1" y="425"/>
                    <a:pt x="0" y="435"/>
                    <a:pt x="4" y="443"/>
                  </a:cubicBezTo>
                  <a:cubicBezTo>
                    <a:pt x="8" y="452"/>
                    <a:pt x="16" y="457"/>
                    <a:pt x="26" y="457"/>
                  </a:cubicBezTo>
                  <a:cubicBezTo>
                    <a:pt x="524" y="457"/>
                    <a:pt x="524" y="457"/>
                    <a:pt x="524" y="457"/>
                  </a:cubicBezTo>
                  <a:cubicBezTo>
                    <a:pt x="534" y="457"/>
                    <a:pt x="542" y="452"/>
                    <a:pt x="546" y="443"/>
                  </a:cubicBezTo>
                  <a:cubicBezTo>
                    <a:pt x="550" y="435"/>
                    <a:pt x="549" y="425"/>
                    <a:pt x="543" y="418"/>
                  </a:cubicBezTo>
                  <a:close/>
                  <a:moveTo>
                    <a:pt x="530" y="436"/>
                  </a:moveTo>
                  <a:cubicBezTo>
                    <a:pt x="529" y="438"/>
                    <a:pt x="527" y="439"/>
                    <a:pt x="524" y="439"/>
                  </a:cubicBezTo>
                  <a:cubicBezTo>
                    <a:pt x="26" y="439"/>
                    <a:pt x="26" y="439"/>
                    <a:pt x="26" y="439"/>
                  </a:cubicBezTo>
                  <a:cubicBezTo>
                    <a:pt x="23" y="439"/>
                    <a:pt x="21" y="438"/>
                    <a:pt x="20" y="436"/>
                  </a:cubicBezTo>
                  <a:cubicBezTo>
                    <a:pt x="19" y="433"/>
                    <a:pt x="20" y="431"/>
                    <a:pt x="21" y="429"/>
                  </a:cubicBezTo>
                  <a:cubicBezTo>
                    <a:pt x="91" y="346"/>
                    <a:pt x="91" y="346"/>
                    <a:pt x="91" y="346"/>
                  </a:cubicBezTo>
                  <a:cubicBezTo>
                    <a:pt x="92" y="344"/>
                    <a:pt x="94" y="344"/>
                    <a:pt x="95" y="344"/>
                  </a:cubicBezTo>
                  <a:cubicBezTo>
                    <a:pt x="455" y="344"/>
                    <a:pt x="455" y="344"/>
                    <a:pt x="455" y="344"/>
                  </a:cubicBezTo>
                  <a:cubicBezTo>
                    <a:pt x="456" y="344"/>
                    <a:pt x="458" y="344"/>
                    <a:pt x="459" y="346"/>
                  </a:cubicBezTo>
                  <a:cubicBezTo>
                    <a:pt x="529" y="429"/>
                    <a:pt x="529" y="429"/>
                    <a:pt x="529" y="429"/>
                  </a:cubicBezTo>
                  <a:cubicBezTo>
                    <a:pt x="530" y="431"/>
                    <a:pt x="531" y="433"/>
                    <a:pt x="530" y="436"/>
                  </a:cubicBezTo>
                  <a:close/>
                  <a:moveTo>
                    <a:pt x="377" y="427"/>
                  </a:moveTo>
                  <a:cubicBezTo>
                    <a:pt x="174" y="427"/>
                    <a:pt x="174" y="427"/>
                    <a:pt x="174" y="427"/>
                  </a:cubicBezTo>
                  <a:cubicBezTo>
                    <a:pt x="169" y="427"/>
                    <a:pt x="167" y="422"/>
                    <a:pt x="170" y="419"/>
                  </a:cubicBezTo>
                  <a:cubicBezTo>
                    <a:pt x="176" y="411"/>
                    <a:pt x="176" y="411"/>
                    <a:pt x="176" y="411"/>
                  </a:cubicBezTo>
                  <a:cubicBezTo>
                    <a:pt x="177" y="410"/>
                    <a:pt x="178" y="410"/>
                    <a:pt x="180" y="410"/>
                  </a:cubicBezTo>
                  <a:cubicBezTo>
                    <a:pt x="371" y="410"/>
                    <a:pt x="371" y="410"/>
                    <a:pt x="371" y="410"/>
                  </a:cubicBezTo>
                  <a:cubicBezTo>
                    <a:pt x="373" y="410"/>
                    <a:pt x="374" y="410"/>
                    <a:pt x="375" y="412"/>
                  </a:cubicBezTo>
                  <a:cubicBezTo>
                    <a:pt x="381" y="419"/>
                    <a:pt x="381" y="419"/>
                    <a:pt x="381" y="419"/>
                  </a:cubicBezTo>
                  <a:cubicBezTo>
                    <a:pt x="383" y="422"/>
                    <a:pt x="381" y="427"/>
                    <a:pt x="377" y="427"/>
                  </a:cubicBezTo>
                  <a:close/>
                </a:path>
              </a:pathLst>
            </a:custGeom>
            <a:solidFill>
              <a:srgbClr val="403C3A"/>
            </a:solidFill>
            <a:ln>
              <a:noFill/>
            </a:ln>
          </p:spPr>
          <p:txBody>
            <a:bodyPr vert="horz" wrap="square" lIns="0" tIns="0" rIns="0" bIns="0" numCol="1" anchor="t" anchorCtr="0" compatLnSpc="1">
              <a:prstTxWarp prst="textNoShape">
                <a:avLst/>
              </a:prstTxWarp>
            </a:bodyPr>
            <a:lstStyle/>
            <a:p>
              <a:pPr defTabSz="1028700">
                <a:defRPr/>
              </a:pPr>
              <a:endParaRPr lang="en-US" sz="1800" kern="0">
                <a:solidFill>
                  <a:srgbClr val="141414"/>
                </a:solidFill>
                <a:latin typeface="Wells Fargo Sans" panose="020B0503020203020204" pitchFamily="34" charset="0"/>
                <a:cs typeface="Arial" charset="0"/>
              </a:endParaRPr>
            </a:p>
          </p:txBody>
        </p:sp>
        <p:sp>
          <p:nvSpPr>
            <p:cNvPr id="271" name="Freeform 63">
              <a:extLst>
                <a:ext uri="{FF2B5EF4-FFF2-40B4-BE49-F238E27FC236}">
                  <a16:creationId xmlns:a16="http://schemas.microsoft.com/office/drawing/2014/main" id="{E9902CBC-7C07-58BA-91F5-9A56DC390BAE}"/>
                </a:ext>
              </a:extLst>
            </p:cNvPr>
            <p:cNvSpPr>
              <a:spLocks noChangeAspect="1" noEditPoints="1"/>
            </p:cNvSpPr>
            <p:nvPr/>
          </p:nvSpPr>
          <p:spPr bwMode="auto">
            <a:xfrm>
              <a:off x="9812577" y="3976053"/>
              <a:ext cx="315100" cy="219638"/>
            </a:xfrm>
            <a:custGeom>
              <a:avLst/>
              <a:gdLst>
                <a:gd name="T0" fmla="*/ 119 w 550"/>
                <a:gd name="T1" fmla="*/ 306 h 457"/>
                <a:gd name="T2" fmla="*/ 431 w 550"/>
                <a:gd name="T3" fmla="*/ 306 h 457"/>
                <a:gd name="T4" fmla="*/ 463 w 550"/>
                <a:gd name="T5" fmla="*/ 292 h 457"/>
                <a:gd name="T6" fmla="*/ 476 w 550"/>
                <a:gd name="T7" fmla="*/ 258 h 457"/>
                <a:gd name="T8" fmla="*/ 476 w 550"/>
                <a:gd name="T9" fmla="*/ 48 h 457"/>
                <a:gd name="T10" fmla="*/ 431 w 550"/>
                <a:gd name="T11" fmla="*/ 0 h 457"/>
                <a:gd name="T12" fmla="*/ 119 w 550"/>
                <a:gd name="T13" fmla="*/ 0 h 457"/>
                <a:gd name="T14" fmla="*/ 87 w 550"/>
                <a:gd name="T15" fmla="*/ 14 h 457"/>
                <a:gd name="T16" fmla="*/ 74 w 550"/>
                <a:gd name="T17" fmla="*/ 48 h 457"/>
                <a:gd name="T18" fmla="*/ 74 w 550"/>
                <a:gd name="T19" fmla="*/ 258 h 457"/>
                <a:gd name="T20" fmla="*/ 119 w 550"/>
                <a:gd name="T21" fmla="*/ 306 h 457"/>
                <a:gd name="T22" fmla="*/ 100 w 550"/>
                <a:gd name="T23" fmla="*/ 26 h 457"/>
                <a:gd name="T24" fmla="*/ 119 w 550"/>
                <a:gd name="T25" fmla="*/ 18 h 457"/>
                <a:gd name="T26" fmla="*/ 431 w 550"/>
                <a:gd name="T27" fmla="*/ 18 h 457"/>
                <a:gd name="T28" fmla="*/ 458 w 550"/>
                <a:gd name="T29" fmla="*/ 48 h 457"/>
                <a:gd name="T30" fmla="*/ 458 w 550"/>
                <a:gd name="T31" fmla="*/ 258 h 457"/>
                <a:gd name="T32" fmla="*/ 450 w 550"/>
                <a:gd name="T33" fmla="*/ 280 h 457"/>
                <a:gd name="T34" fmla="*/ 431 w 550"/>
                <a:gd name="T35" fmla="*/ 288 h 457"/>
                <a:gd name="T36" fmla="*/ 119 w 550"/>
                <a:gd name="T37" fmla="*/ 288 h 457"/>
                <a:gd name="T38" fmla="*/ 92 w 550"/>
                <a:gd name="T39" fmla="*/ 258 h 457"/>
                <a:gd name="T40" fmla="*/ 92 w 550"/>
                <a:gd name="T41" fmla="*/ 48 h 457"/>
                <a:gd name="T42" fmla="*/ 100 w 550"/>
                <a:gd name="T43" fmla="*/ 26 h 457"/>
                <a:gd name="T44" fmla="*/ 543 w 550"/>
                <a:gd name="T45" fmla="*/ 418 h 457"/>
                <a:gd name="T46" fmla="*/ 473 w 550"/>
                <a:gd name="T47" fmla="*/ 334 h 457"/>
                <a:gd name="T48" fmla="*/ 455 w 550"/>
                <a:gd name="T49" fmla="*/ 326 h 457"/>
                <a:gd name="T50" fmla="*/ 95 w 550"/>
                <a:gd name="T51" fmla="*/ 326 h 457"/>
                <a:gd name="T52" fmla="*/ 77 w 550"/>
                <a:gd name="T53" fmla="*/ 334 h 457"/>
                <a:gd name="T54" fmla="*/ 7 w 550"/>
                <a:gd name="T55" fmla="*/ 418 h 457"/>
                <a:gd name="T56" fmla="*/ 4 w 550"/>
                <a:gd name="T57" fmla="*/ 443 h 457"/>
                <a:gd name="T58" fmla="*/ 26 w 550"/>
                <a:gd name="T59" fmla="*/ 457 h 457"/>
                <a:gd name="T60" fmla="*/ 524 w 550"/>
                <a:gd name="T61" fmla="*/ 457 h 457"/>
                <a:gd name="T62" fmla="*/ 546 w 550"/>
                <a:gd name="T63" fmla="*/ 443 h 457"/>
                <a:gd name="T64" fmla="*/ 543 w 550"/>
                <a:gd name="T65" fmla="*/ 418 h 457"/>
                <a:gd name="T66" fmla="*/ 530 w 550"/>
                <a:gd name="T67" fmla="*/ 436 h 457"/>
                <a:gd name="T68" fmla="*/ 524 w 550"/>
                <a:gd name="T69" fmla="*/ 439 h 457"/>
                <a:gd name="T70" fmla="*/ 26 w 550"/>
                <a:gd name="T71" fmla="*/ 439 h 457"/>
                <a:gd name="T72" fmla="*/ 20 w 550"/>
                <a:gd name="T73" fmla="*/ 436 h 457"/>
                <a:gd name="T74" fmla="*/ 21 w 550"/>
                <a:gd name="T75" fmla="*/ 429 h 457"/>
                <a:gd name="T76" fmla="*/ 91 w 550"/>
                <a:gd name="T77" fmla="*/ 346 h 457"/>
                <a:gd name="T78" fmla="*/ 95 w 550"/>
                <a:gd name="T79" fmla="*/ 344 h 457"/>
                <a:gd name="T80" fmla="*/ 455 w 550"/>
                <a:gd name="T81" fmla="*/ 344 h 457"/>
                <a:gd name="T82" fmla="*/ 459 w 550"/>
                <a:gd name="T83" fmla="*/ 346 h 457"/>
                <a:gd name="T84" fmla="*/ 529 w 550"/>
                <a:gd name="T85" fmla="*/ 429 h 457"/>
                <a:gd name="T86" fmla="*/ 530 w 550"/>
                <a:gd name="T87" fmla="*/ 436 h 457"/>
                <a:gd name="T88" fmla="*/ 377 w 550"/>
                <a:gd name="T89" fmla="*/ 427 h 457"/>
                <a:gd name="T90" fmla="*/ 174 w 550"/>
                <a:gd name="T91" fmla="*/ 427 h 457"/>
                <a:gd name="T92" fmla="*/ 170 w 550"/>
                <a:gd name="T93" fmla="*/ 419 h 457"/>
                <a:gd name="T94" fmla="*/ 176 w 550"/>
                <a:gd name="T95" fmla="*/ 411 h 457"/>
                <a:gd name="T96" fmla="*/ 180 w 550"/>
                <a:gd name="T97" fmla="*/ 410 h 457"/>
                <a:gd name="T98" fmla="*/ 371 w 550"/>
                <a:gd name="T99" fmla="*/ 410 h 457"/>
                <a:gd name="T100" fmla="*/ 375 w 550"/>
                <a:gd name="T101" fmla="*/ 412 h 457"/>
                <a:gd name="T102" fmla="*/ 381 w 550"/>
                <a:gd name="T103" fmla="*/ 419 h 457"/>
                <a:gd name="T104" fmla="*/ 377 w 550"/>
                <a:gd name="T105" fmla="*/ 427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50" h="457">
                  <a:moveTo>
                    <a:pt x="119" y="306"/>
                  </a:moveTo>
                  <a:cubicBezTo>
                    <a:pt x="431" y="306"/>
                    <a:pt x="431" y="306"/>
                    <a:pt x="431" y="306"/>
                  </a:cubicBezTo>
                  <a:cubicBezTo>
                    <a:pt x="443" y="306"/>
                    <a:pt x="455" y="301"/>
                    <a:pt x="463" y="292"/>
                  </a:cubicBezTo>
                  <a:cubicBezTo>
                    <a:pt x="472" y="283"/>
                    <a:pt x="476" y="271"/>
                    <a:pt x="476" y="258"/>
                  </a:cubicBezTo>
                  <a:cubicBezTo>
                    <a:pt x="476" y="48"/>
                    <a:pt x="476" y="48"/>
                    <a:pt x="476" y="48"/>
                  </a:cubicBezTo>
                  <a:cubicBezTo>
                    <a:pt x="476" y="21"/>
                    <a:pt x="456" y="0"/>
                    <a:pt x="431" y="0"/>
                  </a:cubicBezTo>
                  <a:cubicBezTo>
                    <a:pt x="119" y="0"/>
                    <a:pt x="119" y="0"/>
                    <a:pt x="119" y="0"/>
                  </a:cubicBezTo>
                  <a:cubicBezTo>
                    <a:pt x="107" y="0"/>
                    <a:pt x="95" y="5"/>
                    <a:pt x="87" y="14"/>
                  </a:cubicBezTo>
                  <a:cubicBezTo>
                    <a:pt x="78" y="23"/>
                    <a:pt x="74" y="35"/>
                    <a:pt x="74" y="48"/>
                  </a:cubicBezTo>
                  <a:cubicBezTo>
                    <a:pt x="74" y="258"/>
                    <a:pt x="74" y="258"/>
                    <a:pt x="74" y="258"/>
                  </a:cubicBezTo>
                  <a:cubicBezTo>
                    <a:pt x="74" y="285"/>
                    <a:pt x="94" y="306"/>
                    <a:pt x="119" y="306"/>
                  </a:cubicBezTo>
                  <a:close/>
                  <a:moveTo>
                    <a:pt x="100" y="26"/>
                  </a:moveTo>
                  <a:cubicBezTo>
                    <a:pt x="105" y="21"/>
                    <a:pt x="112" y="18"/>
                    <a:pt x="119" y="18"/>
                  </a:cubicBezTo>
                  <a:cubicBezTo>
                    <a:pt x="431" y="18"/>
                    <a:pt x="431" y="18"/>
                    <a:pt x="431" y="18"/>
                  </a:cubicBezTo>
                  <a:cubicBezTo>
                    <a:pt x="446" y="18"/>
                    <a:pt x="458" y="31"/>
                    <a:pt x="458" y="48"/>
                  </a:cubicBezTo>
                  <a:cubicBezTo>
                    <a:pt x="458" y="258"/>
                    <a:pt x="458" y="258"/>
                    <a:pt x="458" y="258"/>
                  </a:cubicBezTo>
                  <a:cubicBezTo>
                    <a:pt x="458" y="267"/>
                    <a:pt x="455" y="274"/>
                    <a:pt x="450" y="280"/>
                  </a:cubicBezTo>
                  <a:cubicBezTo>
                    <a:pt x="445" y="285"/>
                    <a:pt x="438" y="288"/>
                    <a:pt x="431" y="288"/>
                  </a:cubicBezTo>
                  <a:cubicBezTo>
                    <a:pt x="119" y="288"/>
                    <a:pt x="119" y="288"/>
                    <a:pt x="119" y="288"/>
                  </a:cubicBezTo>
                  <a:cubicBezTo>
                    <a:pt x="104" y="288"/>
                    <a:pt x="92" y="275"/>
                    <a:pt x="92" y="258"/>
                  </a:cubicBezTo>
                  <a:cubicBezTo>
                    <a:pt x="92" y="48"/>
                    <a:pt x="92" y="48"/>
                    <a:pt x="92" y="48"/>
                  </a:cubicBezTo>
                  <a:cubicBezTo>
                    <a:pt x="92" y="40"/>
                    <a:pt x="95" y="32"/>
                    <a:pt x="100" y="26"/>
                  </a:cubicBezTo>
                  <a:close/>
                  <a:moveTo>
                    <a:pt x="543" y="418"/>
                  </a:moveTo>
                  <a:cubicBezTo>
                    <a:pt x="473" y="334"/>
                    <a:pt x="473" y="334"/>
                    <a:pt x="473" y="334"/>
                  </a:cubicBezTo>
                  <a:cubicBezTo>
                    <a:pt x="468" y="329"/>
                    <a:pt x="462" y="326"/>
                    <a:pt x="455" y="326"/>
                  </a:cubicBezTo>
                  <a:cubicBezTo>
                    <a:pt x="95" y="326"/>
                    <a:pt x="95" y="326"/>
                    <a:pt x="95" y="326"/>
                  </a:cubicBezTo>
                  <a:cubicBezTo>
                    <a:pt x="88" y="326"/>
                    <a:pt x="82" y="329"/>
                    <a:pt x="77" y="334"/>
                  </a:cubicBezTo>
                  <a:cubicBezTo>
                    <a:pt x="7" y="418"/>
                    <a:pt x="7" y="418"/>
                    <a:pt x="7" y="418"/>
                  </a:cubicBezTo>
                  <a:cubicBezTo>
                    <a:pt x="1" y="425"/>
                    <a:pt x="0" y="435"/>
                    <a:pt x="4" y="443"/>
                  </a:cubicBezTo>
                  <a:cubicBezTo>
                    <a:pt x="8" y="452"/>
                    <a:pt x="16" y="457"/>
                    <a:pt x="26" y="457"/>
                  </a:cubicBezTo>
                  <a:cubicBezTo>
                    <a:pt x="524" y="457"/>
                    <a:pt x="524" y="457"/>
                    <a:pt x="524" y="457"/>
                  </a:cubicBezTo>
                  <a:cubicBezTo>
                    <a:pt x="534" y="457"/>
                    <a:pt x="542" y="452"/>
                    <a:pt x="546" y="443"/>
                  </a:cubicBezTo>
                  <a:cubicBezTo>
                    <a:pt x="550" y="435"/>
                    <a:pt x="549" y="425"/>
                    <a:pt x="543" y="418"/>
                  </a:cubicBezTo>
                  <a:close/>
                  <a:moveTo>
                    <a:pt x="530" y="436"/>
                  </a:moveTo>
                  <a:cubicBezTo>
                    <a:pt x="529" y="438"/>
                    <a:pt x="527" y="439"/>
                    <a:pt x="524" y="439"/>
                  </a:cubicBezTo>
                  <a:cubicBezTo>
                    <a:pt x="26" y="439"/>
                    <a:pt x="26" y="439"/>
                    <a:pt x="26" y="439"/>
                  </a:cubicBezTo>
                  <a:cubicBezTo>
                    <a:pt x="23" y="439"/>
                    <a:pt x="21" y="438"/>
                    <a:pt x="20" y="436"/>
                  </a:cubicBezTo>
                  <a:cubicBezTo>
                    <a:pt x="19" y="433"/>
                    <a:pt x="20" y="431"/>
                    <a:pt x="21" y="429"/>
                  </a:cubicBezTo>
                  <a:cubicBezTo>
                    <a:pt x="91" y="346"/>
                    <a:pt x="91" y="346"/>
                    <a:pt x="91" y="346"/>
                  </a:cubicBezTo>
                  <a:cubicBezTo>
                    <a:pt x="92" y="344"/>
                    <a:pt x="94" y="344"/>
                    <a:pt x="95" y="344"/>
                  </a:cubicBezTo>
                  <a:cubicBezTo>
                    <a:pt x="455" y="344"/>
                    <a:pt x="455" y="344"/>
                    <a:pt x="455" y="344"/>
                  </a:cubicBezTo>
                  <a:cubicBezTo>
                    <a:pt x="456" y="344"/>
                    <a:pt x="458" y="344"/>
                    <a:pt x="459" y="346"/>
                  </a:cubicBezTo>
                  <a:cubicBezTo>
                    <a:pt x="529" y="429"/>
                    <a:pt x="529" y="429"/>
                    <a:pt x="529" y="429"/>
                  </a:cubicBezTo>
                  <a:cubicBezTo>
                    <a:pt x="530" y="431"/>
                    <a:pt x="531" y="433"/>
                    <a:pt x="530" y="436"/>
                  </a:cubicBezTo>
                  <a:close/>
                  <a:moveTo>
                    <a:pt x="377" y="427"/>
                  </a:moveTo>
                  <a:cubicBezTo>
                    <a:pt x="174" y="427"/>
                    <a:pt x="174" y="427"/>
                    <a:pt x="174" y="427"/>
                  </a:cubicBezTo>
                  <a:cubicBezTo>
                    <a:pt x="169" y="427"/>
                    <a:pt x="167" y="422"/>
                    <a:pt x="170" y="419"/>
                  </a:cubicBezTo>
                  <a:cubicBezTo>
                    <a:pt x="176" y="411"/>
                    <a:pt x="176" y="411"/>
                    <a:pt x="176" y="411"/>
                  </a:cubicBezTo>
                  <a:cubicBezTo>
                    <a:pt x="177" y="410"/>
                    <a:pt x="178" y="410"/>
                    <a:pt x="180" y="410"/>
                  </a:cubicBezTo>
                  <a:cubicBezTo>
                    <a:pt x="371" y="410"/>
                    <a:pt x="371" y="410"/>
                    <a:pt x="371" y="410"/>
                  </a:cubicBezTo>
                  <a:cubicBezTo>
                    <a:pt x="373" y="410"/>
                    <a:pt x="374" y="410"/>
                    <a:pt x="375" y="412"/>
                  </a:cubicBezTo>
                  <a:cubicBezTo>
                    <a:pt x="381" y="419"/>
                    <a:pt x="381" y="419"/>
                    <a:pt x="381" y="419"/>
                  </a:cubicBezTo>
                  <a:cubicBezTo>
                    <a:pt x="383" y="422"/>
                    <a:pt x="381" y="427"/>
                    <a:pt x="377" y="427"/>
                  </a:cubicBezTo>
                  <a:close/>
                </a:path>
              </a:pathLst>
            </a:custGeom>
            <a:solidFill>
              <a:srgbClr val="403C3A"/>
            </a:solidFill>
            <a:ln>
              <a:noFill/>
            </a:ln>
          </p:spPr>
          <p:txBody>
            <a:bodyPr vert="horz" wrap="square" lIns="0" tIns="0" rIns="0" bIns="0" numCol="1" anchor="t" anchorCtr="0" compatLnSpc="1">
              <a:prstTxWarp prst="textNoShape">
                <a:avLst/>
              </a:prstTxWarp>
            </a:bodyPr>
            <a:lstStyle/>
            <a:p>
              <a:pPr defTabSz="1028700">
                <a:defRPr/>
              </a:pPr>
              <a:endParaRPr lang="en-US" sz="1800" kern="0">
                <a:solidFill>
                  <a:srgbClr val="141414"/>
                </a:solidFill>
                <a:latin typeface="Wells Fargo Sans" panose="020B0503020203020204" pitchFamily="34" charset="0"/>
                <a:cs typeface="Arial" charset="0"/>
              </a:endParaRPr>
            </a:p>
          </p:txBody>
        </p:sp>
        <p:sp>
          <p:nvSpPr>
            <p:cNvPr id="274" name="Freeform 63">
              <a:extLst>
                <a:ext uri="{FF2B5EF4-FFF2-40B4-BE49-F238E27FC236}">
                  <a16:creationId xmlns:a16="http://schemas.microsoft.com/office/drawing/2014/main" id="{429CDD7D-285C-C39E-9FC9-806619814C09}"/>
                </a:ext>
              </a:extLst>
            </p:cNvPr>
            <p:cNvSpPr>
              <a:spLocks noChangeAspect="1" noEditPoints="1"/>
            </p:cNvSpPr>
            <p:nvPr/>
          </p:nvSpPr>
          <p:spPr bwMode="auto">
            <a:xfrm>
              <a:off x="9831627" y="4690428"/>
              <a:ext cx="315100" cy="219638"/>
            </a:xfrm>
            <a:custGeom>
              <a:avLst/>
              <a:gdLst>
                <a:gd name="T0" fmla="*/ 119 w 550"/>
                <a:gd name="T1" fmla="*/ 306 h 457"/>
                <a:gd name="T2" fmla="*/ 431 w 550"/>
                <a:gd name="T3" fmla="*/ 306 h 457"/>
                <a:gd name="T4" fmla="*/ 463 w 550"/>
                <a:gd name="T5" fmla="*/ 292 h 457"/>
                <a:gd name="T6" fmla="*/ 476 w 550"/>
                <a:gd name="T7" fmla="*/ 258 h 457"/>
                <a:gd name="T8" fmla="*/ 476 w 550"/>
                <a:gd name="T9" fmla="*/ 48 h 457"/>
                <a:gd name="T10" fmla="*/ 431 w 550"/>
                <a:gd name="T11" fmla="*/ 0 h 457"/>
                <a:gd name="T12" fmla="*/ 119 w 550"/>
                <a:gd name="T13" fmla="*/ 0 h 457"/>
                <a:gd name="T14" fmla="*/ 87 w 550"/>
                <a:gd name="T15" fmla="*/ 14 h 457"/>
                <a:gd name="T16" fmla="*/ 74 w 550"/>
                <a:gd name="T17" fmla="*/ 48 h 457"/>
                <a:gd name="T18" fmla="*/ 74 w 550"/>
                <a:gd name="T19" fmla="*/ 258 h 457"/>
                <a:gd name="T20" fmla="*/ 119 w 550"/>
                <a:gd name="T21" fmla="*/ 306 h 457"/>
                <a:gd name="T22" fmla="*/ 100 w 550"/>
                <a:gd name="T23" fmla="*/ 26 h 457"/>
                <a:gd name="T24" fmla="*/ 119 w 550"/>
                <a:gd name="T25" fmla="*/ 18 h 457"/>
                <a:gd name="T26" fmla="*/ 431 w 550"/>
                <a:gd name="T27" fmla="*/ 18 h 457"/>
                <a:gd name="T28" fmla="*/ 458 w 550"/>
                <a:gd name="T29" fmla="*/ 48 h 457"/>
                <a:gd name="T30" fmla="*/ 458 w 550"/>
                <a:gd name="T31" fmla="*/ 258 h 457"/>
                <a:gd name="T32" fmla="*/ 450 w 550"/>
                <a:gd name="T33" fmla="*/ 280 h 457"/>
                <a:gd name="T34" fmla="*/ 431 w 550"/>
                <a:gd name="T35" fmla="*/ 288 h 457"/>
                <a:gd name="T36" fmla="*/ 119 w 550"/>
                <a:gd name="T37" fmla="*/ 288 h 457"/>
                <a:gd name="T38" fmla="*/ 92 w 550"/>
                <a:gd name="T39" fmla="*/ 258 h 457"/>
                <a:gd name="T40" fmla="*/ 92 w 550"/>
                <a:gd name="T41" fmla="*/ 48 h 457"/>
                <a:gd name="T42" fmla="*/ 100 w 550"/>
                <a:gd name="T43" fmla="*/ 26 h 457"/>
                <a:gd name="T44" fmla="*/ 543 w 550"/>
                <a:gd name="T45" fmla="*/ 418 h 457"/>
                <a:gd name="T46" fmla="*/ 473 w 550"/>
                <a:gd name="T47" fmla="*/ 334 h 457"/>
                <a:gd name="T48" fmla="*/ 455 w 550"/>
                <a:gd name="T49" fmla="*/ 326 h 457"/>
                <a:gd name="T50" fmla="*/ 95 w 550"/>
                <a:gd name="T51" fmla="*/ 326 h 457"/>
                <a:gd name="T52" fmla="*/ 77 w 550"/>
                <a:gd name="T53" fmla="*/ 334 h 457"/>
                <a:gd name="T54" fmla="*/ 7 w 550"/>
                <a:gd name="T55" fmla="*/ 418 h 457"/>
                <a:gd name="T56" fmla="*/ 4 w 550"/>
                <a:gd name="T57" fmla="*/ 443 h 457"/>
                <a:gd name="T58" fmla="*/ 26 w 550"/>
                <a:gd name="T59" fmla="*/ 457 h 457"/>
                <a:gd name="T60" fmla="*/ 524 w 550"/>
                <a:gd name="T61" fmla="*/ 457 h 457"/>
                <a:gd name="T62" fmla="*/ 546 w 550"/>
                <a:gd name="T63" fmla="*/ 443 h 457"/>
                <a:gd name="T64" fmla="*/ 543 w 550"/>
                <a:gd name="T65" fmla="*/ 418 h 457"/>
                <a:gd name="T66" fmla="*/ 530 w 550"/>
                <a:gd name="T67" fmla="*/ 436 h 457"/>
                <a:gd name="T68" fmla="*/ 524 w 550"/>
                <a:gd name="T69" fmla="*/ 439 h 457"/>
                <a:gd name="T70" fmla="*/ 26 w 550"/>
                <a:gd name="T71" fmla="*/ 439 h 457"/>
                <a:gd name="T72" fmla="*/ 20 w 550"/>
                <a:gd name="T73" fmla="*/ 436 h 457"/>
                <a:gd name="T74" fmla="*/ 21 w 550"/>
                <a:gd name="T75" fmla="*/ 429 h 457"/>
                <a:gd name="T76" fmla="*/ 91 w 550"/>
                <a:gd name="T77" fmla="*/ 346 h 457"/>
                <a:gd name="T78" fmla="*/ 95 w 550"/>
                <a:gd name="T79" fmla="*/ 344 h 457"/>
                <a:gd name="T80" fmla="*/ 455 w 550"/>
                <a:gd name="T81" fmla="*/ 344 h 457"/>
                <a:gd name="T82" fmla="*/ 459 w 550"/>
                <a:gd name="T83" fmla="*/ 346 h 457"/>
                <a:gd name="T84" fmla="*/ 529 w 550"/>
                <a:gd name="T85" fmla="*/ 429 h 457"/>
                <a:gd name="T86" fmla="*/ 530 w 550"/>
                <a:gd name="T87" fmla="*/ 436 h 457"/>
                <a:gd name="T88" fmla="*/ 377 w 550"/>
                <a:gd name="T89" fmla="*/ 427 h 457"/>
                <a:gd name="T90" fmla="*/ 174 w 550"/>
                <a:gd name="T91" fmla="*/ 427 h 457"/>
                <a:gd name="T92" fmla="*/ 170 w 550"/>
                <a:gd name="T93" fmla="*/ 419 h 457"/>
                <a:gd name="T94" fmla="*/ 176 w 550"/>
                <a:gd name="T95" fmla="*/ 411 h 457"/>
                <a:gd name="T96" fmla="*/ 180 w 550"/>
                <a:gd name="T97" fmla="*/ 410 h 457"/>
                <a:gd name="T98" fmla="*/ 371 w 550"/>
                <a:gd name="T99" fmla="*/ 410 h 457"/>
                <a:gd name="T100" fmla="*/ 375 w 550"/>
                <a:gd name="T101" fmla="*/ 412 h 457"/>
                <a:gd name="T102" fmla="*/ 381 w 550"/>
                <a:gd name="T103" fmla="*/ 419 h 457"/>
                <a:gd name="T104" fmla="*/ 377 w 550"/>
                <a:gd name="T105" fmla="*/ 427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50" h="457">
                  <a:moveTo>
                    <a:pt x="119" y="306"/>
                  </a:moveTo>
                  <a:cubicBezTo>
                    <a:pt x="431" y="306"/>
                    <a:pt x="431" y="306"/>
                    <a:pt x="431" y="306"/>
                  </a:cubicBezTo>
                  <a:cubicBezTo>
                    <a:pt x="443" y="306"/>
                    <a:pt x="455" y="301"/>
                    <a:pt x="463" y="292"/>
                  </a:cubicBezTo>
                  <a:cubicBezTo>
                    <a:pt x="472" y="283"/>
                    <a:pt x="476" y="271"/>
                    <a:pt x="476" y="258"/>
                  </a:cubicBezTo>
                  <a:cubicBezTo>
                    <a:pt x="476" y="48"/>
                    <a:pt x="476" y="48"/>
                    <a:pt x="476" y="48"/>
                  </a:cubicBezTo>
                  <a:cubicBezTo>
                    <a:pt x="476" y="21"/>
                    <a:pt x="456" y="0"/>
                    <a:pt x="431" y="0"/>
                  </a:cubicBezTo>
                  <a:cubicBezTo>
                    <a:pt x="119" y="0"/>
                    <a:pt x="119" y="0"/>
                    <a:pt x="119" y="0"/>
                  </a:cubicBezTo>
                  <a:cubicBezTo>
                    <a:pt x="107" y="0"/>
                    <a:pt x="95" y="5"/>
                    <a:pt x="87" y="14"/>
                  </a:cubicBezTo>
                  <a:cubicBezTo>
                    <a:pt x="78" y="23"/>
                    <a:pt x="74" y="35"/>
                    <a:pt x="74" y="48"/>
                  </a:cubicBezTo>
                  <a:cubicBezTo>
                    <a:pt x="74" y="258"/>
                    <a:pt x="74" y="258"/>
                    <a:pt x="74" y="258"/>
                  </a:cubicBezTo>
                  <a:cubicBezTo>
                    <a:pt x="74" y="285"/>
                    <a:pt x="94" y="306"/>
                    <a:pt x="119" y="306"/>
                  </a:cubicBezTo>
                  <a:close/>
                  <a:moveTo>
                    <a:pt x="100" y="26"/>
                  </a:moveTo>
                  <a:cubicBezTo>
                    <a:pt x="105" y="21"/>
                    <a:pt x="112" y="18"/>
                    <a:pt x="119" y="18"/>
                  </a:cubicBezTo>
                  <a:cubicBezTo>
                    <a:pt x="431" y="18"/>
                    <a:pt x="431" y="18"/>
                    <a:pt x="431" y="18"/>
                  </a:cubicBezTo>
                  <a:cubicBezTo>
                    <a:pt x="446" y="18"/>
                    <a:pt x="458" y="31"/>
                    <a:pt x="458" y="48"/>
                  </a:cubicBezTo>
                  <a:cubicBezTo>
                    <a:pt x="458" y="258"/>
                    <a:pt x="458" y="258"/>
                    <a:pt x="458" y="258"/>
                  </a:cubicBezTo>
                  <a:cubicBezTo>
                    <a:pt x="458" y="267"/>
                    <a:pt x="455" y="274"/>
                    <a:pt x="450" y="280"/>
                  </a:cubicBezTo>
                  <a:cubicBezTo>
                    <a:pt x="445" y="285"/>
                    <a:pt x="438" y="288"/>
                    <a:pt x="431" y="288"/>
                  </a:cubicBezTo>
                  <a:cubicBezTo>
                    <a:pt x="119" y="288"/>
                    <a:pt x="119" y="288"/>
                    <a:pt x="119" y="288"/>
                  </a:cubicBezTo>
                  <a:cubicBezTo>
                    <a:pt x="104" y="288"/>
                    <a:pt x="92" y="275"/>
                    <a:pt x="92" y="258"/>
                  </a:cubicBezTo>
                  <a:cubicBezTo>
                    <a:pt x="92" y="48"/>
                    <a:pt x="92" y="48"/>
                    <a:pt x="92" y="48"/>
                  </a:cubicBezTo>
                  <a:cubicBezTo>
                    <a:pt x="92" y="40"/>
                    <a:pt x="95" y="32"/>
                    <a:pt x="100" y="26"/>
                  </a:cubicBezTo>
                  <a:close/>
                  <a:moveTo>
                    <a:pt x="543" y="418"/>
                  </a:moveTo>
                  <a:cubicBezTo>
                    <a:pt x="473" y="334"/>
                    <a:pt x="473" y="334"/>
                    <a:pt x="473" y="334"/>
                  </a:cubicBezTo>
                  <a:cubicBezTo>
                    <a:pt x="468" y="329"/>
                    <a:pt x="462" y="326"/>
                    <a:pt x="455" y="326"/>
                  </a:cubicBezTo>
                  <a:cubicBezTo>
                    <a:pt x="95" y="326"/>
                    <a:pt x="95" y="326"/>
                    <a:pt x="95" y="326"/>
                  </a:cubicBezTo>
                  <a:cubicBezTo>
                    <a:pt x="88" y="326"/>
                    <a:pt x="82" y="329"/>
                    <a:pt x="77" y="334"/>
                  </a:cubicBezTo>
                  <a:cubicBezTo>
                    <a:pt x="7" y="418"/>
                    <a:pt x="7" y="418"/>
                    <a:pt x="7" y="418"/>
                  </a:cubicBezTo>
                  <a:cubicBezTo>
                    <a:pt x="1" y="425"/>
                    <a:pt x="0" y="435"/>
                    <a:pt x="4" y="443"/>
                  </a:cubicBezTo>
                  <a:cubicBezTo>
                    <a:pt x="8" y="452"/>
                    <a:pt x="16" y="457"/>
                    <a:pt x="26" y="457"/>
                  </a:cubicBezTo>
                  <a:cubicBezTo>
                    <a:pt x="524" y="457"/>
                    <a:pt x="524" y="457"/>
                    <a:pt x="524" y="457"/>
                  </a:cubicBezTo>
                  <a:cubicBezTo>
                    <a:pt x="534" y="457"/>
                    <a:pt x="542" y="452"/>
                    <a:pt x="546" y="443"/>
                  </a:cubicBezTo>
                  <a:cubicBezTo>
                    <a:pt x="550" y="435"/>
                    <a:pt x="549" y="425"/>
                    <a:pt x="543" y="418"/>
                  </a:cubicBezTo>
                  <a:close/>
                  <a:moveTo>
                    <a:pt x="530" y="436"/>
                  </a:moveTo>
                  <a:cubicBezTo>
                    <a:pt x="529" y="438"/>
                    <a:pt x="527" y="439"/>
                    <a:pt x="524" y="439"/>
                  </a:cubicBezTo>
                  <a:cubicBezTo>
                    <a:pt x="26" y="439"/>
                    <a:pt x="26" y="439"/>
                    <a:pt x="26" y="439"/>
                  </a:cubicBezTo>
                  <a:cubicBezTo>
                    <a:pt x="23" y="439"/>
                    <a:pt x="21" y="438"/>
                    <a:pt x="20" y="436"/>
                  </a:cubicBezTo>
                  <a:cubicBezTo>
                    <a:pt x="19" y="433"/>
                    <a:pt x="20" y="431"/>
                    <a:pt x="21" y="429"/>
                  </a:cubicBezTo>
                  <a:cubicBezTo>
                    <a:pt x="91" y="346"/>
                    <a:pt x="91" y="346"/>
                    <a:pt x="91" y="346"/>
                  </a:cubicBezTo>
                  <a:cubicBezTo>
                    <a:pt x="92" y="344"/>
                    <a:pt x="94" y="344"/>
                    <a:pt x="95" y="344"/>
                  </a:cubicBezTo>
                  <a:cubicBezTo>
                    <a:pt x="455" y="344"/>
                    <a:pt x="455" y="344"/>
                    <a:pt x="455" y="344"/>
                  </a:cubicBezTo>
                  <a:cubicBezTo>
                    <a:pt x="456" y="344"/>
                    <a:pt x="458" y="344"/>
                    <a:pt x="459" y="346"/>
                  </a:cubicBezTo>
                  <a:cubicBezTo>
                    <a:pt x="529" y="429"/>
                    <a:pt x="529" y="429"/>
                    <a:pt x="529" y="429"/>
                  </a:cubicBezTo>
                  <a:cubicBezTo>
                    <a:pt x="530" y="431"/>
                    <a:pt x="531" y="433"/>
                    <a:pt x="530" y="436"/>
                  </a:cubicBezTo>
                  <a:close/>
                  <a:moveTo>
                    <a:pt x="377" y="427"/>
                  </a:moveTo>
                  <a:cubicBezTo>
                    <a:pt x="174" y="427"/>
                    <a:pt x="174" y="427"/>
                    <a:pt x="174" y="427"/>
                  </a:cubicBezTo>
                  <a:cubicBezTo>
                    <a:pt x="169" y="427"/>
                    <a:pt x="167" y="422"/>
                    <a:pt x="170" y="419"/>
                  </a:cubicBezTo>
                  <a:cubicBezTo>
                    <a:pt x="176" y="411"/>
                    <a:pt x="176" y="411"/>
                    <a:pt x="176" y="411"/>
                  </a:cubicBezTo>
                  <a:cubicBezTo>
                    <a:pt x="177" y="410"/>
                    <a:pt x="178" y="410"/>
                    <a:pt x="180" y="410"/>
                  </a:cubicBezTo>
                  <a:cubicBezTo>
                    <a:pt x="371" y="410"/>
                    <a:pt x="371" y="410"/>
                    <a:pt x="371" y="410"/>
                  </a:cubicBezTo>
                  <a:cubicBezTo>
                    <a:pt x="373" y="410"/>
                    <a:pt x="374" y="410"/>
                    <a:pt x="375" y="412"/>
                  </a:cubicBezTo>
                  <a:cubicBezTo>
                    <a:pt x="381" y="419"/>
                    <a:pt x="381" y="419"/>
                    <a:pt x="381" y="419"/>
                  </a:cubicBezTo>
                  <a:cubicBezTo>
                    <a:pt x="383" y="422"/>
                    <a:pt x="381" y="427"/>
                    <a:pt x="377" y="427"/>
                  </a:cubicBezTo>
                  <a:close/>
                </a:path>
              </a:pathLst>
            </a:custGeom>
            <a:solidFill>
              <a:srgbClr val="403C3A"/>
            </a:solidFill>
            <a:ln>
              <a:noFill/>
            </a:ln>
          </p:spPr>
          <p:txBody>
            <a:bodyPr vert="horz" wrap="square" lIns="0" tIns="0" rIns="0" bIns="0" numCol="1" anchor="t" anchorCtr="0" compatLnSpc="1">
              <a:prstTxWarp prst="textNoShape">
                <a:avLst/>
              </a:prstTxWarp>
            </a:bodyPr>
            <a:lstStyle/>
            <a:p>
              <a:pPr defTabSz="1028700">
                <a:defRPr/>
              </a:pPr>
              <a:endParaRPr lang="en-US" sz="1800" kern="0">
                <a:solidFill>
                  <a:srgbClr val="141414"/>
                </a:solidFill>
                <a:latin typeface="Wells Fargo Sans" panose="020B0503020203020204" pitchFamily="34" charset="0"/>
                <a:cs typeface="Arial" charset="0"/>
              </a:endParaRPr>
            </a:p>
          </p:txBody>
        </p:sp>
        <p:sp>
          <p:nvSpPr>
            <p:cNvPr id="275" name="Freeform 63">
              <a:extLst>
                <a:ext uri="{FF2B5EF4-FFF2-40B4-BE49-F238E27FC236}">
                  <a16:creationId xmlns:a16="http://schemas.microsoft.com/office/drawing/2014/main" id="{83D40729-B676-B595-CD9B-80DCEF694D03}"/>
                </a:ext>
              </a:extLst>
            </p:cNvPr>
            <p:cNvSpPr>
              <a:spLocks noChangeAspect="1" noEditPoints="1"/>
            </p:cNvSpPr>
            <p:nvPr/>
          </p:nvSpPr>
          <p:spPr bwMode="auto">
            <a:xfrm>
              <a:off x="7874580" y="2923211"/>
              <a:ext cx="315100" cy="219638"/>
            </a:xfrm>
            <a:custGeom>
              <a:avLst/>
              <a:gdLst>
                <a:gd name="T0" fmla="*/ 119 w 550"/>
                <a:gd name="T1" fmla="*/ 306 h 457"/>
                <a:gd name="T2" fmla="*/ 431 w 550"/>
                <a:gd name="T3" fmla="*/ 306 h 457"/>
                <a:gd name="T4" fmla="*/ 463 w 550"/>
                <a:gd name="T5" fmla="*/ 292 h 457"/>
                <a:gd name="T6" fmla="*/ 476 w 550"/>
                <a:gd name="T7" fmla="*/ 258 h 457"/>
                <a:gd name="T8" fmla="*/ 476 w 550"/>
                <a:gd name="T9" fmla="*/ 48 h 457"/>
                <a:gd name="T10" fmla="*/ 431 w 550"/>
                <a:gd name="T11" fmla="*/ 0 h 457"/>
                <a:gd name="T12" fmla="*/ 119 w 550"/>
                <a:gd name="T13" fmla="*/ 0 h 457"/>
                <a:gd name="T14" fmla="*/ 87 w 550"/>
                <a:gd name="T15" fmla="*/ 14 h 457"/>
                <a:gd name="T16" fmla="*/ 74 w 550"/>
                <a:gd name="T17" fmla="*/ 48 h 457"/>
                <a:gd name="T18" fmla="*/ 74 w 550"/>
                <a:gd name="T19" fmla="*/ 258 h 457"/>
                <a:gd name="T20" fmla="*/ 119 w 550"/>
                <a:gd name="T21" fmla="*/ 306 h 457"/>
                <a:gd name="T22" fmla="*/ 100 w 550"/>
                <a:gd name="T23" fmla="*/ 26 h 457"/>
                <a:gd name="T24" fmla="*/ 119 w 550"/>
                <a:gd name="T25" fmla="*/ 18 h 457"/>
                <a:gd name="T26" fmla="*/ 431 w 550"/>
                <a:gd name="T27" fmla="*/ 18 h 457"/>
                <a:gd name="T28" fmla="*/ 458 w 550"/>
                <a:gd name="T29" fmla="*/ 48 h 457"/>
                <a:gd name="T30" fmla="*/ 458 w 550"/>
                <a:gd name="T31" fmla="*/ 258 h 457"/>
                <a:gd name="T32" fmla="*/ 450 w 550"/>
                <a:gd name="T33" fmla="*/ 280 h 457"/>
                <a:gd name="T34" fmla="*/ 431 w 550"/>
                <a:gd name="T35" fmla="*/ 288 h 457"/>
                <a:gd name="T36" fmla="*/ 119 w 550"/>
                <a:gd name="T37" fmla="*/ 288 h 457"/>
                <a:gd name="T38" fmla="*/ 92 w 550"/>
                <a:gd name="T39" fmla="*/ 258 h 457"/>
                <a:gd name="T40" fmla="*/ 92 w 550"/>
                <a:gd name="T41" fmla="*/ 48 h 457"/>
                <a:gd name="T42" fmla="*/ 100 w 550"/>
                <a:gd name="T43" fmla="*/ 26 h 457"/>
                <a:gd name="T44" fmla="*/ 543 w 550"/>
                <a:gd name="T45" fmla="*/ 418 h 457"/>
                <a:gd name="T46" fmla="*/ 473 w 550"/>
                <a:gd name="T47" fmla="*/ 334 h 457"/>
                <a:gd name="T48" fmla="*/ 455 w 550"/>
                <a:gd name="T49" fmla="*/ 326 h 457"/>
                <a:gd name="T50" fmla="*/ 95 w 550"/>
                <a:gd name="T51" fmla="*/ 326 h 457"/>
                <a:gd name="T52" fmla="*/ 77 w 550"/>
                <a:gd name="T53" fmla="*/ 334 h 457"/>
                <a:gd name="T54" fmla="*/ 7 w 550"/>
                <a:gd name="T55" fmla="*/ 418 h 457"/>
                <a:gd name="T56" fmla="*/ 4 w 550"/>
                <a:gd name="T57" fmla="*/ 443 h 457"/>
                <a:gd name="T58" fmla="*/ 26 w 550"/>
                <a:gd name="T59" fmla="*/ 457 h 457"/>
                <a:gd name="T60" fmla="*/ 524 w 550"/>
                <a:gd name="T61" fmla="*/ 457 h 457"/>
                <a:gd name="T62" fmla="*/ 546 w 550"/>
                <a:gd name="T63" fmla="*/ 443 h 457"/>
                <a:gd name="T64" fmla="*/ 543 w 550"/>
                <a:gd name="T65" fmla="*/ 418 h 457"/>
                <a:gd name="T66" fmla="*/ 530 w 550"/>
                <a:gd name="T67" fmla="*/ 436 h 457"/>
                <a:gd name="T68" fmla="*/ 524 w 550"/>
                <a:gd name="T69" fmla="*/ 439 h 457"/>
                <a:gd name="T70" fmla="*/ 26 w 550"/>
                <a:gd name="T71" fmla="*/ 439 h 457"/>
                <a:gd name="T72" fmla="*/ 20 w 550"/>
                <a:gd name="T73" fmla="*/ 436 h 457"/>
                <a:gd name="T74" fmla="*/ 21 w 550"/>
                <a:gd name="T75" fmla="*/ 429 h 457"/>
                <a:gd name="T76" fmla="*/ 91 w 550"/>
                <a:gd name="T77" fmla="*/ 346 h 457"/>
                <a:gd name="T78" fmla="*/ 95 w 550"/>
                <a:gd name="T79" fmla="*/ 344 h 457"/>
                <a:gd name="T80" fmla="*/ 455 w 550"/>
                <a:gd name="T81" fmla="*/ 344 h 457"/>
                <a:gd name="T82" fmla="*/ 459 w 550"/>
                <a:gd name="T83" fmla="*/ 346 h 457"/>
                <a:gd name="T84" fmla="*/ 529 w 550"/>
                <a:gd name="T85" fmla="*/ 429 h 457"/>
                <a:gd name="T86" fmla="*/ 530 w 550"/>
                <a:gd name="T87" fmla="*/ 436 h 457"/>
                <a:gd name="T88" fmla="*/ 377 w 550"/>
                <a:gd name="T89" fmla="*/ 427 h 457"/>
                <a:gd name="T90" fmla="*/ 174 w 550"/>
                <a:gd name="T91" fmla="*/ 427 h 457"/>
                <a:gd name="T92" fmla="*/ 170 w 550"/>
                <a:gd name="T93" fmla="*/ 419 h 457"/>
                <a:gd name="T94" fmla="*/ 176 w 550"/>
                <a:gd name="T95" fmla="*/ 411 h 457"/>
                <a:gd name="T96" fmla="*/ 180 w 550"/>
                <a:gd name="T97" fmla="*/ 410 h 457"/>
                <a:gd name="T98" fmla="*/ 371 w 550"/>
                <a:gd name="T99" fmla="*/ 410 h 457"/>
                <a:gd name="T100" fmla="*/ 375 w 550"/>
                <a:gd name="T101" fmla="*/ 412 h 457"/>
                <a:gd name="T102" fmla="*/ 381 w 550"/>
                <a:gd name="T103" fmla="*/ 419 h 457"/>
                <a:gd name="T104" fmla="*/ 377 w 550"/>
                <a:gd name="T105" fmla="*/ 427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50" h="457">
                  <a:moveTo>
                    <a:pt x="119" y="306"/>
                  </a:moveTo>
                  <a:cubicBezTo>
                    <a:pt x="431" y="306"/>
                    <a:pt x="431" y="306"/>
                    <a:pt x="431" y="306"/>
                  </a:cubicBezTo>
                  <a:cubicBezTo>
                    <a:pt x="443" y="306"/>
                    <a:pt x="455" y="301"/>
                    <a:pt x="463" y="292"/>
                  </a:cubicBezTo>
                  <a:cubicBezTo>
                    <a:pt x="472" y="283"/>
                    <a:pt x="476" y="271"/>
                    <a:pt x="476" y="258"/>
                  </a:cubicBezTo>
                  <a:cubicBezTo>
                    <a:pt x="476" y="48"/>
                    <a:pt x="476" y="48"/>
                    <a:pt x="476" y="48"/>
                  </a:cubicBezTo>
                  <a:cubicBezTo>
                    <a:pt x="476" y="21"/>
                    <a:pt x="456" y="0"/>
                    <a:pt x="431" y="0"/>
                  </a:cubicBezTo>
                  <a:cubicBezTo>
                    <a:pt x="119" y="0"/>
                    <a:pt x="119" y="0"/>
                    <a:pt x="119" y="0"/>
                  </a:cubicBezTo>
                  <a:cubicBezTo>
                    <a:pt x="107" y="0"/>
                    <a:pt x="95" y="5"/>
                    <a:pt x="87" y="14"/>
                  </a:cubicBezTo>
                  <a:cubicBezTo>
                    <a:pt x="78" y="23"/>
                    <a:pt x="74" y="35"/>
                    <a:pt x="74" y="48"/>
                  </a:cubicBezTo>
                  <a:cubicBezTo>
                    <a:pt x="74" y="258"/>
                    <a:pt x="74" y="258"/>
                    <a:pt x="74" y="258"/>
                  </a:cubicBezTo>
                  <a:cubicBezTo>
                    <a:pt x="74" y="285"/>
                    <a:pt x="94" y="306"/>
                    <a:pt x="119" y="306"/>
                  </a:cubicBezTo>
                  <a:close/>
                  <a:moveTo>
                    <a:pt x="100" y="26"/>
                  </a:moveTo>
                  <a:cubicBezTo>
                    <a:pt x="105" y="21"/>
                    <a:pt x="112" y="18"/>
                    <a:pt x="119" y="18"/>
                  </a:cubicBezTo>
                  <a:cubicBezTo>
                    <a:pt x="431" y="18"/>
                    <a:pt x="431" y="18"/>
                    <a:pt x="431" y="18"/>
                  </a:cubicBezTo>
                  <a:cubicBezTo>
                    <a:pt x="446" y="18"/>
                    <a:pt x="458" y="31"/>
                    <a:pt x="458" y="48"/>
                  </a:cubicBezTo>
                  <a:cubicBezTo>
                    <a:pt x="458" y="258"/>
                    <a:pt x="458" y="258"/>
                    <a:pt x="458" y="258"/>
                  </a:cubicBezTo>
                  <a:cubicBezTo>
                    <a:pt x="458" y="267"/>
                    <a:pt x="455" y="274"/>
                    <a:pt x="450" y="280"/>
                  </a:cubicBezTo>
                  <a:cubicBezTo>
                    <a:pt x="445" y="285"/>
                    <a:pt x="438" y="288"/>
                    <a:pt x="431" y="288"/>
                  </a:cubicBezTo>
                  <a:cubicBezTo>
                    <a:pt x="119" y="288"/>
                    <a:pt x="119" y="288"/>
                    <a:pt x="119" y="288"/>
                  </a:cubicBezTo>
                  <a:cubicBezTo>
                    <a:pt x="104" y="288"/>
                    <a:pt x="92" y="275"/>
                    <a:pt x="92" y="258"/>
                  </a:cubicBezTo>
                  <a:cubicBezTo>
                    <a:pt x="92" y="48"/>
                    <a:pt x="92" y="48"/>
                    <a:pt x="92" y="48"/>
                  </a:cubicBezTo>
                  <a:cubicBezTo>
                    <a:pt x="92" y="40"/>
                    <a:pt x="95" y="32"/>
                    <a:pt x="100" y="26"/>
                  </a:cubicBezTo>
                  <a:close/>
                  <a:moveTo>
                    <a:pt x="543" y="418"/>
                  </a:moveTo>
                  <a:cubicBezTo>
                    <a:pt x="473" y="334"/>
                    <a:pt x="473" y="334"/>
                    <a:pt x="473" y="334"/>
                  </a:cubicBezTo>
                  <a:cubicBezTo>
                    <a:pt x="468" y="329"/>
                    <a:pt x="462" y="326"/>
                    <a:pt x="455" y="326"/>
                  </a:cubicBezTo>
                  <a:cubicBezTo>
                    <a:pt x="95" y="326"/>
                    <a:pt x="95" y="326"/>
                    <a:pt x="95" y="326"/>
                  </a:cubicBezTo>
                  <a:cubicBezTo>
                    <a:pt x="88" y="326"/>
                    <a:pt x="82" y="329"/>
                    <a:pt x="77" y="334"/>
                  </a:cubicBezTo>
                  <a:cubicBezTo>
                    <a:pt x="7" y="418"/>
                    <a:pt x="7" y="418"/>
                    <a:pt x="7" y="418"/>
                  </a:cubicBezTo>
                  <a:cubicBezTo>
                    <a:pt x="1" y="425"/>
                    <a:pt x="0" y="435"/>
                    <a:pt x="4" y="443"/>
                  </a:cubicBezTo>
                  <a:cubicBezTo>
                    <a:pt x="8" y="452"/>
                    <a:pt x="16" y="457"/>
                    <a:pt x="26" y="457"/>
                  </a:cubicBezTo>
                  <a:cubicBezTo>
                    <a:pt x="524" y="457"/>
                    <a:pt x="524" y="457"/>
                    <a:pt x="524" y="457"/>
                  </a:cubicBezTo>
                  <a:cubicBezTo>
                    <a:pt x="534" y="457"/>
                    <a:pt x="542" y="452"/>
                    <a:pt x="546" y="443"/>
                  </a:cubicBezTo>
                  <a:cubicBezTo>
                    <a:pt x="550" y="435"/>
                    <a:pt x="549" y="425"/>
                    <a:pt x="543" y="418"/>
                  </a:cubicBezTo>
                  <a:close/>
                  <a:moveTo>
                    <a:pt x="530" y="436"/>
                  </a:moveTo>
                  <a:cubicBezTo>
                    <a:pt x="529" y="438"/>
                    <a:pt x="527" y="439"/>
                    <a:pt x="524" y="439"/>
                  </a:cubicBezTo>
                  <a:cubicBezTo>
                    <a:pt x="26" y="439"/>
                    <a:pt x="26" y="439"/>
                    <a:pt x="26" y="439"/>
                  </a:cubicBezTo>
                  <a:cubicBezTo>
                    <a:pt x="23" y="439"/>
                    <a:pt x="21" y="438"/>
                    <a:pt x="20" y="436"/>
                  </a:cubicBezTo>
                  <a:cubicBezTo>
                    <a:pt x="19" y="433"/>
                    <a:pt x="20" y="431"/>
                    <a:pt x="21" y="429"/>
                  </a:cubicBezTo>
                  <a:cubicBezTo>
                    <a:pt x="91" y="346"/>
                    <a:pt x="91" y="346"/>
                    <a:pt x="91" y="346"/>
                  </a:cubicBezTo>
                  <a:cubicBezTo>
                    <a:pt x="92" y="344"/>
                    <a:pt x="94" y="344"/>
                    <a:pt x="95" y="344"/>
                  </a:cubicBezTo>
                  <a:cubicBezTo>
                    <a:pt x="455" y="344"/>
                    <a:pt x="455" y="344"/>
                    <a:pt x="455" y="344"/>
                  </a:cubicBezTo>
                  <a:cubicBezTo>
                    <a:pt x="456" y="344"/>
                    <a:pt x="458" y="344"/>
                    <a:pt x="459" y="346"/>
                  </a:cubicBezTo>
                  <a:cubicBezTo>
                    <a:pt x="529" y="429"/>
                    <a:pt x="529" y="429"/>
                    <a:pt x="529" y="429"/>
                  </a:cubicBezTo>
                  <a:cubicBezTo>
                    <a:pt x="530" y="431"/>
                    <a:pt x="531" y="433"/>
                    <a:pt x="530" y="436"/>
                  </a:cubicBezTo>
                  <a:close/>
                  <a:moveTo>
                    <a:pt x="377" y="427"/>
                  </a:moveTo>
                  <a:cubicBezTo>
                    <a:pt x="174" y="427"/>
                    <a:pt x="174" y="427"/>
                    <a:pt x="174" y="427"/>
                  </a:cubicBezTo>
                  <a:cubicBezTo>
                    <a:pt x="169" y="427"/>
                    <a:pt x="167" y="422"/>
                    <a:pt x="170" y="419"/>
                  </a:cubicBezTo>
                  <a:cubicBezTo>
                    <a:pt x="176" y="411"/>
                    <a:pt x="176" y="411"/>
                    <a:pt x="176" y="411"/>
                  </a:cubicBezTo>
                  <a:cubicBezTo>
                    <a:pt x="177" y="410"/>
                    <a:pt x="178" y="410"/>
                    <a:pt x="180" y="410"/>
                  </a:cubicBezTo>
                  <a:cubicBezTo>
                    <a:pt x="371" y="410"/>
                    <a:pt x="371" y="410"/>
                    <a:pt x="371" y="410"/>
                  </a:cubicBezTo>
                  <a:cubicBezTo>
                    <a:pt x="373" y="410"/>
                    <a:pt x="374" y="410"/>
                    <a:pt x="375" y="412"/>
                  </a:cubicBezTo>
                  <a:cubicBezTo>
                    <a:pt x="381" y="419"/>
                    <a:pt x="381" y="419"/>
                    <a:pt x="381" y="419"/>
                  </a:cubicBezTo>
                  <a:cubicBezTo>
                    <a:pt x="383" y="422"/>
                    <a:pt x="381" y="427"/>
                    <a:pt x="377" y="427"/>
                  </a:cubicBezTo>
                  <a:close/>
                </a:path>
              </a:pathLst>
            </a:custGeom>
            <a:solidFill>
              <a:srgbClr val="403C3A"/>
            </a:solidFill>
            <a:ln>
              <a:noFill/>
            </a:ln>
          </p:spPr>
          <p:txBody>
            <a:bodyPr vert="horz" wrap="square" lIns="0" tIns="0" rIns="0" bIns="0" numCol="1" anchor="t" anchorCtr="0" compatLnSpc="1">
              <a:prstTxWarp prst="textNoShape">
                <a:avLst/>
              </a:prstTxWarp>
            </a:bodyPr>
            <a:lstStyle/>
            <a:p>
              <a:pPr defTabSz="1028700">
                <a:defRPr/>
              </a:pPr>
              <a:endParaRPr lang="en-US" sz="1800" kern="0">
                <a:solidFill>
                  <a:srgbClr val="141414"/>
                </a:solidFill>
                <a:latin typeface="Wells Fargo Sans" panose="020B0503020203020204" pitchFamily="34" charset="0"/>
                <a:cs typeface="Arial" charset="0"/>
              </a:endParaRPr>
            </a:p>
          </p:txBody>
        </p:sp>
        <p:cxnSp>
          <p:nvCxnSpPr>
            <p:cNvPr id="291" name="Straight Connector 290">
              <a:extLst>
                <a:ext uri="{FF2B5EF4-FFF2-40B4-BE49-F238E27FC236}">
                  <a16:creationId xmlns:a16="http://schemas.microsoft.com/office/drawing/2014/main" id="{D40F8831-487D-CB33-D8C8-E9238BBA341D}"/>
                </a:ext>
              </a:extLst>
            </p:cNvPr>
            <p:cNvCxnSpPr>
              <a:cxnSpLocks/>
            </p:cNvCxnSpPr>
            <p:nvPr/>
          </p:nvCxnSpPr>
          <p:spPr>
            <a:xfrm flipH="1">
              <a:off x="10139363" y="4796971"/>
              <a:ext cx="391171" cy="0"/>
            </a:xfrm>
            <a:prstGeom prst="line">
              <a:avLst/>
            </a:prstGeom>
            <a:noFill/>
            <a:ln w="12700" cap="sq" cmpd="sng" algn="ctr">
              <a:solidFill>
                <a:srgbClr val="787070"/>
              </a:solidFill>
              <a:prstDash val="dash"/>
            </a:ln>
            <a:effectLst/>
          </p:spPr>
        </p:cxnSp>
        <p:sp>
          <p:nvSpPr>
            <p:cNvPr id="294" name="Freeform 63">
              <a:extLst>
                <a:ext uri="{FF2B5EF4-FFF2-40B4-BE49-F238E27FC236}">
                  <a16:creationId xmlns:a16="http://schemas.microsoft.com/office/drawing/2014/main" id="{31C0DE5E-EB78-F01E-08B2-5C235DA859D8}"/>
                </a:ext>
              </a:extLst>
            </p:cNvPr>
            <p:cNvSpPr>
              <a:spLocks noChangeAspect="1" noEditPoints="1"/>
            </p:cNvSpPr>
            <p:nvPr/>
          </p:nvSpPr>
          <p:spPr bwMode="auto">
            <a:xfrm>
              <a:off x="7308928" y="3252508"/>
              <a:ext cx="315100" cy="219638"/>
            </a:xfrm>
            <a:custGeom>
              <a:avLst/>
              <a:gdLst>
                <a:gd name="T0" fmla="*/ 119 w 550"/>
                <a:gd name="T1" fmla="*/ 306 h 457"/>
                <a:gd name="T2" fmla="*/ 431 w 550"/>
                <a:gd name="T3" fmla="*/ 306 h 457"/>
                <a:gd name="T4" fmla="*/ 463 w 550"/>
                <a:gd name="T5" fmla="*/ 292 h 457"/>
                <a:gd name="T6" fmla="*/ 476 w 550"/>
                <a:gd name="T7" fmla="*/ 258 h 457"/>
                <a:gd name="T8" fmla="*/ 476 w 550"/>
                <a:gd name="T9" fmla="*/ 48 h 457"/>
                <a:gd name="T10" fmla="*/ 431 w 550"/>
                <a:gd name="T11" fmla="*/ 0 h 457"/>
                <a:gd name="T12" fmla="*/ 119 w 550"/>
                <a:gd name="T13" fmla="*/ 0 h 457"/>
                <a:gd name="T14" fmla="*/ 87 w 550"/>
                <a:gd name="T15" fmla="*/ 14 h 457"/>
                <a:gd name="T16" fmla="*/ 74 w 550"/>
                <a:gd name="T17" fmla="*/ 48 h 457"/>
                <a:gd name="T18" fmla="*/ 74 w 550"/>
                <a:gd name="T19" fmla="*/ 258 h 457"/>
                <a:gd name="T20" fmla="*/ 119 w 550"/>
                <a:gd name="T21" fmla="*/ 306 h 457"/>
                <a:gd name="T22" fmla="*/ 100 w 550"/>
                <a:gd name="T23" fmla="*/ 26 h 457"/>
                <a:gd name="T24" fmla="*/ 119 w 550"/>
                <a:gd name="T25" fmla="*/ 18 h 457"/>
                <a:gd name="T26" fmla="*/ 431 w 550"/>
                <a:gd name="T27" fmla="*/ 18 h 457"/>
                <a:gd name="T28" fmla="*/ 458 w 550"/>
                <a:gd name="T29" fmla="*/ 48 h 457"/>
                <a:gd name="T30" fmla="*/ 458 w 550"/>
                <a:gd name="T31" fmla="*/ 258 h 457"/>
                <a:gd name="T32" fmla="*/ 450 w 550"/>
                <a:gd name="T33" fmla="*/ 280 h 457"/>
                <a:gd name="T34" fmla="*/ 431 w 550"/>
                <a:gd name="T35" fmla="*/ 288 h 457"/>
                <a:gd name="T36" fmla="*/ 119 w 550"/>
                <a:gd name="T37" fmla="*/ 288 h 457"/>
                <a:gd name="T38" fmla="*/ 92 w 550"/>
                <a:gd name="T39" fmla="*/ 258 h 457"/>
                <a:gd name="T40" fmla="*/ 92 w 550"/>
                <a:gd name="T41" fmla="*/ 48 h 457"/>
                <a:gd name="T42" fmla="*/ 100 w 550"/>
                <a:gd name="T43" fmla="*/ 26 h 457"/>
                <a:gd name="T44" fmla="*/ 543 w 550"/>
                <a:gd name="T45" fmla="*/ 418 h 457"/>
                <a:gd name="T46" fmla="*/ 473 w 550"/>
                <a:gd name="T47" fmla="*/ 334 h 457"/>
                <a:gd name="T48" fmla="*/ 455 w 550"/>
                <a:gd name="T49" fmla="*/ 326 h 457"/>
                <a:gd name="T50" fmla="*/ 95 w 550"/>
                <a:gd name="T51" fmla="*/ 326 h 457"/>
                <a:gd name="T52" fmla="*/ 77 w 550"/>
                <a:gd name="T53" fmla="*/ 334 h 457"/>
                <a:gd name="T54" fmla="*/ 7 w 550"/>
                <a:gd name="T55" fmla="*/ 418 h 457"/>
                <a:gd name="T56" fmla="*/ 4 w 550"/>
                <a:gd name="T57" fmla="*/ 443 h 457"/>
                <a:gd name="T58" fmla="*/ 26 w 550"/>
                <a:gd name="T59" fmla="*/ 457 h 457"/>
                <a:gd name="T60" fmla="*/ 524 w 550"/>
                <a:gd name="T61" fmla="*/ 457 h 457"/>
                <a:gd name="T62" fmla="*/ 546 w 550"/>
                <a:gd name="T63" fmla="*/ 443 h 457"/>
                <a:gd name="T64" fmla="*/ 543 w 550"/>
                <a:gd name="T65" fmla="*/ 418 h 457"/>
                <a:gd name="T66" fmla="*/ 530 w 550"/>
                <a:gd name="T67" fmla="*/ 436 h 457"/>
                <a:gd name="T68" fmla="*/ 524 w 550"/>
                <a:gd name="T69" fmla="*/ 439 h 457"/>
                <a:gd name="T70" fmla="*/ 26 w 550"/>
                <a:gd name="T71" fmla="*/ 439 h 457"/>
                <a:gd name="T72" fmla="*/ 20 w 550"/>
                <a:gd name="T73" fmla="*/ 436 h 457"/>
                <a:gd name="T74" fmla="*/ 21 w 550"/>
                <a:gd name="T75" fmla="*/ 429 h 457"/>
                <a:gd name="T76" fmla="*/ 91 w 550"/>
                <a:gd name="T77" fmla="*/ 346 h 457"/>
                <a:gd name="T78" fmla="*/ 95 w 550"/>
                <a:gd name="T79" fmla="*/ 344 h 457"/>
                <a:gd name="T80" fmla="*/ 455 w 550"/>
                <a:gd name="T81" fmla="*/ 344 h 457"/>
                <a:gd name="T82" fmla="*/ 459 w 550"/>
                <a:gd name="T83" fmla="*/ 346 h 457"/>
                <a:gd name="T84" fmla="*/ 529 w 550"/>
                <a:gd name="T85" fmla="*/ 429 h 457"/>
                <a:gd name="T86" fmla="*/ 530 w 550"/>
                <a:gd name="T87" fmla="*/ 436 h 457"/>
                <a:gd name="T88" fmla="*/ 377 w 550"/>
                <a:gd name="T89" fmla="*/ 427 h 457"/>
                <a:gd name="T90" fmla="*/ 174 w 550"/>
                <a:gd name="T91" fmla="*/ 427 h 457"/>
                <a:gd name="T92" fmla="*/ 170 w 550"/>
                <a:gd name="T93" fmla="*/ 419 h 457"/>
                <a:gd name="T94" fmla="*/ 176 w 550"/>
                <a:gd name="T95" fmla="*/ 411 h 457"/>
                <a:gd name="T96" fmla="*/ 180 w 550"/>
                <a:gd name="T97" fmla="*/ 410 h 457"/>
                <a:gd name="T98" fmla="*/ 371 w 550"/>
                <a:gd name="T99" fmla="*/ 410 h 457"/>
                <a:gd name="T100" fmla="*/ 375 w 550"/>
                <a:gd name="T101" fmla="*/ 412 h 457"/>
                <a:gd name="T102" fmla="*/ 381 w 550"/>
                <a:gd name="T103" fmla="*/ 419 h 457"/>
                <a:gd name="T104" fmla="*/ 377 w 550"/>
                <a:gd name="T105" fmla="*/ 427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50" h="457">
                  <a:moveTo>
                    <a:pt x="119" y="306"/>
                  </a:moveTo>
                  <a:cubicBezTo>
                    <a:pt x="431" y="306"/>
                    <a:pt x="431" y="306"/>
                    <a:pt x="431" y="306"/>
                  </a:cubicBezTo>
                  <a:cubicBezTo>
                    <a:pt x="443" y="306"/>
                    <a:pt x="455" y="301"/>
                    <a:pt x="463" y="292"/>
                  </a:cubicBezTo>
                  <a:cubicBezTo>
                    <a:pt x="472" y="283"/>
                    <a:pt x="476" y="271"/>
                    <a:pt x="476" y="258"/>
                  </a:cubicBezTo>
                  <a:cubicBezTo>
                    <a:pt x="476" y="48"/>
                    <a:pt x="476" y="48"/>
                    <a:pt x="476" y="48"/>
                  </a:cubicBezTo>
                  <a:cubicBezTo>
                    <a:pt x="476" y="21"/>
                    <a:pt x="456" y="0"/>
                    <a:pt x="431" y="0"/>
                  </a:cubicBezTo>
                  <a:cubicBezTo>
                    <a:pt x="119" y="0"/>
                    <a:pt x="119" y="0"/>
                    <a:pt x="119" y="0"/>
                  </a:cubicBezTo>
                  <a:cubicBezTo>
                    <a:pt x="107" y="0"/>
                    <a:pt x="95" y="5"/>
                    <a:pt x="87" y="14"/>
                  </a:cubicBezTo>
                  <a:cubicBezTo>
                    <a:pt x="78" y="23"/>
                    <a:pt x="74" y="35"/>
                    <a:pt x="74" y="48"/>
                  </a:cubicBezTo>
                  <a:cubicBezTo>
                    <a:pt x="74" y="258"/>
                    <a:pt x="74" y="258"/>
                    <a:pt x="74" y="258"/>
                  </a:cubicBezTo>
                  <a:cubicBezTo>
                    <a:pt x="74" y="285"/>
                    <a:pt x="94" y="306"/>
                    <a:pt x="119" y="306"/>
                  </a:cubicBezTo>
                  <a:close/>
                  <a:moveTo>
                    <a:pt x="100" y="26"/>
                  </a:moveTo>
                  <a:cubicBezTo>
                    <a:pt x="105" y="21"/>
                    <a:pt x="112" y="18"/>
                    <a:pt x="119" y="18"/>
                  </a:cubicBezTo>
                  <a:cubicBezTo>
                    <a:pt x="431" y="18"/>
                    <a:pt x="431" y="18"/>
                    <a:pt x="431" y="18"/>
                  </a:cubicBezTo>
                  <a:cubicBezTo>
                    <a:pt x="446" y="18"/>
                    <a:pt x="458" y="31"/>
                    <a:pt x="458" y="48"/>
                  </a:cubicBezTo>
                  <a:cubicBezTo>
                    <a:pt x="458" y="258"/>
                    <a:pt x="458" y="258"/>
                    <a:pt x="458" y="258"/>
                  </a:cubicBezTo>
                  <a:cubicBezTo>
                    <a:pt x="458" y="267"/>
                    <a:pt x="455" y="274"/>
                    <a:pt x="450" y="280"/>
                  </a:cubicBezTo>
                  <a:cubicBezTo>
                    <a:pt x="445" y="285"/>
                    <a:pt x="438" y="288"/>
                    <a:pt x="431" y="288"/>
                  </a:cubicBezTo>
                  <a:cubicBezTo>
                    <a:pt x="119" y="288"/>
                    <a:pt x="119" y="288"/>
                    <a:pt x="119" y="288"/>
                  </a:cubicBezTo>
                  <a:cubicBezTo>
                    <a:pt x="104" y="288"/>
                    <a:pt x="92" y="275"/>
                    <a:pt x="92" y="258"/>
                  </a:cubicBezTo>
                  <a:cubicBezTo>
                    <a:pt x="92" y="48"/>
                    <a:pt x="92" y="48"/>
                    <a:pt x="92" y="48"/>
                  </a:cubicBezTo>
                  <a:cubicBezTo>
                    <a:pt x="92" y="40"/>
                    <a:pt x="95" y="32"/>
                    <a:pt x="100" y="26"/>
                  </a:cubicBezTo>
                  <a:close/>
                  <a:moveTo>
                    <a:pt x="543" y="418"/>
                  </a:moveTo>
                  <a:cubicBezTo>
                    <a:pt x="473" y="334"/>
                    <a:pt x="473" y="334"/>
                    <a:pt x="473" y="334"/>
                  </a:cubicBezTo>
                  <a:cubicBezTo>
                    <a:pt x="468" y="329"/>
                    <a:pt x="462" y="326"/>
                    <a:pt x="455" y="326"/>
                  </a:cubicBezTo>
                  <a:cubicBezTo>
                    <a:pt x="95" y="326"/>
                    <a:pt x="95" y="326"/>
                    <a:pt x="95" y="326"/>
                  </a:cubicBezTo>
                  <a:cubicBezTo>
                    <a:pt x="88" y="326"/>
                    <a:pt x="82" y="329"/>
                    <a:pt x="77" y="334"/>
                  </a:cubicBezTo>
                  <a:cubicBezTo>
                    <a:pt x="7" y="418"/>
                    <a:pt x="7" y="418"/>
                    <a:pt x="7" y="418"/>
                  </a:cubicBezTo>
                  <a:cubicBezTo>
                    <a:pt x="1" y="425"/>
                    <a:pt x="0" y="435"/>
                    <a:pt x="4" y="443"/>
                  </a:cubicBezTo>
                  <a:cubicBezTo>
                    <a:pt x="8" y="452"/>
                    <a:pt x="16" y="457"/>
                    <a:pt x="26" y="457"/>
                  </a:cubicBezTo>
                  <a:cubicBezTo>
                    <a:pt x="524" y="457"/>
                    <a:pt x="524" y="457"/>
                    <a:pt x="524" y="457"/>
                  </a:cubicBezTo>
                  <a:cubicBezTo>
                    <a:pt x="534" y="457"/>
                    <a:pt x="542" y="452"/>
                    <a:pt x="546" y="443"/>
                  </a:cubicBezTo>
                  <a:cubicBezTo>
                    <a:pt x="550" y="435"/>
                    <a:pt x="549" y="425"/>
                    <a:pt x="543" y="418"/>
                  </a:cubicBezTo>
                  <a:close/>
                  <a:moveTo>
                    <a:pt x="530" y="436"/>
                  </a:moveTo>
                  <a:cubicBezTo>
                    <a:pt x="529" y="438"/>
                    <a:pt x="527" y="439"/>
                    <a:pt x="524" y="439"/>
                  </a:cubicBezTo>
                  <a:cubicBezTo>
                    <a:pt x="26" y="439"/>
                    <a:pt x="26" y="439"/>
                    <a:pt x="26" y="439"/>
                  </a:cubicBezTo>
                  <a:cubicBezTo>
                    <a:pt x="23" y="439"/>
                    <a:pt x="21" y="438"/>
                    <a:pt x="20" y="436"/>
                  </a:cubicBezTo>
                  <a:cubicBezTo>
                    <a:pt x="19" y="433"/>
                    <a:pt x="20" y="431"/>
                    <a:pt x="21" y="429"/>
                  </a:cubicBezTo>
                  <a:cubicBezTo>
                    <a:pt x="91" y="346"/>
                    <a:pt x="91" y="346"/>
                    <a:pt x="91" y="346"/>
                  </a:cubicBezTo>
                  <a:cubicBezTo>
                    <a:pt x="92" y="344"/>
                    <a:pt x="94" y="344"/>
                    <a:pt x="95" y="344"/>
                  </a:cubicBezTo>
                  <a:cubicBezTo>
                    <a:pt x="455" y="344"/>
                    <a:pt x="455" y="344"/>
                    <a:pt x="455" y="344"/>
                  </a:cubicBezTo>
                  <a:cubicBezTo>
                    <a:pt x="456" y="344"/>
                    <a:pt x="458" y="344"/>
                    <a:pt x="459" y="346"/>
                  </a:cubicBezTo>
                  <a:cubicBezTo>
                    <a:pt x="529" y="429"/>
                    <a:pt x="529" y="429"/>
                    <a:pt x="529" y="429"/>
                  </a:cubicBezTo>
                  <a:cubicBezTo>
                    <a:pt x="530" y="431"/>
                    <a:pt x="531" y="433"/>
                    <a:pt x="530" y="436"/>
                  </a:cubicBezTo>
                  <a:close/>
                  <a:moveTo>
                    <a:pt x="377" y="427"/>
                  </a:moveTo>
                  <a:cubicBezTo>
                    <a:pt x="174" y="427"/>
                    <a:pt x="174" y="427"/>
                    <a:pt x="174" y="427"/>
                  </a:cubicBezTo>
                  <a:cubicBezTo>
                    <a:pt x="169" y="427"/>
                    <a:pt x="167" y="422"/>
                    <a:pt x="170" y="419"/>
                  </a:cubicBezTo>
                  <a:cubicBezTo>
                    <a:pt x="176" y="411"/>
                    <a:pt x="176" y="411"/>
                    <a:pt x="176" y="411"/>
                  </a:cubicBezTo>
                  <a:cubicBezTo>
                    <a:pt x="177" y="410"/>
                    <a:pt x="178" y="410"/>
                    <a:pt x="180" y="410"/>
                  </a:cubicBezTo>
                  <a:cubicBezTo>
                    <a:pt x="371" y="410"/>
                    <a:pt x="371" y="410"/>
                    <a:pt x="371" y="410"/>
                  </a:cubicBezTo>
                  <a:cubicBezTo>
                    <a:pt x="373" y="410"/>
                    <a:pt x="374" y="410"/>
                    <a:pt x="375" y="412"/>
                  </a:cubicBezTo>
                  <a:cubicBezTo>
                    <a:pt x="381" y="419"/>
                    <a:pt x="381" y="419"/>
                    <a:pt x="381" y="419"/>
                  </a:cubicBezTo>
                  <a:cubicBezTo>
                    <a:pt x="383" y="422"/>
                    <a:pt x="381" y="427"/>
                    <a:pt x="377" y="427"/>
                  </a:cubicBezTo>
                  <a:close/>
                </a:path>
              </a:pathLst>
            </a:custGeom>
            <a:solidFill>
              <a:srgbClr val="4D47B3"/>
            </a:solidFill>
            <a:ln>
              <a:noFill/>
            </a:ln>
          </p:spPr>
          <p:txBody>
            <a:bodyPr vert="horz" wrap="square" lIns="0" tIns="0" rIns="0" bIns="0" numCol="1" anchor="t" anchorCtr="0" compatLnSpc="1">
              <a:prstTxWarp prst="textNoShape">
                <a:avLst/>
              </a:prstTxWarp>
            </a:bodyPr>
            <a:lstStyle/>
            <a:p>
              <a:pPr defTabSz="1028700">
                <a:defRPr/>
              </a:pPr>
              <a:endParaRPr lang="en-US" sz="1800" kern="0">
                <a:solidFill>
                  <a:srgbClr val="141414"/>
                </a:solidFill>
                <a:latin typeface="Wells Fargo Sans" panose="020B0503020203020204" pitchFamily="34" charset="0"/>
                <a:cs typeface="Arial" charset="0"/>
              </a:endParaRPr>
            </a:p>
          </p:txBody>
        </p:sp>
      </p:grpSp>
      <p:sp>
        <p:nvSpPr>
          <p:cNvPr id="16" name="Text Placeholder 6">
            <a:extLst>
              <a:ext uri="{FF2B5EF4-FFF2-40B4-BE49-F238E27FC236}">
                <a16:creationId xmlns:a16="http://schemas.microsoft.com/office/drawing/2014/main" id="{28BED72F-6D63-CC7E-06B6-56D615977599}"/>
              </a:ext>
            </a:extLst>
          </p:cNvPr>
          <p:cNvSpPr>
            <a:spLocks noGrp="1"/>
          </p:cNvSpPr>
          <p:nvPr>
            <p:ph type="body" sz="quarter" idx="36"/>
          </p:nvPr>
        </p:nvSpPr>
        <p:spPr>
          <a:xfrm>
            <a:off x="766764" y="2438400"/>
            <a:ext cx="22853650" cy="457200"/>
          </a:xfrm>
        </p:spPr>
        <p:txBody>
          <a:bodyPr/>
          <a:lstStyle/>
          <a:p>
            <a:r>
              <a:rPr lang="en-US"/>
              <a:t>Servicing today is conducted in product silos with multiple touchpoints, manual processes, and lack of visibility</a:t>
            </a:r>
          </a:p>
        </p:txBody>
      </p:sp>
      <p:sp>
        <p:nvSpPr>
          <p:cNvPr id="18" name="TextBox 17">
            <a:extLst>
              <a:ext uri="{FF2B5EF4-FFF2-40B4-BE49-F238E27FC236}">
                <a16:creationId xmlns:a16="http://schemas.microsoft.com/office/drawing/2014/main" id="{6DC0F867-9F2D-53E5-5A30-B3777BFBAE25}"/>
              </a:ext>
            </a:extLst>
          </p:cNvPr>
          <p:cNvSpPr txBox="1"/>
          <p:nvPr/>
        </p:nvSpPr>
        <p:spPr>
          <a:xfrm>
            <a:off x="535290" y="3311617"/>
            <a:ext cx="23173078" cy="1887696"/>
          </a:xfrm>
          <a:prstGeom prst="rect">
            <a:avLst/>
          </a:prstGeom>
          <a:noFill/>
        </p:spPr>
        <p:txBody>
          <a:bodyPr wrap="square">
            <a:spAutoFit/>
          </a:bodyPr>
          <a:lstStyle/>
          <a:p>
            <a:pPr marL="368300" indent="-342900" defTabSz="1828800">
              <a:spcBef>
                <a:spcPts val="200"/>
              </a:spcBef>
              <a:buFont typeface="Arial" panose="020B0604020202020204" pitchFamily="34" charset="0"/>
              <a:buChar char="•"/>
              <a:defRPr/>
            </a:pPr>
            <a:r>
              <a:rPr lang="en-US" sz="2200" kern="0">
                <a:solidFill>
                  <a:srgbClr val="403B39"/>
                </a:solidFill>
                <a:latin typeface="Wells Fargo Sans"/>
              </a:rPr>
              <a:t>Heavy reliance on e-mail to manage servicing cases – 66%* of e-mail volume with clients or internal partners are follow ups or status checks on open requests</a:t>
            </a:r>
          </a:p>
          <a:p>
            <a:pPr marL="368300" indent="-342900" defTabSz="1828800">
              <a:spcBef>
                <a:spcPts val="200"/>
              </a:spcBef>
              <a:buFont typeface="Arial" panose="020B0604020202020204" pitchFamily="34" charset="0"/>
              <a:buChar char="•"/>
              <a:defRPr/>
            </a:pPr>
            <a:r>
              <a:rPr lang="en-US" sz="2200" kern="0">
                <a:solidFill>
                  <a:srgbClr val="403B39"/>
                </a:solidFill>
                <a:latin typeface="Wells Fargo Sans"/>
              </a:rPr>
              <a:t>Confusion on internal team’s roles and where requests should be sent – 21* unique internal </a:t>
            </a:r>
            <a:r>
              <a:rPr lang="en-US" sz="2200">
                <a:solidFill>
                  <a:srgbClr val="141414"/>
                </a:solidFill>
                <a:latin typeface="Wells Fargo Sans" panose="020B0503020203020204" pitchFamily="34" charset="0"/>
              </a:rPr>
              <a:t>partners needed to support a single CIB client</a:t>
            </a:r>
          </a:p>
          <a:p>
            <a:pPr marL="368300" indent="-342900" defTabSz="1828800">
              <a:spcBef>
                <a:spcPts val="200"/>
              </a:spcBef>
              <a:buFont typeface="Arial" panose="020B0604020202020204" pitchFamily="34" charset="0"/>
              <a:buChar char="•"/>
              <a:defRPr/>
            </a:pPr>
            <a:r>
              <a:rPr lang="en-US" sz="2200">
                <a:solidFill>
                  <a:srgbClr val="403C3A"/>
                </a:solidFill>
                <a:latin typeface="Wells Fargo Sans" panose="020B0503020203020204" pitchFamily="34" charset="0"/>
              </a:rPr>
              <a:t>Client requests can contain multiple actions, which are separated and actioned independently resulting in n</a:t>
            </a:r>
            <a:r>
              <a:rPr lang="en-US" sz="2200" kern="0">
                <a:solidFill>
                  <a:srgbClr val="403B39"/>
                </a:solidFill>
                <a:latin typeface="Wells Fargo Sans"/>
              </a:rPr>
              <a:t>o ability to view relationship activity across products </a:t>
            </a:r>
            <a:r>
              <a:rPr lang="en-US" sz="2200">
                <a:solidFill>
                  <a:srgbClr val="141414"/>
                </a:solidFill>
                <a:latin typeface="Wells Fargo Sans" panose="020B0503020203020204" pitchFamily="34" charset="0"/>
              </a:rPr>
              <a:t>or track to SLAs</a:t>
            </a:r>
            <a:endParaRPr lang="en-US" sz="2200" kern="0">
              <a:solidFill>
                <a:srgbClr val="403B39"/>
              </a:solidFill>
              <a:latin typeface="Wells Fargo Sans"/>
              <a:cs typeface="Wells Fargo Sans"/>
            </a:endParaRPr>
          </a:p>
          <a:p>
            <a:pPr marL="368300" indent="-342900" defTabSz="1828800">
              <a:spcBef>
                <a:spcPts val="200"/>
              </a:spcBef>
              <a:buFont typeface="Arial" panose="020B0604020202020204" pitchFamily="34" charset="0"/>
              <a:buChar char="•"/>
              <a:defRPr/>
            </a:pPr>
            <a:r>
              <a:rPr lang="en-US" sz="2200" kern="0">
                <a:solidFill>
                  <a:srgbClr val="403B39"/>
                </a:solidFill>
                <a:latin typeface="Wells Fargo Sans"/>
              </a:rPr>
              <a:t>No assurance of completion which results </a:t>
            </a:r>
            <a:r>
              <a:rPr lang="en-US" sz="2200" kern="0">
                <a:solidFill>
                  <a:srgbClr val="403B39"/>
                </a:solidFill>
                <a:latin typeface="Wells Fargo Sans"/>
                <a:cs typeface="Wells Fargo Sans"/>
              </a:rPr>
              <a:t>in operating risk</a:t>
            </a:r>
          </a:p>
          <a:p>
            <a:pPr marL="368300" indent="-342900" defTabSz="1828800">
              <a:spcBef>
                <a:spcPts val="200"/>
              </a:spcBef>
              <a:buFont typeface="Arial" panose="020B0604020202020204" pitchFamily="34" charset="0"/>
              <a:buChar char="•"/>
              <a:defRPr/>
            </a:pPr>
            <a:endParaRPr lang="en-US" sz="2200" kern="0">
              <a:solidFill>
                <a:srgbClr val="403B39"/>
              </a:solidFill>
              <a:latin typeface="Wells Fargo Sans"/>
            </a:endParaRPr>
          </a:p>
        </p:txBody>
      </p:sp>
      <p:cxnSp>
        <p:nvCxnSpPr>
          <p:cNvPr id="14" name="Straight Connector 13">
            <a:extLst>
              <a:ext uri="{FF2B5EF4-FFF2-40B4-BE49-F238E27FC236}">
                <a16:creationId xmlns:a16="http://schemas.microsoft.com/office/drawing/2014/main" id="{6A22CB71-28C9-C2D3-894E-2B9F3E36F812}"/>
              </a:ext>
            </a:extLst>
          </p:cNvPr>
          <p:cNvCxnSpPr>
            <a:cxnSpLocks/>
          </p:cNvCxnSpPr>
          <p:nvPr/>
        </p:nvCxnSpPr>
        <p:spPr>
          <a:xfrm flipH="1" flipV="1">
            <a:off x="16974862" y="8518187"/>
            <a:ext cx="1690542" cy="3028858"/>
          </a:xfrm>
          <a:prstGeom prst="line">
            <a:avLst/>
          </a:prstGeom>
          <a:noFill/>
          <a:ln w="12700" cap="sq" cmpd="sng" algn="ctr">
            <a:solidFill>
              <a:srgbClr val="787070"/>
            </a:solidFill>
            <a:prstDash val="dash"/>
          </a:ln>
          <a:effectLst/>
        </p:spPr>
      </p:cxnSp>
      <p:cxnSp>
        <p:nvCxnSpPr>
          <p:cNvPr id="17" name="Straight Connector 16">
            <a:extLst>
              <a:ext uri="{FF2B5EF4-FFF2-40B4-BE49-F238E27FC236}">
                <a16:creationId xmlns:a16="http://schemas.microsoft.com/office/drawing/2014/main" id="{256AA418-417C-65B9-CE57-FB17B71B2CE6}"/>
              </a:ext>
            </a:extLst>
          </p:cNvPr>
          <p:cNvCxnSpPr>
            <a:cxnSpLocks/>
          </p:cNvCxnSpPr>
          <p:nvPr/>
        </p:nvCxnSpPr>
        <p:spPr>
          <a:xfrm flipV="1">
            <a:off x="13128202" y="8302287"/>
            <a:ext cx="2602058" cy="1885858"/>
          </a:xfrm>
          <a:prstGeom prst="line">
            <a:avLst/>
          </a:prstGeom>
          <a:noFill/>
          <a:ln w="12700" cap="sq" cmpd="sng" algn="ctr">
            <a:solidFill>
              <a:srgbClr val="787070"/>
            </a:solidFill>
            <a:prstDash val="dash"/>
          </a:ln>
          <a:effectLst/>
        </p:spPr>
      </p:cxnSp>
      <p:pic>
        <p:nvPicPr>
          <p:cNvPr id="15" name="Picture 14">
            <a:extLst>
              <a:ext uri="{FF2B5EF4-FFF2-40B4-BE49-F238E27FC236}">
                <a16:creationId xmlns:a16="http://schemas.microsoft.com/office/drawing/2014/main" id="{484464E8-1248-CCD2-29B0-A91974476DD6}"/>
              </a:ext>
            </a:extLst>
          </p:cNvPr>
          <p:cNvPicPr>
            <a:picLocks noChangeAspect="1"/>
          </p:cNvPicPr>
          <p:nvPr/>
        </p:nvPicPr>
        <p:blipFill>
          <a:blip r:embed="rId3"/>
          <a:stretch>
            <a:fillRect/>
          </a:stretch>
        </p:blipFill>
        <p:spPr>
          <a:xfrm>
            <a:off x="22709181" y="539205"/>
            <a:ext cx="1277712" cy="475426"/>
          </a:xfrm>
          <a:prstGeom prst="rect">
            <a:avLst/>
          </a:prstGeom>
        </p:spPr>
      </p:pic>
      <p:pic>
        <p:nvPicPr>
          <p:cNvPr id="20" name="Picture 4" descr="Wells Fargo - Wikipedia">
            <a:extLst>
              <a:ext uri="{FF2B5EF4-FFF2-40B4-BE49-F238E27FC236}">
                <a16:creationId xmlns:a16="http://schemas.microsoft.com/office/drawing/2014/main" id="{5F18A0DE-D0D4-B8D7-B4E0-9BE21EB21E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73075" y="426872"/>
            <a:ext cx="700088" cy="700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12209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E6A43-DD84-3633-30D0-9E6FFC808B1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E32132E-9395-2FD9-E3D0-9D4A10ADB43C}"/>
              </a:ext>
            </a:extLst>
          </p:cNvPr>
          <p:cNvSpPr>
            <a:spLocks noGrp="1"/>
          </p:cNvSpPr>
          <p:nvPr>
            <p:ph type="sldNum" sz="quarter" idx="11"/>
          </p:nvPr>
        </p:nvSpPr>
        <p:spPr>
          <a:xfrm>
            <a:off x="47086361" y="26093475"/>
            <a:ext cx="234038" cy="276999"/>
          </a:xfrm>
        </p:spPr>
        <p:txBody>
          <a:bodyPr/>
          <a:lstStyle>
            <a:defPPr>
              <a:defRPr lang="en-US"/>
            </a:defPPr>
            <a:lvl1pPr marL="0" algn="l" defTabSz="914324" rtl="0" eaLnBrk="1" latinLnBrk="0" hangingPunct="1">
              <a:defRPr sz="1800" kern="1200">
                <a:solidFill>
                  <a:schemeClr val="tx1"/>
                </a:solidFill>
                <a:latin typeface="+mn-lt"/>
                <a:ea typeface="+mn-ea"/>
                <a:cs typeface="+mn-cs"/>
              </a:defRPr>
            </a:lvl1pPr>
            <a:lvl2pPr marL="457162" algn="l" defTabSz="914324" rtl="0" eaLnBrk="1" latinLnBrk="0" hangingPunct="1">
              <a:defRPr sz="1800" kern="1200">
                <a:solidFill>
                  <a:schemeClr val="tx1"/>
                </a:solidFill>
                <a:latin typeface="+mn-lt"/>
                <a:ea typeface="+mn-ea"/>
                <a:cs typeface="+mn-cs"/>
              </a:defRPr>
            </a:lvl2pPr>
            <a:lvl3pPr marL="914324" algn="l" defTabSz="914324" rtl="0" eaLnBrk="1" latinLnBrk="0" hangingPunct="1">
              <a:defRPr sz="1800" kern="1200">
                <a:solidFill>
                  <a:schemeClr val="tx1"/>
                </a:solidFill>
                <a:latin typeface="+mn-lt"/>
                <a:ea typeface="+mn-ea"/>
                <a:cs typeface="+mn-cs"/>
              </a:defRPr>
            </a:lvl3pPr>
            <a:lvl4pPr marL="1371486" algn="l" defTabSz="914324" rtl="0" eaLnBrk="1" latinLnBrk="0" hangingPunct="1">
              <a:defRPr sz="1800" kern="1200">
                <a:solidFill>
                  <a:schemeClr val="tx1"/>
                </a:solidFill>
                <a:latin typeface="+mn-lt"/>
                <a:ea typeface="+mn-ea"/>
                <a:cs typeface="+mn-cs"/>
              </a:defRPr>
            </a:lvl4pPr>
            <a:lvl5pPr marL="1828648" algn="l" defTabSz="914324" rtl="0" eaLnBrk="1" latinLnBrk="0" hangingPunct="1">
              <a:defRPr sz="1800" kern="1200">
                <a:solidFill>
                  <a:schemeClr val="tx1"/>
                </a:solidFill>
                <a:latin typeface="+mn-lt"/>
                <a:ea typeface="+mn-ea"/>
                <a:cs typeface="+mn-cs"/>
              </a:defRPr>
            </a:lvl5pPr>
            <a:lvl6pPr marL="2285808" algn="l" defTabSz="914324" rtl="0" eaLnBrk="1" latinLnBrk="0" hangingPunct="1">
              <a:defRPr sz="1800" kern="1200">
                <a:solidFill>
                  <a:schemeClr val="tx1"/>
                </a:solidFill>
                <a:latin typeface="+mn-lt"/>
                <a:ea typeface="+mn-ea"/>
                <a:cs typeface="+mn-cs"/>
              </a:defRPr>
            </a:lvl6pPr>
            <a:lvl7pPr marL="2742972" algn="l" defTabSz="914324" rtl="0" eaLnBrk="1" latinLnBrk="0" hangingPunct="1">
              <a:defRPr sz="1800" kern="1200">
                <a:solidFill>
                  <a:schemeClr val="tx1"/>
                </a:solidFill>
                <a:latin typeface="+mn-lt"/>
                <a:ea typeface="+mn-ea"/>
                <a:cs typeface="+mn-cs"/>
              </a:defRPr>
            </a:lvl7pPr>
            <a:lvl8pPr marL="3200132" algn="l" defTabSz="914324" rtl="0" eaLnBrk="1" latinLnBrk="0" hangingPunct="1">
              <a:defRPr sz="1800" kern="1200">
                <a:solidFill>
                  <a:schemeClr val="tx1"/>
                </a:solidFill>
                <a:latin typeface="+mn-lt"/>
                <a:ea typeface="+mn-ea"/>
                <a:cs typeface="+mn-cs"/>
              </a:defRPr>
            </a:lvl8pPr>
            <a:lvl9pPr marL="3657296" algn="l" defTabSz="914324" rtl="0" eaLnBrk="1" latinLnBrk="0" hangingPunct="1">
              <a:defRPr sz="1800" kern="1200">
                <a:solidFill>
                  <a:schemeClr val="tx1"/>
                </a:solidFill>
                <a:latin typeface="+mn-lt"/>
                <a:ea typeface="+mn-ea"/>
                <a:cs typeface="+mn-cs"/>
              </a:defRPr>
            </a:lvl9pPr>
          </a:lstStyle>
          <a:p>
            <a:pPr>
              <a:defRPr/>
            </a:pPr>
            <a:fld id="{86CB4B4D-7CA3-9044-876B-883B54F8677D}" type="slidenum">
              <a:rPr lang="en-US">
                <a:solidFill>
                  <a:srgbClr val="141414"/>
                </a:solidFill>
                <a:latin typeface="Wells Fargo Sans" panose="020B0503020203020204" pitchFamily="34" charset="0"/>
              </a:rPr>
              <a:pPr>
                <a:defRPr/>
              </a:pPr>
              <a:t>21</a:t>
            </a:fld>
            <a:endParaRPr lang="en-US">
              <a:solidFill>
                <a:srgbClr val="141414"/>
              </a:solidFill>
              <a:latin typeface="Wells Fargo Sans" panose="020B0503020203020204" pitchFamily="34" charset="0"/>
            </a:endParaRPr>
          </a:p>
        </p:txBody>
      </p:sp>
      <p:sp>
        <p:nvSpPr>
          <p:cNvPr id="2" name="Rectangle 1">
            <a:extLst>
              <a:ext uri="{FF2B5EF4-FFF2-40B4-BE49-F238E27FC236}">
                <a16:creationId xmlns:a16="http://schemas.microsoft.com/office/drawing/2014/main" id="{96B3F6A9-8EF9-9950-6FD5-E33ECCB7AD6A}"/>
              </a:ext>
            </a:extLst>
          </p:cNvPr>
          <p:cNvSpPr/>
          <p:nvPr/>
        </p:nvSpPr>
        <p:spPr bwMode="auto">
          <a:xfrm>
            <a:off x="440992" y="2543666"/>
            <a:ext cx="3927454" cy="1980628"/>
          </a:xfrm>
          <a:prstGeom prst="rect">
            <a:avLst/>
          </a:prstGeom>
          <a:solidFill>
            <a:srgbClr val="A56EFF">
              <a:lumMod val="20000"/>
              <a:lumOff val="80000"/>
            </a:srgbClr>
          </a:solidFill>
          <a:ln w="19050" cap="flat" cmpd="sng" algn="ctr">
            <a:solidFill>
              <a:srgbClr val="E5F6FF"/>
            </a:solidFill>
            <a:prstDash val="solid"/>
            <a:headEnd type="none" w="med" len="med"/>
            <a:tailEnd type="none" w="med" len="med"/>
          </a:ln>
          <a:effectLst/>
        </p:spPr>
        <p:txBody>
          <a:bodyPr vert="horz" wrap="square" lIns="91404" tIns="91404" rIns="91404" bIns="9140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913854" fontAlgn="base">
              <a:spcBef>
                <a:spcPct val="0"/>
              </a:spcBef>
              <a:spcAft>
                <a:spcPct val="0"/>
              </a:spcAft>
              <a:defRPr/>
            </a:pPr>
            <a:endParaRPr lang="en-US" sz="1400">
              <a:solidFill>
                <a:srgbClr val="FFFFFF"/>
              </a:solidFill>
              <a:latin typeface="IBM Plex Sans Light"/>
            </a:endParaRPr>
          </a:p>
        </p:txBody>
      </p:sp>
      <p:sp>
        <p:nvSpPr>
          <p:cNvPr id="5" name="Cloud 4">
            <a:extLst>
              <a:ext uri="{FF2B5EF4-FFF2-40B4-BE49-F238E27FC236}">
                <a16:creationId xmlns:a16="http://schemas.microsoft.com/office/drawing/2014/main" id="{608EB3CA-D4A1-BA6F-9CF8-7993DD8F14BC}"/>
              </a:ext>
            </a:extLst>
          </p:cNvPr>
          <p:cNvSpPr/>
          <p:nvPr/>
        </p:nvSpPr>
        <p:spPr bwMode="auto">
          <a:xfrm>
            <a:off x="514473" y="9579932"/>
            <a:ext cx="3653692" cy="2269516"/>
          </a:xfrm>
          <a:prstGeom prst="cloud">
            <a:avLst/>
          </a:prstGeom>
          <a:solidFill>
            <a:srgbClr val="FA4D56">
              <a:lumMod val="20000"/>
              <a:lumOff val="80000"/>
            </a:srgbClr>
          </a:solidFill>
          <a:ln w="19050" cap="flat" cmpd="sng" algn="ctr">
            <a:solidFill>
              <a:srgbClr val="E5F6FF"/>
            </a:solidFill>
            <a:prstDash val="solid"/>
            <a:headEnd type="none" w="med" len="med"/>
            <a:tailEnd type="none" w="med" len="med"/>
          </a:ln>
          <a:effectLst/>
        </p:spPr>
        <p:txBody>
          <a:bodyPr vert="horz" wrap="square" lIns="91404" tIns="91404" rIns="91404" bIns="9140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913854" fontAlgn="base">
              <a:spcBef>
                <a:spcPct val="0"/>
              </a:spcBef>
              <a:spcAft>
                <a:spcPct val="0"/>
              </a:spcAft>
              <a:defRPr/>
            </a:pPr>
            <a:endParaRPr lang="en-US" sz="1400">
              <a:solidFill>
                <a:srgbClr val="FFFFFF"/>
              </a:solidFill>
              <a:latin typeface="IBM Plex Sans Light"/>
            </a:endParaRPr>
          </a:p>
        </p:txBody>
      </p:sp>
      <p:sp>
        <p:nvSpPr>
          <p:cNvPr id="6" name="TextBox 5">
            <a:extLst>
              <a:ext uri="{FF2B5EF4-FFF2-40B4-BE49-F238E27FC236}">
                <a16:creationId xmlns:a16="http://schemas.microsoft.com/office/drawing/2014/main" id="{900CBE5B-38F5-1339-9981-DE6A7E3F70CE}"/>
              </a:ext>
            </a:extLst>
          </p:cNvPr>
          <p:cNvSpPr txBox="1"/>
          <p:nvPr/>
        </p:nvSpPr>
        <p:spPr>
          <a:xfrm>
            <a:off x="841757" y="9642654"/>
            <a:ext cx="3227156" cy="21069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chor="ctr">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2436936">
              <a:spcBef>
                <a:spcPts val="2900"/>
              </a:spcBef>
              <a:buSzPct val="100000"/>
              <a:defRPr/>
            </a:pPr>
            <a:r>
              <a:rPr lang="en-US" sz="3200" b="1" kern="0">
                <a:solidFill>
                  <a:srgbClr val="000000"/>
                </a:solidFill>
                <a:latin typeface="IBM Plex Sans Light"/>
                <a:sym typeface="IBM Plex Sans Light"/>
              </a:rPr>
              <a:t>Custom Built Agents</a:t>
            </a:r>
          </a:p>
        </p:txBody>
      </p:sp>
      <p:grpSp>
        <p:nvGrpSpPr>
          <p:cNvPr id="7" name="Group 6">
            <a:extLst>
              <a:ext uri="{FF2B5EF4-FFF2-40B4-BE49-F238E27FC236}">
                <a16:creationId xmlns:a16="http://schemas.microsoft.com/office/drawing/2014/main" id="{29F569B1-9555-1392-5FFA-4A0FE0A909FB}"/>
              </a:ext>
            </a:extLst>
          </p:cNvPr>
          <p:cNvGrpSpPr/>
          <p:nvPr/>
        </p:nvGrpSpPr>
        <p:grpSpPr>
          <a:xfrm>
            <a:off x="12379160" y="1096255"/>
            <a:ext cx="5207918" cy="11527018"/>
            <a:chOff x="12418827" y="1552357"/>
            <a:chExt cx="5209954" cy="11531522"/>
          </a:xfrm>
        </p:grpSpPr>
        <p:sp>
          <p:nvSpPr>
            <p:cNvPr id="8" name="Text Placeholder 3">
              <a:extLst>
                <a:ext uri="{FF2B5EF4-FFF2-40B4-BE49-F238E27FC236}">
                  <a16:creationId xmlns:a16="http://schemas.microsoft.com/office/drawing/2014/main" id="{5DAB61AF-6E3A-9DDA-B250-3A37A54E05F2}"/>
                </a:ext>
              </a:extLst>
            </p:cNvPr>
            <p:cNvSpPr txBox="1">
              <a:spLocks/>
            </p:cNvSpPr>
            <p:nvPr/>
          </p:nvSpPr>
          <p:spPr>
            <a:xfrm>
              <a:off x="12418828" y="1552357"/>
              <a:ext cx="5209953" cy="11531522"/>
            </a:xfrm>
            <a:prstGeom prst="rect">
              <a:avLst/>
            </a:prstGeom>
            <a:solidFill>
              <a:srgbClr val="E5F6FF"/>
            </a:solidFill>
            <a:ln w="3175">
              <a:solidFill>
                <a:srgbClr val="A56EFF">
                  <a:lumMod val="60000"/>
                  <a:lumOff val="40000"/>
                </a:srgbClr>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152180" tIns="121744" rIns="152180" bIns="121744"/>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622798">
                <a:defRPr/>
              </a:pPr>
              <a:endParaRPr lang="en-US" sz="2664" kern="0">
                <a:solidFill>
                  <a:srgbClr val="000000"/>
                </a:solidFill>
                <a:latin typeface="IBM Plex Sans Light"/>
              </a:endParaRPr>
            </a:p>
          </p:txBody>
        </p:sp>
        <p:grpSp>
          <p:nvGrpSpPr>
            <p:cNvPr id="9" name="Group 8">
              <a:extLst>
                <a:ext uri="{FF2B5EF4-FFF2-40B4-BE49-F238E27FC236}">
                  <a16:creationId xmlns:a16="http://schemas.microsoft.com/office/drawing/2014/main" id="{85D02B74-D452-CA00-1E84-2FC5F17045F4}"/>
                </a:ext>
              </a:extLst>
            </p:cNvPr>
            <p:cNvGrpSpPr/>
            <p:nvPr/>
          </p:nvGrpSpPr>
          <p:grpSpPr>
            <a:xfrm>
              <a:off x="12740472" y="2513405"/>
              <a:ext cx="4423632" cy="2963140"/>
              <a:chOff x="8725253" y="2767120"/>
              <a:chExt cx="4423632" cy="2963140"/>
            </a:xfrm>
          </p:grpSpPr>
          <p:sp>
            <p:nvSpPr>
              <p:cNvPr id="30" name="Rectangle 29">
                <a:extLst>
                  <a:ext uri="{FF2B5EF4-FFF2-40B4-BE49-F238E27FC236}">
                    <a16:creationId xmlns:a16="http://schemas.microsoft.com/office/drawing/2014/main" id="{3D568046-578F-C35B-DE18-809F05C87D39}"/>
                  </a:ext>
                </a:extLst>
              </p:cNvPr>
              <p:cNvSpPr/>
              <p:nvPr/>
            </p:nvSpPr>
            <p:spPr bwMode="auto">
              <a:xfrm>
                <a:off x="8725253" y="2827238"/>
                <a:ext cx="4423632" cy="2903022"/>
              </a:xfrm>
              <a:prstGeom prst="rect">
                <a:avLst/>
              </a:prstGeom>
              <a:solidFill>
                <a:srgbClr val="0062FF">
                  <a:alpha val="14549"/>
                </a:srgbClr>
              </a:solidFill>
              <a:ln w="19050" cap="flat" cmpd="sng" algn="ctr">
                <a:solidFill>
                  <a:srgbClr val="0062FF"/>
                </a:solidFill>
                <a:prstDash val="solid"/>
                <a:headEnd type="none" w="med" len="med"/>
                <a:tailEnd type="none" w="med" len="med"/>
              </a:ln>
              <a:effectLst/>
            </p:spPr>
            <p:txBody>
              <a:bodyPr vert="horz" wrap="square" lIns="47938" tIns="47938" rIns="47938" bIns="47938"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217340" fontAlgn="base">
                  <a:lnSpc>
                    <a:spcPct val="90000"/>
                  </a:lnSpc>
                  <a:spcBef>
                    <a:spcPct val="0"/>
                  </a:spcBef>
                  <a:spcAft>
                    <a:spcPct val="0"/>
                  </a:spcAft>
                  <a:defRPr/>
                </a:pPr>
                <a:endParaRPr lang="en-IN" sz="2796" kern="0">
                  <a:solidFill>
                    <a:srgbClr val="FFFFFF"/>
                  </a:solidFill>
                  <a:latin typeface="IBM Plex Sans Regular"/>
                </a:endParaRPr>
              </a:p>
            </p:txBody>
          </p:sp>
          <p:grpSp>
            <p:nvGrpSpPr>
              <p:cNvPr id="31" name="Group 30">
                <a:extLst>
                  <a:ext uri="{FF2B5EF4-FFF2-40B4-BE49-F238E27FC236}">
                    <a16:creationId xmlns:a16="http://schemas.microsoft.com/office/drawing/2014/main" id="{50D203AC-8F34-FD93-6EA7-AE44C49F40E9}"/>
                  </a:ext>
                </a:extLst>
              </p:cNvPr>
              <p:cNvGrpSpPr/>
              <p:nvPr/>
            </p:nvGrpSpPr>
            <p:grpSpPr>
              <a:xfrm>
                <a:off x="8959873" y="2951827"/>
                <a:ext cx="567050" cy="525038"/>
                <a:chOff x="1954924" y="2995448"/>
                <a:chExt cx="283787" cy="262762"/>
              </a:xfrm>
            </p:grpSpPr>
            <p:sp>
              <p:nvSpPr>
                <p:cNvPr id="35" name="Rectangle 34">
                  <a:extLst>
                    <a:ext uri="{FF2B5EF4-FFF2-40B4-BE49-F238E27FC236}">
                      <a16:creationId xmlns:a16="http://schemas.microsoft.com/office/drawing/2014/main" id="{7BACA91E-0A0E-B479-747C-4FDE910F1BF3}"/>
                    </a:ext>
                  </a:extLst>
                </p:cNvPr>
                <p:cNvSpPr/>
                <p:nvPr/>
              </p:nvSpPr>
              <p:spPr bwMode="auto">
                <a:xfrm>
                  <a:off x="1954924" y="2995448"/>
                  <a:ext cx="178676" cy="168166"/>
                </a:xfrm>
                <a:prstGeom prst="rect">
                  <a:avLst/>
                </a:prstGeom>
                <a:noFill/>
                <a:ln w="28575" cap="flat" cmpd="sng" algn="ctr">
                  <a:solidFill>
                    <a:srgbClr val="002D9C"/>
                  </a:solidFill>
                  <a:prstDash val="solid"/>
                  <a:headEnd type="none" w="med" len="med"/>
                  <a:tailEnd type="none" w="med" len="med"/>
                </a:ln>
                <a:effectLst/>
              </p:spPr>
              <p:txBody>
                <a:bodyPr vert="horz" wrap="square" lIns="182640" tIns="182640" rIns="182640" bIns="182640"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826010" fontAlgn="base">
                    <a:spcBef>
                      <a:spcPct val="0"/>
                    </a:spcBef>
                    <a:spcAft>
                      <a:spcPct val="0"/>
                    </a:spcAft>
                    <a:defRPr/>
                  </a:pPr>
                  <a:endParaRPr lang="en-US" sz="2796" kern="0">
                    <a:solidFill>
                      <a:srgbClr val="FFFFFF"/>
                    </a:solidFill>
                    <a:latin typeface="IBM Plex Sans Light"/>
                  </a:endParaRPr>
                </a:p>
              </p:txBody>
            </p:sp>
            <p:sp>
              <p:nvSpPr>
                <p:cNvPr id="36" name="TextBox 35">
                  <a:extLst>
                    <a:ext uri="{FF2B5EF4-FFF2-40B4-BE49-F238E27FC236}">
                      <a16:creationId xmlns:a16="http://schemas.microsoft.com/office/drawing/2014/main" id="{033A7E21-39C7-985F-DE49-9D843249AE31}"/>
                    </a:ext>
                  </a:extLst>
                </p:cNvPr>
                <p:cNvSpPr txBox="1"/>
                <p:nvPr/>
              </p:nvSpPr>
              <p:spPr>
                <a:xfrm>
                  <a:off x="1975952" y="3002016"/>
                  <a:ext cx="262759" cy="2561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4869366">
                    <a:spcBef>
                      <a:spcPts val="5790"/>
                    </a:spcBef>
                    <a:buSzPct val="100000"/>
                    <a:defRPr/>
                  </a:pPr>
                  <a:r>
                    <a:rPr lang="en-US" sz="2098" b="1" kern="0">
                      <a:solidFill>
                        <a:srgbClr val="002D9C"/>
                      </a:solidFill>
                      <a:latin typeface="IBM Plex Sans Light"/>
                      <a:sym typeface="IBM Plex Sans Light"/>
                    </a:rPr>
                    <a:t>AI</a:t>
                  </a:r>
                </a:p>
              </p:txBody>
            </p:sp>
          </p:grpSp>
          <p:sp>
            <p:nvSpPr>
              <p:cNvPr id="32" name="Retângulo 20">
                <a:extLst>
                  <a:ext uri="{FF2B5EF4-FFF2-40B4-BE49-F238E27FC236}">
                    <a16:creationId xmlns:a16="http://schemas.microsoft.com/office/drawing/2014/main" id="{89996781-B915-1551-BE6B-F7D17D37523F}"/>
                  </a:ext>
                </a:extLst>
              </p:cNvPr>
              <p:cNvSpPr/>
              <p:nvPr/>
            </p:nvSpPr>
            <p:spPr bwMode="auto">
              <a:xfrm>
                <a:off x="9376054" y="2767120"/>
                <a:ext cx="3528932" cy="956709"/>
              </a:xfrm>
              <a:prstGeom prst="rect">
                <a:avLst/>
              </a:prstGeom>
              <a:noFill/>
              <a:ln w="12700" cap="flat" cmpd="sng" algn="ctr">
                <a:noFill/>
                <a:prstDash val="solid"/>
                <a:headEnd type="none" w="med" len="med"/>
                <a:tailEnd type="none" w="med" len="med"/>
              </a:ln>
              <a:effectLst/>
            </p:spPr>
            <p:txBody>
              <a:bodyPr vert="horz" wrap="square" lIns="162302" tIns="162302" rIns="162302" bIns="162302"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622920" fontAlgn="base">
                  <a:spcAft>
                    <a:spcPct val="0"/>
                  </a:spcAft>
                  <a:buClr>
                    <a:srgbClr val="000000"/>
                  </a:buClr>
                  <a:defRPr/>
                </a:pPr>
                <a:r>
                  <a:rPr lang="en-US" altLang="en-US" sz="2398" b="1" kern="0">
                    <a:solidFill>
                      <a:srgbClr val="000000"/>
                    </a:solidFill>
                    <a:latin typeface="IBM Plex Sans Light"/>
                    <a:ea typeface="ＭＳ Ｐゴシック" charset="-128"/>
                  </a:rPr>
                  <a:t>Intelligent Process Automation</a:t>
                </a:r>
              </a:p>
            </p:txBody>
          </p:sp>
          <p:pic>
            <p:nvPicPr>
              <p:cNvPr id="33" name="Graphic 32">
                <a:extLst>
                  <a:ext uri="{FF2B5EF4-FFF2-40B4-BE49-F238E27FC236}">
                    <a16:creationId xmlns:a16="http://schemas.microsoft.com/office/drawing/2014/main" id="{D09A7F6D-6972-9A39-BE0F-A616A9B9584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491216" y="2951827"/>
                <a:ext cx="582802" cy="582802"/>
              </a:xfrm>
              <a:prstGeom prst="rect">
                <a:avLst/>
              </a:prstGeom>
            </p:spPr>
          </p:pic>
          <p:sp>
            <p:nvSpPr>
              <p:cNvPr id="34" name="TextBox 33">
                <a:extLst>
                  <a:ext uri="{FF2B5EF4-FFF2-40B4-BE49-F238E27FC236}">
                    <a16:creationId xmlns:a16="http://schemas.microsoft.com/office/drawing/2014/main" id="{8A63DA48-33E4-AA16-4700-B2EA43F07C3A}"/>
                  </a:ext>
                </a:extLst>
              </p:cNvPr>
              <p:cNvSpPr txBox="1"/>
              <p:nvPr/>
            </p:nvSpPr>
            <p:spPr>
              <a:xfrm>
                <a:off x="9949807" y="4271424"/>
                <a:ext cx="1690026" cy="461845"/>
              </a:xfrm>
              <a:prstGeom prst="rect">
                <a:avLst/>
              </a:prstGeom>
              <a:solidFill>
                <a:srgbClr val="0062FF">
                  <a:lumMod val="75000"/>
                </a:srgbClr>
              </a:solidFill>
            </p:spPr>
            <p:txBody>
              <a:bodyPr wrap="square" rtlCol="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827048">
                  <a:defRPr/>
                </a:pPr>
                <a:r>
                  <a:rPr lang="en-US" sz="2400" kern="0">
                    <a:solidFill>
                      <a:srgbClr val="FFFFFF"/>
                    </a:solidFill>
                    <a:latin typeface="IBM Plex Sans" charset="0"/>
                    <a:ea typeface="IBM Plex Sans" charset="0"/>
                    <a:cs typeface="IBM Plex Sans" charset="0"/>
                  </a:rPr>
                  <a:t>PAMOE</a:t>
                </a:r>
              </a:p>
            </p:txBody>
          </p:sp>
        </p:grpSp>
        <p:grpSp>
          <p:nvGrpSpPr>
            <p:cNvPr id="10" name="Group 9">
              <a:extLst>
                <a:ext uri="{FF2B5EF4-FFF2-40B4-BE49-F238E27FC236}">
                  <a16:creationId xmlns:a16="http://schemas.microsoft.com/office/drawing/2014/main" id="{11E952B1-CAA4-A99D-008D-E42AD44A586D}"/>
                </a:ext>
              </a:extLst>
            </p:cNvPr>
            <p:cNvGrpSpPr/>
            <p:nvPr/>
          </p:nvGrpSpPr>
          <p:grpSpPr>
            <a:xfrm>
              <a:off x="12740472" y="6081360"/>
              <a:ext cx="4423632" cy="2938897"/>
              <a:chOff x="18309029" y="2925344"/>
              <a:chExt cx="4423632" cy="2938897"/>
            </a:xfrm>
          </p:grpSpPr>
          <p:sp>
            <p:nvSpPr>
              <p:cNvPr id="21" name="Rectangle 20">
                <a:extLst>
                  <a:ext uri="{FF2B5EF4-FFF2-40B4-BE49-F238E27FC236}">
                    <a16:creationId xmlns:a16="http://schemas.microsoft.com/office/drawing/2014/main" id="{A8C75381-2170-EF0D-284C-8190B918FE97}"/>
                  </a:ext>
                </a:extLst>
              </p:cNvPr>
              <p:cNvSpPr/>
              <p:nvPr/>
            </p:nvSpPr>
            <p:spPr bwMode="auto">
              <a:xfrm>
                <a:off x="18309029" y="2961218"/>
                <a:ext cx="4423632" cy="2903023"/>
              </a:xfrm>
              <a:prstGeom prst="rect">
                <a:avLst/>
              </a:prstGeom>
              <a:solidFill>
                <a:srgbClr val="8A3FFC">
                  <a:lumMod val="40000"/>
                  <a:lumOff val="60000"/>
                  <a:alpha val="20273"/>
                </a:srgbClr>
              </a:solidFill>
              <a:ln w="19050" cap="flat" cmpd="sng" algn="ctr">
                <a:solidFill>
                  <a:srgbClr val="8A3FFC">
                    <a:lumMod val="60000"/>
                    <a:lumOff val="40000"/>
                  </a:srgbClr>
                </a:solidFill>
                <a:prstDash val="solid"/>
                <a:headEnd type="none" w="med" len="med"/>
                <a:tailEnd type="none" w="med" len="med"/>
              </a:ln>
              <a:effectLst/>
            </p:spPr>
            <p:txBody>
              <a:bodyPr vert="horz" wrap="square" lIns="47938" tIns="47938" rIns="47938" bIns="47938"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217340" fontAlgn="base">
                  <a:lnSpc>
                    <a:spcPct val="90000"/>
                  </a:lnSpc>
                  <a:spcBef>
                    <a:spcPct val="0"/>
                  </a:spcBef>
                  <a:spcAft>
                    <a:spcPct val="0"/>
                  </a:spcAft>
                  <a:defRPr/>
                </a:pPr>
                <a:endParaRPr lang="en-IN" sz="2796" kern="0">
                  <a:solidFill>
                    <a:srgbClr val="FFFFFF"/>
                  </a:solidFill>
                  <a:latin typeface="IBM Plex Sans Regular"/>
                </a:endParaRPr>
              </a:p>
            </p:txBody>
          </p:sp>
          <p:grpSp>
            <p:nvGrpSpPr>
              <p:cNvPr id="22" name="Group 21">
                <a:extLst>
                  <a:ext uri="{FF2B5EF4-FFF2-40B4-BE49-F238E27FC236}">
                    <a16:creationId xmlns:a16="http://schemas.microsoft.com/office/drawing/2014/main" id="{E7CB72F0-F116-589C-922B-0265C4D729B2}"/>
                  </a:ext>
                </a:extLst>
              </p:cNvPr>
              <p:cNvGrpSpPr/>
              <p:nvPr/>
            </p:nvGrpSpPr>
            <p:grpSpPr>
              <a:xfrm>
                <a:off x="18463732" y="3092370"/>
                <a:ext cx="567050" cy="525038"/>
                <a:chOff x="1954924" y="2995448"/>
                <a:chExt cx="283787" cy="262762"/>
              </a:xfrm>
            </p:grpSpPr>
            <p:sp>
              <p:nvSpPr>
                <p:cNvPr id="28" name="Rectangle 27">
                  <a:extLst>
                    <a:ext uri="{FF2B5EF4-FFF2-40B4-BE49-F238E27FC236}">
                      <a16:creationId xmlns:a16="http://schemas.microsoft.com/office/drawing/2014/main" id="{758A688D-508F-E54C-6EFC-492C72FDC826}"/>
                    </a:ext>
                  </a:extLst>
                </p:cNvPr>
                <p:cNvSpPr/>
                <p:nvPr/>
              </p:nvSpPr>
              <p:spPr bwMode="auto">
                <a:xfrm>
                  <a:off x="1954924" y="2995448"/>
                  <a:ext cx="178676" cy="168166"/>
                </a:xfrm>
                <a:prstGeom prst="rect">
                  <a:avLst/>
                </a:prstGeom>
                <a:noFill/>
                <a:ln w="28575" cap="flat" cmpd="sng" algn="ctr">
                  <a:solidFill>
                    <a:srgbClr val="002D9C"/>
                  </a:solidFill>
                  <a:prstDash val="solid"/>
                  <a:headEnd type="none" w="med" len="med"/>
                  <a:tailEnd type="none" w="med" len="med"/>
                </a:ln>
                <a:effectLst/>
              </p:spPr>
              <p:txBody>
                <a:bodyPr vert="horz" wrap="square" lIns="182640" tIns="182640" rIns="182640" bIns="182640"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826010" fontAlgn="base">
                    <a:spcBef>
                      <a:spcPct val="0"/>
                    </a:spcBef>
                    <a:spcAft>
                      <a:spcPct val="0"/>
                    </a:spcAft>
                    <a:defRPr/>
                  </a:pPr>
                  <a:endParaRPr lang="en-US" sz="2796" kern="0">
                    <a:solidFill>
                      <a:srgbClr val="FFFFFF"/>
                    </a:solidFill>
                    <a:latin typeface="IBM Plex Sans Light"/>
                  </a:endParaRPr>
                </a:p>
              </p:txBody>
            </p:sp>
            <p:sp>
              <p:nvSpPr>
                <p:cNvPr id="29" name="TextBox 28">
                  <a:extLst>
                    <a:ext uri="{FF2B5EF4-FFF2-40B4-BE49-F238E27FC236}">
                      <a16:creationId xmlns:a16="http://schemas.microsoft.com/office/drawing/2014/main" id="{783017B3-0C9F-AB26-03B5-A17860B4958A}"/>
                    </a:ext>
                  </a:extLst>
                </p:cNvPr>
                <p:cNvSpPr txBox="1"/>
                <p:nvPr/>
              </p:nvSpPr>
              <p:spPr>
                <a:xfrm>
                  <a:off x="1975952" y="3002016"/>
                  <a:ext cx="262759" cy="2561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4869366">
                    <a:spcBef>
                      <a:spcPts val="5790"/>
                    </a:spcBef>
                    <a:buSzPct val="100000"/>
                    <a:defRPr/>
                  </a:pPr>
                  <a:r>
                    <a:rPr lang="en-US" sz="2098" b="1" kern="0">
                      <a:solidFill>
                        <a:srgbClr val="002D9C"/>
                      </a:solidFill>
                      <a:latin typeface="IBM Plex Sans Light"/>
                      <a:sym typeface="IBM Plex Sans Light"/>
                    </a:rPr>
                    <a:t>AI</a:t>
                  </a:r>
                </a:p>
              </p:txBody>
            </p:sp>
          </p:grpSp>
          <p:grpSp>
            <p:nvGrpSpPr>
              <p:cNvPr id="23" name="Group 22">
                <a:extLst>
                  <a:ext uri="{FF2B5EF4-FFF2-40B4-BE49-F238E27FC236}">
                    <a16:creationId xmlns:a16="http://schemas.microsoft.com/office/drawing/2014/main" id="{5467F265-A2FD-25F2-68AB-5E69C827684B}"/>
                  </a:ext>
                </a:extLst>
              </p:cNvPr>
              <p:cNvGrpSpPr/>
              <p:nvPr/>
            </p:nvGrpSpPr>
            <p:grpSpPr>
              <a:xfrm>
                <a:off x="18915947" y="2925344"/>
                <a:ext cx="3627463" cy="956709"/>
                <a:chOff x="8481140" y="2657820"/>
                <a:chExt cx="2723115" cy="718196"/>
              </a:xfrm>
            </p:grpSpPr>
            <p:pic>
              <p:nvPicPr>
                <p:cNvPr id="26" name="Graphic 25">
                  <a:extLst>
                    <a:ext uri="{FF2B5EF4-FFF2-40B4-BE49-F238E27FC236}">
                      <a16:creationId xmlns:a16="http://schemas.microsoft.com/office/drawing/2014/main" id="{649FA3C6-24AE-D060-D6C2-17E1E17CA5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773828" y="2743205"/>
                  <a:ext cx="430427" cy="430427"/>
                </a:xfrm>
                <a:prstGeom prst="rect">
                  <a:avLst/>
                </a:prstGeom>
              </p:spPr>
            </p:pic>
            <p:sp>
              <p:nvSpPr>
                <p:cNvPr id="27" name="Retângulo 26">
                  <a:extLst>
                    <a:ext uri="{FF2B5EF4-FFF2-40B4-BE49-F238E27FC236}">
                      <a16:creationId xmlns:a16="http://schemas.microsoft.com/office/drawing/2014/main" id="{BEB164E1-0C82-47D3-7133-6943A01924C4}"/>
                    </a:ext>
                  </a:extLst>
                </p:cNvPr>
                <p:cNvSpPr/>
                <p:nvPr/>
              </p:nvSpPr>
              <p:spPr bwMode="auto">
                <a:xfrm>
                  <a:off x="8481140" y="2657820"/>
                  <a:ext cx="2423552" cy="718196"/>
                </a:xfrm>
                <a:prstGeom prst="rect">
                  <a:avLst/>
                </a:prstGeom>
                <a:noFill/>
                <a:ln w="12700" cap="flat" cmpd="sng" algn="ctr">
                  <a:noFill/>
                  <a:prstDash val="solid"/>
                  <a:headEnd type="none" w="med" len="med"/>
                  <a:tailEnd type="none" w="med" len="med"/>
                </a:ln>
                <a:effectLst/>
              </p:spPr>
              <p:txBody>
                <a:bodyPr vert="horz" wrap="square" lIns="162302" tIns="162302" rIns="162302" bIns="162302"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622920" fontAlgn="base">
                    <a:spcAft>
                      <a:spcPct val="0"/>
                    </a:spcAft>
                    <a:buClr>
                      <a:srgbClr val="000000"/>
                    </a:buClr>
                    <a:defRPr/>
                  </a:pPr>
                  <a:r>
                    <a:rPr lang="en-US" altLang="en-US" sz="2398" b="1" kern="0">
                      <a:solidFill>
                        <a:srgbClr val="000000"/>
                      </a:solidFill>
                      <a:latin typeface="IBM Plex Sans Light"/>
                      <a:ea typeface="ＭＳ Ｐゴシック" charset="-128"/>
                    </a:rPr>
                    <a:t>Intelligent Decision Automation</a:t>
                  </a:r>
                </a:p>
              </p:txBody>
            </p:sp>
          </p:grpSp>
          <p:sp>
            <p:nvSpPr>
              <p:cNvPr id="24" name="TextBox 23">
                <a:extLst>
                  <a:ext uri="{FF2B5EF4-FFF2-40B4-BE49-F238E27FC236}">
                    <a16:creationId xmlns:a16="http://schemas.microsoft.com/office/drawing/2014/main" id="{1A59ED4A-1D20-E7DD-303C-1CADBC7B187F}"/>
                  </a:ext>
                </a:extLst>
              </p:cNvPr>
              <p:cNvSpPr txBox="1"/>
              <p:nvPr/>
            </p:nvSpPr>
            <p:spPr>
              <a:xfrm>
                <a:off x="19481507" y="4164512"/>
                <a:ext cx="1641793" cy="461845"/>
              </a:xfrm>
              <a:prstGeom prst="rect">
                <a:avLst/>
              </a:prstGeom>
              <a:solidFill>
                <a:srgbClr val="4F2196"/>
              </a:solidFill>
            </p:spPr>
            <p:txBody>
              <a:bodyPr wrap="square" rtlCol="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827048">
                  <a:defRPr/>
                </a:pPr>
                <a:r>
                  <a:rPr lang="en-US" sz="2400">
                    <a:solidFill>
                      <a:srgbClr val="FFFFFF"/>
                    </a:solidFill>
                    <a:latin typeface="IBM Plex Sans" charset="0"/>
                    <a:ea typeface="IBM Plex Sans" charset="0"/>
                    <a:cs typeface="IBM Plex Sans" charset="0"/>
                  </a:rPr>
                  <a:t>DMOE</a:t>
                </a:r>
              </a:p>
            </p:txBody>
          </p:sp>
        </p:grpSp>
        <p:grpSp>
          <p:nvGrpSpPr>
            <p:cNvPr id="11" name="Group 10">
              <a:extLst>
                <a:ext uri="{FF2B5EF4-FFF2-40B4-BE49-F238E27FC236}">
                  <a16:creationId xmlns:a16="http://schemas.microsoft.com/office/drawing/2014/main" id="{AB9020B6-202F-2A45-7833-66E679E7ABA3}"/>
                </a:ext>
              </a:extLst>
            </p:cNvPr>
            <p:cNvGrpSpPr/>
            <p:nvPr/>
          </p:nvGrpSpPr>
          <p:grpSpPr>
            <a:xfrm>
              <a:off x="12740472" y="9473265"/>
              <a:ext cx="4446114" cy="3062998"/>
              <a:chOff x="11827049" y="2879663"/>
              <a:chExt cx="4446114" cy="3062998"/>
            </a:xfrm>
          </p:grpSpPr>
          <p:sp>
            <p:nvSpPr>
              <p:cNvPr id="13" name="Rectangle 12">
                <a:extLst>
                  <a:ext uri="{FF2B5EF4-FFF2-40B4-BE49-F238E27FC236}">
                    <a16:creationId xmlns:a16="http://schemas.microsoft.com/office/drawing/2014/main" id="{3D0BBDF6-EABE-7B20-2A8B-B956BFD9D8CF}"/>
                  </a:ext>
                </a:extLst>
              </p:cNvPr>
              <p:cNvSpPr/>
              <p:nvPr/>
            </p:nvSpPr>
            <p:spPr bwMode="auto">
              <a:xfrm>
                <a:off x="11827049" y="3042926"/>
                <a:ext cx="4446114" cy="2899735"/>
              </a:xfrm>
              <a:prstGeom prst="rect">
                <a:avLst/>
              </a:prstGeom>
              <a:solidFill>
                <a:srgbClr val="DBFBFB">
                  <a:alpha val="49952"/>
                </a:srgbClr>
              </a:solidFill>
              <a:ln w="19050" cap="flat" cmpd="sng" algn="ctr">
                <a:solidFill>
                  <a:srgbClr val="009C98"/>
                </a:solidFill>
                <a:prstDash val="solid"/>
                <a:headEnd type="none" w="med" len="med"/>
                <a:tailEnd type="none" w="med" len="med"/>
              </a:ln>
              <a:effectLst/>
            </p:spPr>
            <p:txBody>
              <a:bodyPr vert="horz" wrap="square" lIns="71904" tIns="71904" rIns="71904" bIns="71904"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6010" fontAlgn="base">
                  <a:lnSpc>
                    <a:spcPct val="90000"/>
                  </a:lnSpc>
                  <a:spcBef>
                    <a:spcPct val="0"/>
                  </a:spcBef>
                  <a:spcAft>
                    <a:spcPct val="0"/>
                  </a:spcAft>
                  <a:defRPr/>
                </a:pPr>
                <a:endParaRPr lang="en-IN" sz="2796" kern="0">
                  <a:solidFill>
                    <a:srgbClr val="000000"/>
                  </a:solidFill>
                  <a:latin typeface="IBM Plex Sans Regular"/>
                </a:endParaRPr>
              </a:p>
            </p:txBody>
          </p:sp>
          <p:grpSp>
            <p:nvGrpSpPr>
              <p:cNvPr id="14" name="Group 13">
                <a:extLst>
                  <a:ext uri="{FF2B5EF4-FFF2-40B4-BE49-F238E27FC236}">
                    <a16:creationId xmlns:a16="http://schemas.microsoft.com/office/drawing/2014/main" id="{9E394AC7-6D0F-6A66-D14E-F64D4042881B}"/>
                  </a:ext>
                </a:extLst>
              </p:cNvPr>
              <p:cNvGrpSpPr/>
              <p:nvPr/>
            </p:nvGrpSpPr>
            <p:grpSpPr>
              <a:xfrm>
                <a:off x="11972016" y="3167517"/>
                <a:ext cx="567050" cy="525038"/>
                <a:chOff x="1954924" y="2995448"/>
                <a:chExt cx="283787" cy="262762"/>
              </a:xfrm>
            </p:grpSpPr>
            <p:sp>
              <p:nvSpPr>
                <p:cNvPr id="19" name="Rectangle 18">
                  <a:extLst>
                    <a:ext uri="{FF2B5EF4-FFF2-40B4-BE49-F238E27FC236}">
                      <a16:creationId xmlns:a16="http://schemas.microsoft.com/office/drawing/2014/main" id="{53EBDDC4-AB69-BEFF-BBEB-E7A453065CE3}"/>
                    </a:ext>
                  </a:extLst>
                </p:cNvPr>
                <p:cNvSpPr/>
                <p:nvPr/>
              </p:nvSpPr>
              <p:spPr bwMode="auto">
                <a:xfrm>
                  <a:off x="1954924" y="2995448"/>
                  <a:ext cx="178676" cy="168166"/>
                </a:xfrm>
                <a:prstGeom prst="rect">
                  <a:avLst/>
                </a:prstGeom>
                <a:noFill/>
                <a:ln w="28575" cap="flat" cmpd="sng" algn="ctr">
                  <a:solidFill>
                    <a:srgbClr val="002D9C"/>
                  </a:solidFill>
                  <a:prstDash val="solid"/>
                  <a:headEnd type="none" w="med" len="med"/>
                  <a:tailEnd type="none" w="med" len="med"/>
                </a:ln>
                <a:effectLst/>
              </p:spPr>
              <p:txBody>
                <a:bodyPr vert="horz" wrap="square" lIns="182640" tIns="182640" rIns="182640" bIns="182640"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826010" fontAlgn="base">
                    <a:spcBef>
                      <a:spcPct val="0"/>
                    </a:spcBef>
                    <a:spcAft>
                      <a:spcPct val="0"/>
                    </a:spcAft>
                    <a:defRPr/>
                  </a:pPr>
                  <a:endParaRPr lang="en-US" sz="2796" kern="0">
                    <a:solidFill>
                      <a:srgbClr val="FFFFFF"/>
                    </a:solidFill>
                    <a:latin typeface="IBM Plex Sans Light"/>
                  </a:endParaRPr>
                </a:p>
              </p:txBody>
            </p:sp>
            <p:sp>
              <p:nvSpPr>
                <p:cNvPr id="20" name="TextBox 19">
                  <a:extLst>
                    <a:ext uri="{FF2B5EF4-FFF2-40B4-BE49-F238E27FC236}">
                      <a16:creationId xmlns:a16="http://schemas.microsoft.com/office/drawing/2014/main" id="{53F8C1C3-2312-92A3-49E7-332B95C4BC06}"/>
                    </a:ext>
                  </a:extLst>
                </p:cNvPr>
                <p:cNvSpPr txBox="1"/>
                <p:nvPr/>
              </p:nvSpPr>
              <p:spPr>
                <a:xfrm>
                  <a:off x="1975952" y="3002016"/>
                  <a:ext cx="262759" cy="2561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4869366">
                    <a:spcBef>
                      <a:spcPts val="5790"/>
                    </a:spcBef>
                    <a:buSzPct val="100000"/>
                    <a:defRPr/>
                  </a:pPr>
                  <a:r>
                    <a:rPr lang="en-US" sz="2098" b="1" kern="0">
                      <a:solidFill>
                        <a:srgbClr val="002D9C"/>
                      </a:solidFill>
                      <a:latin typeface="IBM Plex Sans Light"/>
                      <a:sym typeface="IBM Plex Sans Light"/>
                    </a:rPr>
                    <a:t>AI</a:t>
                  </a:r>
                </a:p>
              </p:txBody>
            </p:sp>
          </p:grpSp>
          <p:grpSp>
            <p:nvGrpSpPr>
              <p:cNvPr id="15" name="Group 14">
                <a:extLst>
                  <a:ext uri="{FF2B5EF4-FFF2-40B4-BE49-F238E27FC236}">
                    <a16:creationId xmlns:a16="http://schemas.microsoft.com/office/drawing/2014/main" id="{6DA012F4-2373-E53B-BC18-F7D0D47D443B}"/>
                  </a:ext>
                </a:extLst>
              </p:cNvPr>
              <p:cNvGrpSpPr/>
              <p:nvPr/>
            </p:nvGrpSpPr>
            <p:grpSpPr>
              <a:xfrm>
                <a:off x="12498543" y="2879663"/>
                <a:ext cx="3672995" cy="956709"/>
                <a:chOff x="10111296" y="7342831"/>
                <a:chExt cx="2757296" cy="718196"/>
              </a:xfrm>
            </p:grpSpPr>
            <p:pic>
              <p:nvPicPr>
                <p:cNvPr id="17" name="Graphic 16">
                  <a:extLst>
                    <a:ext uri="{FF2B5EF4-FFF2-40B4-BE49-F238E27FC236}">
                      <a16:creationId xmlns:a16="http://schemas.microsoft.com/office/drawing/2014/main" id="{8B7F7BF8-CB00-6C55-8A2D-B5EFF79344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444386" y="7565081"/>
                  <a:ext cx="424206" cy="424206"/>
                </a:xfrm>
                <a:prstGeom prst="rect">
                  <a:avLst/>
                </a:prstGeom>
              </p:spPr>
            </p:pic>
            <p:sp>
              <p:nvSpPr>
                <p:cNvPr id="18" name="Retângulo 26">
                  <a:extLst>
                    <a:ext uri="{FF2B5EF4-FFF2-40B4-BE49-F238E27FC236}">
                      <a16:creationId xmlns:a16="http://schemas.microsoft.com/office/drawing/2014/main" id="{F4041F87-560B-F7E2-776F-26B80473E446}"/>
                    </a:ext>
                  </a:extLst>
                </p:cNvPr>
                <p:cNvSpPr/>
                <p:nvPr/>
              </p:nvSpPr>
              <p:spPr bwMode="auto">
                <a:xfrm>
                  <a:off x="10111296" y="7342831"/>
                  <a:ext cx="2140451" cy="718196"/>
                </a:xfrm>
                <a:prstGeom prst="rect">
                  <a:avLst/>
                </a:prstGeom>
                <a:noFill/>
                <a:ln w="12700" cap="flat" cmpd="sng" algn="ctr">
                  <a:noFill/>
                  <a:prstDash val="solid"/>
                  <a:headEnd type="none" w="med" len="med"/>
                  <a:tailEnd type="none" w="med" len="med"/>
                </a:ln>
                <a:effectLst/>
              </p:spPr>
              <p:txBody>
                <a:bodyPr vert="horz" wrap="square" lIns="162302" tIns="162302" rIns="162302" bIns="162302"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622920" fontAlgn="base">
                    <a:spcAft>
                      <a:spcPct val="0"/>
                    </a:spcAft>
                    <a:buClr>
                      <a:srgbClr val="000000"/>
                    </a:buClr>
                    <a:defRPr/>
                  </a:pPr>
                  <a:r>
                    <a:rPr lang="en-US" altLang="en-US" sz="2398" b="1" kern="0">
                      <a:solidFill>
                        <a:srgbClr val="000000"/>
                      </a:solidFill>
                      <a:latin typeface="IBM Plex Sans Light"/>
                      <a:ea typeface="ＭＳ Ｐゴシック" charset="-128"/>
                    </a:rPr>
                    <a:t>Content Services</a:t>
                  </a:r>
                </a:p>
              </p:txBody>
            </p:sp>
          </p:grpSp>
          <p:sp>
            <p:nvSpPr>
              <p:cNvPr id="16" name="TextBox 15">
                <a:extLst>
                  <a:ext uri="{FF2B5EF4-FFF2-40B4-BE49-F238E27FC236}">
                    <a16:creationId xmlns:a16="http://schemas.microsoft.com/office/drawing/2014/main" id="{9B4C03EE-9628-9071-6EC7-7CD2F0E608CE}"/>
                  </a:ext>
                </a:extLst>
              </p:cNvPr>
              <p:cNvSpPr txBox="1"/>
              <p:nvPr/>
            </p:nvSpPr>
            <p:spPr>
              <a:xfrm>
                <a:off x="12250192" y="4387856"/>
                <a:ext cx="3618110" cy="461845"/>
              </a:xfrm>
              <a:prstGeom prst="rect">
                <a:avLst/>
              </a:prstGeom>
              <a:solidFill>
                <a:srgbClr val="007D79"/>
              </a:solidFill>
            </p:spPr>
            <p:txBody>
              <a:bodyPr wrap="none" rtlCol="0">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827048">
                  <a:defRPr/>
                </a:pPr>
                <a:r>
                  <a:rPr lang="en-US" sz="2400" kern="0">
                    <a:solidFill>
                      <a:srgbClr val="FFFFFF"/>
                    </a:solidFill>
                    <a:latin typeface="IBM Plex Sans" charset="0"/>
                    <a:ea typeface="IBM Plex Sans" charset="0"/>
                    <a:cs typeface="IBM Plex Sans" charset="0"/>
                  </a:rPr>
                  <a:t>FileNet Content Manager</a:t>
                </a:r>
              </a:p>
            </p:txBody>
          </p:sp>
        </p:grpSp>
        <p:sp>
          <p:nvSpPr>
            <p:cNvPr id="12" name="TextBox 11">
              <a:extLst>
                <a:ext uri="{FF2B5EF4-FFF2-40B4-BE49-F238E27FC236}">
                  <a16:creationId xmlns:a16="http://schemas.microsoft.com/office/drawing/2014/main" id="{66C29E55-DD9A-352F-9CFE-B8340B0FA664}"/>
                </a:ext>
              </a:extLst>
            </p:cNvPr>
            <p:cNvSpPr txBox="1"/>
            <p:nvPr/>
          </p:nvSpPr>
          <p:spPr>
            <a:xfrm>
              <a:off x="12418827" y="1626454"/>
              <a:ext cx="5209954" cy="831322"/>
            </a:xfrm>
            <a:prstGeom prst="rect">
              <a:avLst/>
            </a:prstGeom>
            <a:no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828282">
                <a:defRPr/>
              </a:pPr>
              <a:r>
                <a:rPr lang="en-US" altLang="en-US" sz="2400" b="1" kern="0">
                  <a:solidFill>
                    <a:srgbClr val="000000"/>
                  </a:solidFill>
                  <a:latin typeface="IBM Plex Sans Light"/>
                  <a:ea typeface="ＭＳ Ｐゴシック" charset="-128"/>
                </a:rPr>
                <a:t>Business Automation Manager </a:t>
              </a:r>
              <a:br>
                <a:rPr lang="en-US" altLang="en-US" sz="2400" b="1" kern="0">
                  <a:solidFill>
                    <a:srgbClr val="000000"/>
                  </a:solidFill>
                  <a:latin typeface="IBM Plex Sans Light"/>
                  <a:ea typeface="ＭＳ Ｐゴシック" charset="-128"/>
                </a:rPr>
              </a:br>
              <a:r>
                <a:rPr lang="en-US" altLang="en-US" sz="2400" b="1" kern="0">
                  <a:solidFill>
                    <a:srgbClr val="000000"/>
                  </a:solidFill>
                  <a:latin typeface="IBM Plex Sans Light"/>
                  <a:ea typeface="ＭＳ Ｐゴシック" charset="-128"/>
                </a:rPr>
                <a:t>Open Editions</a:t>
              </a:r>
              <a:endParaRPr lang="en-US" sz="2400">
                <a:solidFill>
                  <a:srgbClr val="000000"/>
                </a:solidFill>
                <a:latin typeface="IBM Plex Sans Light"/>
              </a:endParaRPr>
            </a:p>
          </p:txBody>
        </p:sp>
      </p:grpSp>
      <p:sp>
        <p:nvSpPr>
          <p:cNvPr id="37" name="TextBox 36">
            <a:extLst>
              <a:ext uri="{FF2B5EF4-FFF2-40B4-BE49-F238E27FC236}">
                <a16:creationId xmlns:a16="http://schemas.microsoft.com/office/drawing/2014/main" id="{E083F0FB-F9A3-E46B-9800-8A9ABF9C5441}"/>
              </a:ext>
            </a:extLst>
          </p:cNvPr>
          <p:cNvSpPr txBox="1"/>
          <p:nvPr/>
        </p:nvSpPr>
        <p:spPr>
          <a:xfrm>
            <a:off x="18554860" y="2512795"/>
            <a:ext cx="5486466" cy="94355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2436936">
              <a:spcBef>
                <a:spcPts val="2900"/>
              </a:spcBef>
              <a:buSzPct val="100000"/>
              <a:defRPr/>
            </a:pPr>
            <a:r>
              <a:rPr lang="en-US" kern="0">
                <a:solidFill>
                  <a:srgbClr val="0F62FE"/>
                </a:solidFill>
                <a:latin typeface="IBM Plex Sans Light"/>
                <a:sym typeface="IBM Plex Sans Light"/>
              </a:rPr>
              <a:t>:</a:t>
            </a:r>
          </a:p>
          <a:p>
            <a:pPr marL="444200" indent="-446480" defTabSz="2436936">
              <a:spcBef>
                <a:spcPts val="2900"/>
              </a:spcBef>
              <a:buSzPct val="100000"/>
              <a:buFontTx/>
              <a:buChar char="–"/>
              <a:defRPr/>
            </a:pPr>
            <a:r>
              <a:rPr lang="en-US" sz="3200" kern="0">
                <a:solidFill>
                  <a:srgbClr val="000000"/>
                </a:solidFill>
                <a:latin typeface="IBM Plex Sans Light"/>
                <a:sym typeface="IBM Plex Sans Light"/>
              </a:rPr>
              <a:t>Leverage </a:t>
            </a:r>
            <a:r>
              <a:rPr lang="en-US" sz="3200" b="1" kern="0">
                <a:solidFill>
                  <a:srgbClr val="000000"/>
                </a:solidFill>
                <a:latin typeface="IBM Plex Sans Light"/>
                <a:sym typeface="IBM Plex Sans Light"/>
              </a:rPr>
              <a:t>Agents Inside </a:t>
            </a:r>
            <a:r>
              <a:rPr lang="en-US" sz="3200" kern="0">
                <a:solidFill>
                  <a:srgbClr val="000000"/>
                </a:solidFill>
                <a:latin typeface="IBM Plex Sans Light"/>
                <a:sym typeface="IBM Plex Sans Light"/>
              </a:rPr>
              <a:t>provided within IBM BA offerings – standardized in their approach &amp; implementation</a:t>
            </a:r>
          </a:p>
          <a:p>
            <a:pPr marL="444200" indent="-446480" defTabSz="2436936">
              <a:spcBef>
                <a:spcPts val="2900"/>
              </a:spcBef>
              <a:buSzPct val="100000"/>
              <a:buFontTx/>
              <a:buChar char="–"/>
              <a:defRPr/>
            </a:pPr>
            <a:r>
              <a:rPr lang="en-US" sz="3200" kern="0">
                <a:solidFill>
                  <a:srgbClr val="000000"/>
                </a:solidFill>
                <a:latin typeface="IBM Plex Sans Light"/>
                <a:sym typeface="IBM Plex Sans Light"/>
              </a:rPr>
              <a:t>Adopt </a:t>
            </a:r>
            <a:r>
              <a:rPr lang="en-US" sz="3200" b="1" kern="0">
                <a:solidFill>
                  <a:srgbClr val="000000"/>
                </a:solidFill>
                <a:latin typeface="IBM Plex Sans Light"/>
                <a:sym typeface="IBM Plex Sans Light"/>
              </a:rPr>
              <a:t>Inhouse Agentic Framework </a:t>
            </a:r>
            <a:r>
              <a:rPr lang="en-US" sz="3200" kern="0">
                <a:solidFill>
                  <a:srgbClr val="000000"/>
                </a:solidFill>
                <a:latin typeface="IBM Plex Sans Light"/>
                <a:sym typeface="IBM Plex Sans Light"/>
              </a:rPr>
              <a:t>made available in</a:t>
            </a:r>
            <a:r>
              <a:rPr lang="en-US" sz="3200" b="1" kern="0">
                <a:solidFill>
                  <a:srgbClr val="000000"/>
                </a:solidFill>
                <a:latin typeface="IBM Plex Sans Light"/>
                <a:sym typeface="IBM Plex Sans Light"/>
              </a:rPr>
              <a:t> </a:t>
            </a:r>
            <a:r>
              <a:rPr lang="en-US" sz="3200" kern="0">
                <a:solidFill>
                  <a:srgbClr val="000000"/>
                </a:solidFill>
                <a:latin typeface="IBM Plex Sans Light"/>
                <a:sym typeface="IBM Plex Sans Light"/>
              </a:rPr>
              <a:t>IBM BA portfolio to modernize in-place without looking elsewhere</a:t>
            </a:r>
          </a:p>
          <a:p>
            <a:pPr marL="444200" indent="-446480" defTabSz="2436936">
              <a:spcBef>
                <a:spcPts val="2900"/>
              </a:spcBef>
              <a:buSzPct val="100000"/>
              <a:buFontTx/>
              <a:buChar char="–"/>
              <a:defRPr/>
            </a:pPr>
            <a:r>
              <a:rPr lang="en-US" sz="3200" b="1" kern="0">
                <a:solidFill>
                  <a:srgbClr val="000000"/>
                </a:solidFill>
                <a:latin typeface="IBM Plex Sans Light"/>
                <a:sym typeface="IBM Plex Sans Light"/>
              </a:rPr>
              <a:t>Federated Agentic Orchestration </a:t>
            </a:r>
            <a:r>
              <a:rPr lang="en-US" sz="3200" kern="0">
                <a:solidFill>
                  <a:srgbClr val="000000"/>
                </a:solidFill>
                <a:latin typeface="IBM Plex Sans Light"/>
                <a:sym typeface="IBM Plex Sans Light"/>
              </a:rPr>
              <a:t>strategy with bi-directional leverage of agentic frameworks –depending on our client’s entry point</a:t>
            </a:r>
          </a:p>
        </p:txBody>
      </p:sp>
      <p:grpSp>
        <p:nvGrpSpPr>
          <p:cNvPr id="39" name="Group 38">
            <a:extLst>
              <a:ext uri="{FF2B5EF4-FFF2-40B4-BE49-F238E27FC236}">
                <a16:creationId xmlns:a16="http://schemas.microsoft.com/office/drawing/2014/main" id="{1F2717AF-6C72-FAE5-663B-F2AED684B827}"/>
              </a:ext>
            </a:extLst>
          </p:cNvPr>
          <p:cNvGrpSpPr/>
          <p:nvPr/>
        </p:nvGrpSpPr>
        <p:grpSpPr>
          <a:xfrm>
            <a:off x="947090" y="2867684"/>
            <a:ext cx="5004190" cy="1656616"/>
            <a:chOff x="246985" y="2866122"/>
            <a:chExt cx="5050706" cy="1657263"/>
          </a:xfrm>
        </p:grpSpPr>
        <p:sp>
          <p:nvSpPr>
            <p:cNvPr id="40" name="TextBox 39">
              <a:extLst>
                <a:ext uri="{FF2B5EF4-FFF2-40B4-BE49-F238E27FC236}">
                  <a16:creationId xmlns:a16="http://schemas.microsoft.com/office/drawing/2014/main" id="{D56D6ACD-9759-B9AA-F95A-FA770512A24E}"/>
                </a:ext>
              </a:extLst>
            </p:cNvPr>
            <p:cNvSpPr txBox="1"/>
            <p:nvPr/>
          </p:nvSpPr>
          <p:spPr>
            <a:xfrm>
              <a:off x="272978" y="3898757"/>
              <a:ext cx="3710037" cy="624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chor="ctr">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2436936">
                <a:spcBef>
                  <a:spcPts val="2900"/>
                </a:spcBef>
                <a:buSzPct val="100000"/>
                <a:defRPr/>
              </a:pPr>
              <a:r>
                <a:rPr lang="en-US" sz="3200" b="1" kern="0">
                  <a:solidFill>
                    <a:srgbClr val="0F62FE"/>
                  </a:solidFill>
                  <a:latin typeface="IBM Plex Sans Light"/>
                  <a:sym typeface="IBM Plex Sans Light"/>
                </a:rPr>
                <a:t>Agents</a:t>
              </a:r>
              <a:endParaRPr lang="en-US" b="1" kern="0">
                <a:solidFill>
                  <a:srgbClr val="0F62FE"/>
                </a:solidFill>
                <a:latin typeface="IBM Plex Sans Light"/>
                <a:sym typeface="IBM Plex Sans Light"/>
              </a:endParaRPr>
            </a:p>
          </p:txBody>
        </p:sp>
        <p:sp>
          <p:nvSpPr>
            <p:cNvPr id="41" name="TextBox 15">
              <a:extLst>
                <a:ext uri="{FF2B5EF4-FFF2-40B4-BE49-F238E27FC236}">
                  <a16:creationId xmlns:a16="http://schemas.microsoft.com/office/drawing/2014/main" id="{748E2530-6674-7B8E-C645-11F8E75FD353}"/>
                </a:ext>
              </a:extLst>
            </p:cNvPr>
            <p:cNvSpPr txBox="1"/>
            <p:nvPr/>
          </p:nvSpPr>
          <p:spPr>
            <a:xfrm>
              <a:off x="1333730" y="2866122"/>
              <a:ext cx="3963961" cy="10776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02" rIns="45702">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1827702" hangingPunct="0">
                <a:spcBef>
                  <a:spcPts val="2800"/>
                </a:spcBef>
                <a:defRPr sz="2600">
                  <a:solidFill>
                    <a:srgbClr val="000000"/>
                  </a:solidFill>
                </a:defRPr>
              </a:pPr>
              <a:r>
                <a:rPr sz="3200" kern="0">
                  <a:solidFill>
                    <a:srgbClr val="000000"/>
                  </a:solidFill>
                  <a:latin typeface="IBM Plex Sans Light"/>
                  <a:sym typeface="IBM Plex Sans Light"/>
                </a:rPr>
                <a:t>watsonx Orchestrate</a:t>
              </a:r>
              <a:r>
                <a:rPr sz="3200" kern="0" baseline="30461">
                  <a:solidFill>
                    <a:srgbClr val="000000"/>
                  </a:solidFill>
                  <a:latin typeface="IBM Plex Sans Light"/>
                  <a:sym typeface="IBM Plex Sans Light"/>
                </a:rPr>
                <a:t>™</a:t>
              </a:r>
            </a:p>
          </p:txBody>
        </p:sp>
        <p:pic>
          <p:nvPicPr>
            <p:cNvPr id="42" name="Picture 8" descr="Picture 8">
              <a:extLst>
                <a:ext uri="{FF2B5EF4-FFF2-40B4-BE49-F238E27FC236}">
                  <a16:creationId xmlns:a16="http://schemas.microsoft.com/office/drawing/2014/main" id="{4544928E-657B-A965-85C8-7DE6DFF32F91}"/>
                </a:ext>
              </a:extLst>
            </p:cNvPr>
            <p:cNvPicPr>
              <a:picLocks noChangeAspect="1"/>
            </p:cNvPicPr>
            <p:nvPr/>
          </p:nvPicPr>
          <p:blipFill>
            <a:blip r:embed="rId5"/>
            <a:stretch>
              <a:fillRect/>
            </a:stretch>
          </p:blipFill>
          <p:spPr>
            <a:xfrm>
              <a:off x="246985" y="2985605"/>
              <a:ext cx="1003834" cy="1003830"/>
            </a:xfrm>
            <a:prstGeom prst="rect">
              <a:avLst/>
            </a:prstGeom>
            <a:ln w="12700">
              <a:miter lim="400000"/>
            </a:ln>
          </p:spPr>
        </p:pic>
      </p:grpSp>
      <p:pic>
        <p:nvPicPr>
          <p:cNvPr id="43" name="Picture 42" descr="A black text on a white background&#10;&#10;AI-generated content may be incorrect.">
            <a:extLst>
              <a:ext uri="{FF2B5EF4-FFF2-40B4-BE49-F238E27FC236}">
                <a16:creationId xmlns:a16="http://schemas.microsoft.com/office/drawing/2014/main" id="{03B6356F-4C9A-B99E-1628-3B4B0ED674BD}"/>
              </a:ext>
            </a:extLst>
          </p:cNvPr>
          <p:cNvPicPr>
            <a:picLocks noChangeAspect="1"/>
          </p:cNvPicPr>
          <p:nvPr/>
        </p:nvPicPr>
        <p:blipFill>
          <a:blip r:embed="rId6"/>
          <a:stretch>
            <a:fillRect/>
          </a:stretch>
        </p:blipFill>
        <p:spPr>
          <a:xfrm>
            <a:off x="3818780" y="6983421"/>
            <a:ext cx="3188550" cy="494286"/>
          </a:xfrm>
          <a:prstGeom prst="rect">
            <a:avLst/>
          </a:prstGeom>
          <a:ln>
            <a:solidFill>
              <a:srgbClr val="0F62FE"/>
            </a:solidFill>
          </a:ln>
          <a:effectLst>
            <a:outerShdw blurRad="50800" dist="38100" dir="2700000" algn="tl" rotWithShape="0">
              <a:prstClr val="black">
                <a:alpha val="40000"/>
              </a:prstClr>
            </a:outerShdw>
          </a:effectLst>
        </p:spPr>
      </p:pic>
      <p:sp>
        <p:nvSpPr>
          <p:cNvPr id="44" name="Bent Arrow 43">
            <a:extLst>
              <a:ext uri="{FF2B5EF4-FFF2-40B4-BE49-F238E27FC236}">
                <a16:creationId xmlns:a16="http://schemas.microsoft.com/office/drawing/2014/main" id="{000F591F-032F-100B-3936-4B831DFBDD08}"/>
              </a:ext>
            </a:extLst>
          </p:cNvPr>
          <p:cNvSpPr/>
          <p:nvPr/>
        </p:nvSpPr>
        <p:spPr bwMode="auto">
          <a:xfrm rot="10800000" flipH="1">
            <a:off x="2052031" y="4937967"/>
            <a:ext cx="1523652" cy="2379974"/>
          </a:xfrm>
          <a:prstGeom prst="bentArrow">
            <a:avLst/>
          </a:prstGeom>
          <a:gradFill flip="none" rotWithShape="1">
            <a:gsLst>
              <a:gs pos="0">
                <a:srgbClr val="D9FBFB"/>
              </a:gs>
              <a:gs pos="50000">
                <a:srgbClr val="E5F6FF">
                  <a:shade val="67500"/>
                  <a:satMod val="115000"/>
                </a:srgbClr>
              </a:gs>
              <a:gs pos="100000">
                <a:srgbClr val="A56EFF">
                  <a:lumMod val="20000"/>
                  <a:lumOff val="80000"/>
                </a:srgbClr>
              </a:gs>
            </a:gsLst>
            <a:lin ang="10800000" scaled="1"/>
            <a:tileRect/>
          </a:gradFill>
          <a:ln w="19050" cap="flat" cmpd="sng" algn="ctr">
            <a:solidFill>
              <a:srgbClr val="E5F6FF"/>
            </a:solidFill>
            <a:prstDash val="solid"/>
            <a:headEnd type="none" w="med" len="med"/>
            <a:tailEnd type="none" w="med" len="med"/>
          </a:ln>
          <a:effectLst/>
        </p:spPr>
        <p:txBody>
          <a:bodyPr vert="horz" wrap="square" lIns="91404" tIns="91404" rIns="91404" bIns="9140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913854" fontAlgn="base">
              <a:spcBef>
                <a:spcPct val="0"/>
              </a:spcBef>
              <a:spcAft>
                <a:spcPct val="0"/>
              </a:spcAft>
              <a:defRPr/>
            </a:pPr>
            <a:endParaRPr lang="en-US" sz="1400">
              <a:solidFill>
                <a:srgbClr val="FFFFFF"/>
              </a:solidFill>
              <a:latin typeface="IBM Plex Sans Light"/>
            </a:endParaRPr>
          </a:p>
        </p:txBody>
      </p:sp>
      <p:sp>
        <p:nvSpPr>
          <p:cNvPr id="45" name="Bent Arrow 44">
            <a:extLst>
              <a:ext uri="{FF2B5EF4-FFF2-40B4-BE49-F238E27FC236}">
                <a16:creationId xmlns:a16="http://schemas.microsoft.com/office/drawing/2014/main" id="{9B255AEF-23D7-A910-8FB2-501A5D18A3C0}"/>
              </a:ext>
            </a:extLst>
          </p:cNvPr>
          <p:cNvSpPr/>
          <p:nvPr/>
        </p:nvSpPr>
        <p:spPr bwMode="auto">
          <a:xfrm rot="10800000" flipH="1" flipV="1">
            <a:off x="2079727" y="7137896"/>
            <a:ext cx="1523652" cy="2379976"/>
          </a:xfrm>
          <a:prstGeom prst="bentArrow">
            <a:avLst/>
          </a:prstGeom>
          <a:gradFill flip="none" rotWithShape="1">
            <a:gsLst>
              <a:gs pos="0">
                <a:srgbClr val="D9FBFB"/>
              </a:gs>
              <a:gs pos="50000">
                <a:srgbClr val="E5F6FF">
                  <a:shade val="67500"/>
                  <a:satMod val="115000"/>
                </a:srgbClr>
              </a:gs>
              <a:gs pos="100000">
                <a:srgbClr val="FA4D56">
                  <a:lumMod val="20000"/>
                  <a:lumOff val="80000"/>
                </a:srgbClr>
              </a:gs>
            </a:gsLst>
            <a:lin ang="10800000" scaled="1"/>
            <a:tileRect/>
          </a:gradFill>
          <a:ln w="19050" cap="flat" cmpd="sng" algn="ctr">
            <a:solidFill>
              <a:srgbClr val="E5F6FF"/>
            </a:solidFill>
            <a:prstDash val="solid"/>
            <a:headEnd type="none" w="med" len="med"/>
            <a:tailEnd type="none" w="med" len="med"/>
          </a:ln>
          <a:effectLst/>
        </p:spPr>
        <p:txBody>
          <a:bodyPr vert="horz" wrap="square" lIns="91404" tIns="91404" rIns="91404" bIns="9140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913854" fontAlgn="base">
              <a:spcBef>
                <a:spcPct val="0"/>
              </a:spcBef>
              <a:spcAft>
                <a:spcPct val="0"/>
              </a:spcAft>
              <a:defRPr/>
            </a:pPr>
            <a:endParaRPr lang="en-US" sz="1400">
              <a:solidFill>
                <a:srgbClr val="FFFFFF"/>
              </a:solidFill>
              <a:latin typeface="IBM Plex Sans Light"/>
            </a:endParaRPr>
          </a:p>
        </p:txBody>
      </p:sp>
      <p:sp>
        <p:nvSpPr>
          <p:cNvPr id="46" name="Rounded Rectangle 45">
            <a:extLst>
              <a:ext uri="{FF2B5EF4-FFF2-40B4-BE49-F238E27FC236}">
                <a16:creationId xmlns:a16="http://schemas.microsoft.com/office/drawing/2014/main" id="{EC5136CD-BFCD-A42C-5D3D-CB71BAD4A4EA}"/>
              </a:ext>
            </a:extLst>
          </p:cNvPr>
          <p:cNvSpPr/>
          <p:nvPr/>
        </p:nvSpPr>
        <p:spPr bwMode="auto">
          <a:xfrm>
            <a:off x="15291684" y="4926873"/>
            <a:ext cx="2053314" cy="480878"/>
          </a:xfrm>
          <a:prstGeom prst="roundRect">
            <a:avLst/>
          </a:prstGeom>
          <a:solidFill>
            <a:srgbClr val="000000">
              <a:lumMod val="65000"/>
              <a:lumOff val="35000"/>
            </a:srgbClr>
          </a:solidFill>
          <a:ln w="19050" cap="flat" cmpd="sng" algn="ctr">
            <a:solidFill>
              <a:srgbClr val="0F62FE"/>
            </a:solidFill>
            <a:prstDash val="solid"/>
            <a:headEnd type="none" w="med" len="med"/>
            <a:tailEnd type="none" w="med" len="med"/>
          </a:ln>
          <a:effectLst/>
        </p:spPr>
        <p:txBody>
          <a:bodyPr vert="horz" wrap="square" lIns="91416" tIns="91416" rIns="91416" bIns="91416"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914036" fontAlgn="base">
              <a:spcBef>
                <a:spcPct val="0"/>
              </a:spcBef>
              <a:spcAft>
                <a:spcPct val="0"/>
              </a:spcAft>
              <a:defRPr/>
            </a:pPr>
            <a:r>
              <a:rPr lang="en-US" sz="2000">
                <a:solidFill>
                  <a:srgbClr val="FFFFFF"/>
                </a:solidFill>
                <a:latin typeface="IBM Plex Sans Light"/>
              </a:rPr>
              <a:t>Agents Inside</a:t>
            </a:r>
            <a:endParaRPr lang="en-US" sz="2000" b="1">
              <a:solidFill>
                <a:srgbClr val="0F62FE">
                  <a:lumMod val="60000"/>
                  <a:lumOff val="40000"/>
                </a:srgbClr>
              </a:solidFill>
              <a:latin typeface="IBM Plex Sans Light"/>
            </a:endParaRPr>
          </a:p>
        </p:txBody>
      </p:sp>
      <p:sp>
        <p:nvSpPr>
          <p:cNvPr id="47" name="Rounded Rectangle 46">
            <a:extLst>
              <a:ext uri="{FF2B5EF4-FFF2-40B4-BE49-F238E27FC236}">
                <a16:creationId xmlns:a16="http://schemas.microsoft.com/office/drawing/2014/main" id="{C924A62F-1765-8526-E74D-28D020855B08}"/>
              </a:ext>
            </a:extLst>
          </p:cNvPr>
          <p:cNvSpPr/>
          <p:nvPr/>
        </p:nvSpPr>
        <p:spPr bwMode="auto">
          <a:xfrm>
            <a:off x="15291684" y="8494449"/>
            <a:ext cx="2053314" cy="480878"/>
          </a:xfrm>
          <a:prstGeom prst="roundRect">
            <a:avLst/>
          </a:prstGeom>
          <a:solidFill>
            <a:srgbClr val="000000">
              <a:lumMod val="65000"/>
              <a:lumOff val="35000"/>
            </a:srgbClr>
          </a:solidFill>
          <a:ln w="19050" cap="flat" cmpd="sng" algn="ctr">
            <a:solidFill>
              <a:srgbClr val="0F62FE"/>
            </a:solidFill>
            <a:prstDash val="solid"/>
            <a:headEnd type="none" w="med" len="med"/>
            <a:tailEnd type="none" w="med" len="med"/>
          </a:ln>
          <a:effectLst/>
        </p:spPr>
        <p:txBody>
          <a:bodyPr vert="horz" wrap="square" lIns="91416" tIns="91416" rIns="91416" bIns="91416"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914036" fontAlgn="base">
              <a:spcBef>
                <a:spcPct val="0"/>
              </a:spcBef>
              <a:spcAft>
                <a:spcPct val="0"/>
              </a:spcAft>
              <a:defRPr/>
            </a:pPr>
            <a:r>
              <a:rPr lang="en-US" sz="2000">
                <a:solidFill>
                  <a:srgbClr val="FFFFFF"/>
                </a:solidFill>
                <a:latin typeface="IBM Plex Sans Light"/>
              </a:rPr>
              <a:t>Agents Inside</a:t>
            </a:r>
            <a:endParaRPr lang="en-US" sz="2000" b="1">
              <a:solidFill>
                <a:srgbClr val="0F62FE">
                  <a:lumMod val="60000"/>
                  <a:lumOff val="40000"/>
                </a:srgbClr>
              </a:solidFill>
              <a:latin typeface="IBM Plex Sans Light"/>
            </a:endParaRPr>
          </a:p>
        </p:txBody>
      </p:sp>
      <p:sp>
        <p:nvSpPr>
          <p:cNvPr id="48" name="Rounded Rectangle 47">
            <a:extLst>
              <a:ext uri="{FF2B5EF4-FFF2-40B4-BE49-F238E27FC236}">
                <a16:creationId xmlns:a16="http://schemas.microsoft.com/office/drawing/2014/main" id="{FD50259D-6BF3-890D-334D-1E0445C8CC29}"/>
              </a:ext>
            </a:extLst>
          </p:cNvPr>
          <p:cNvSpPr/>
          <p:nvPr/>
        </p:nvSpPr>
        <p:spPr bwMode="auto">
          <a:xfrm>
            <a:off x="15291684" y="12037701"/>
            <a:ext cx="2053314" cy="480878"/>
          </a:xfrm>
          <a:prstGeom prst="roundRect">
            <a:avLst/>
          </a:prstGeom>
          <a:solidFill>
            <a:srgbClr val="000000">
              <a:lumMod val="65000"/>
              <a:lumOff val="35000"/>
            </a:srgbClr>
          </a:solidFill>
          <a:ln w="19050" cap="flat" cmpd="sng" algn="ctr">
            <a:solidFill>
              <a:srgbClr val="0F62FE"/>
            </a:solidFill>
            <a:prstDash val="solid"/>
            <a:headEnd type="none" w="med" len="med"/>
            <a:tailEnd type="none" w="med" len="med"/>
          </a:ln>
          <a:effectLst/>
        </p:spPr>
        <p:txBody>
          <a:bodyPr vert="horz" wrap="square" lIns="91416" tIns="91416" rIns="91416" bIns="91416"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914036" fontAlgn="base">
              <a:spcBef>
                <a:spcPct val="0"/>
              </a:spcBef>
              <a:spcAft>
                <a:spcPct val="0"/>
              </a:spcAft>
              <a:defRPr/>
            </a:pPr>
            <a:r>
              <a:rPr lang="en-US" sz="2000">
                <a:solidFill>
                  <a:srgbClr val="FFFFFF"/>
                </a:solidFill>
                <a:latin typeface="IBM Plex Sans Light"/>
              </a:rPr>
              <a:t>Agents Inside</a:t>
            </a:r>
            <a:endParaRPr lang="en-US" sz="2000" b="1">
              <a:solidFill>
                <a:srgbClr val="0F62FE">
                  <a:lumMod val="60000"/>
                  <a:lumOff val="40000"/>
                </a:srgbClr>
              </a:solidFill>
              <a:latin typeface="IBM Plex Sans Light"/>
            </a:endParaRPr>
          </a:p>
        </p:txBody>
      </p:sp>
      <p:sp>
        <p:nvSpPr>
          <p:cNvPr id="49" name="Rounded Rectangle 48">
            <a:extLst>
              <a:ext uri="{FF2B5EF4-FFF2-40B4-BE49-F238E27FC236}">
                <a16:creationId xmlns:a16="http://schemas.microsoft.com/office/drawing/2014/main" id="{579D1358-5D51-FD2C-ACE7-0BB4E6D3BCDD}"/>
              </a:ext>
            </a:extLst>
          </p:cNvPr>
          <p:cNvSpPr/>
          <p:nvPr/>
        </p:nvSpPr>
        <p:spPr bwMode="auto">
          <a:xfrm>
            <a:off x="3818780" y="5759969"/>
            <a:ext cx="3188550" cy="847218"/>
          </a:xfrm>
          <a:prstGeom prst="roundRect">
            <a:avLst/>
          </a:prstGeom>
          <a:solidFill>
            <a:srgbClr val="000000">
              <a:lumMod val="65000"/>
              <a:lumOff val="35000"/>
            </a:srgbClr>
          </a:solidFill>
          <a:ln w="19050" cap="flat" cmpd="sng" algn="ctr">
            <a:solidFill>
              <a:srgbClr val="0F62FE"/>
            </a:solidFill>
            <a:prstDash val="solid"/>
            <a:headEnd type="none" w="med" len="med"/>
            <a:tailEnd type="none" w="med" len="med"/>
          </a:ln>
          <a:effectLst/>
        </p:spPr>
        <p:txBody>
          <a:bodyPr vert="horz" wrap="square" lIns="91416" tIns="91416" rIns="91416" bIns="91416"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914036" fontAlgn="base">
              <a:spcBef>
                <a:spcPct val="0"/>
              </a:spcBef>
              <a:spcAft>
                <a:spcPct val="0"/>
              </a:spcAft>
              <a:defRPr/>
            </a:pPr>
            <a:r>
              <a:rPr lang="en-US" sz="2000">
                <a:solidFill>
                  <a:srgbClr val="FFFFFF"/>
                </a:solidFill>
                <a:latin typeface="IBM Plex Sans Light"/>
              </a:rPr>
              <a:t>Access &amp; leverage BA from Agentic Frameworks</a:t>
            </a:r>
            <a:endParaRPr lang="en-US" sz="2000" b="1">
              <a:solidFill>
                <a:srgbClr val="0F62FE">
                  <a:lumMod val="60000"/>
                  <a:lumOff val="40000"/>
                </a:srgbClr>
              </a:solidFill>
              <a:latin typeface="IBM Plex Sans Light"/>
            </a:endParaRPr>
          </a:p>
        </p:txBody>
      </p:sp>
      <p:sp>
        <p:nvSpPr>
          <p:cNvPr id="50" name="Left-Right Arrow 49">
            <a:extLst>
              <a:ext uri="{FF2B5EF4-FFF2-40B4-BE49-F238E27FC236}">
                <a16:creationId xmlns:a16="http://schemas.microsoft.com/office/drawing/2014/main" id="{6011431B-3BCC-84DE-4DAA-B78603DE6319}"/>
              </a:ext>
            </a:extLst>
          </p:cNvPr>
          <p:cNvSpPr/>
          <p:nvPr/>
        </p:nvSpPr>
        <p:spPr bwMode="auto">
          <a:xfrm>
            <a:off x="7614011" y="6775060"/>
            <a:ext cx="4394008" cy="798644"/>
          </a:xfrm>
          <a:prstGeom prst="leftRightArrow">
            <a:avLst/>
          </a:prstGeom>
          <a:solidFill>
            <a:srgbClr val="000000">
              <a:lumMod val="65000"/>
              <a:lumOff val="35000"/>
            </a:srgbClr>
          </a:solidFill>
          <a:ln w="19050" cap="flat" cmpd="sng" algn="ctr">
            <a:solidFill>
              <a:srgbClr val="E5F6FF"/>
            </a:solidFill>
            <a:prstDash val="solid"/>
            <a:headEnd type="none" w="med" len="med"/>
            <a:tailEnd type="none" w="med" len="med"/>
          </a:ln>
          <a:effectLst/>
        </p:spPr>
        <p:txBody>
          <a:bodyPr vert="horz" wrap="square" lIns="91416" tIns="91416" rIns="91416" bIns="91416"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914036" fontAlgn="base">
              <a:spcBef>
                <a:spcPct val="0"/>
              </a:spcBef>
              <a:spcAft>
                <a:spcPct val="0"/>
              </a:spcAft>
              <a:defRPr/>
            </a:pPr>
            <a:endParaRPr lang="en-US" sz="1400">
              <a:solidFill>
                <a:srgbClr val="FFFFFF"/>
              </a:solidFill>
              <a:latin typeface="IBM Plex Sans Light"/>
            </a:endParaRPr>
          </a:p>
        </p:txBody>
      </p:sp>
      <p:sp>
        <p:nvSpPr>
          <p:cNvPr id="51" name="Rounded Rectangle 50">
            <a:extLst>
              <a:ext uri="{FF2B5EF4-FFF2-40B4-BE49-F238E27FC236}">
                <a16:creationId xmlns:a16="http://schemas.microsoft.com/office/drawing/2014/main" id="{D80FFC14-1617-CC5D-866B-93F90178DBC5}"/>
              </a:ext>
            </a:extLst>
          </p:cNvPr>
          <p:cNvSpPr/>
          <p:nvPr/>
        </p:nvSpPr>
        <p:spPr bwMode="auto">
          <a:xfrm>
            <a:off x="7771813" y="7855611"/>
            <a:ext cx="4023848" cy="1653470"/>
          </a:xfrm>
          <a:prstGeom prst="roundRect">
            <a:avLst/>
          </a:prstGeom>
          <a:solidFill>
            <a:srgbClr val="000000">
              <a:lumMod val="65000"/>
              <a:lumOff val="35000"/>
            </a:srgbClr>
          </a:solidFill>
          <a:ln w="19050" cap="flat" cmpd="sng" algn="ctr">
            <a:solidFill>
              <a:srgbClr val="0F62FE"/>
            </a:solidFill>
            <a:prstDash val="solid"/>
            <a:headEnd type="none" w="med" len="med"/>
            <a:tailEnd type="none" w="med" len="med"/>
          </a:ln>
          <a:effectLst/>
        </p:spPr>
        <p:txBody>
          <a:bodyPr vert="horz" wrap="square" lIns="91416" tIns="91416" rIns="91416" bIns="91416" numCol="1" rtlCol="0" anchor="ctr"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914036" fontAlgn="base">
              <a:spcBef>
                <a:spcPct val="0"/>
              </a:spcBef>
              <a:spcAft>
                <a:spcPct val="0"/>
              </a:spcAft>
              <a:defRPr/>
            </a:pPr>
            <a:r>
              <a:rPr lang="en-US" sz="2000">
                <a:solidFill>
                  <a:srgbClr val="FFFFFF"/>
                </a:solidFill>
                <a:latin typeface="IBM Plex Sans Light"/>
              </a:rPr>
              <a:t>Federated Agentic Framework allowing bi-directional orchestration to match client entry point</a:t>
            </a:r>
            <a:endParaRPr lang="en-US" sz="2000" b="1">
              <a:solidFill>
                <a:srgbClr val="0F62FE">
                  <a:lumMod val="60000"/>
                  <a:lumOff val="40000"/>
                </a:srgbClr>
              </a:solidFill>
              <a:latin typeface="IBM Plex Sans Light"/>
            </a:endParaRPr>
          </a:p>
        </p:txBody>
      </p:sp>
      <p:sp>
        <p:nvSpPr>
          <p:cNvPr id="52" name="Title 1">
            <a:extLst>
              <a:ext uri="{FF2B5EF4-FFF2-40B4-BE49-F238E27FC236}">
                <a16:creationId xmlns:a16="http://schemas.microsoft.com/office/drawing/2014/main" id="{4E9EB656-0D16-CEE9-37D7-02BDD675C181}"/>
              </a:ext>
            </a:extLst>
          </p:cNvPr>
          <p:cNvSpPr>
            <a:spLocks noGrp="1"/>
          </p:cNvSpPr>
          <p:nvPr>
            <p:ph type="title"/>
          </p:nvPr>
        </p:nvSpPr>
        <p:spPr>
          <a:xfrm>
            <a:off x="440992" y="109022"/>
            <a:ext cx="22039682" cy="1764392"/>
          </a:xfrm>
          <a:noFill/>
        </p:spPr>
        <p:txBody>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4800">
                <a:solidFill>
                  <a:srgbClr val="000000"/>
                </a:solidFill>
                <a:latin typeface="IBM Plex Sans Light"/>
              </a:rPr>
              <a:t>Power of Agents in BAMOE with </a:t>
            </a:r>
            <a:r>
              <a:rPr lang="en-US" sz="4800" err="1">
                <a:solidFill>
                  <a:srgbClr val="000000"/>
                </a:solidFill>
                <a:latin typeface="IBM Plex Sans Light"/>
              </a:rPr>
              <a:t>watsonx</a:t>
            </a:r>
            <a:r>
              <a:rPr lang="en-US" sz="4800">
                <a:solidFill>
                  <a:srgbClr val="000000"/>
                </a:solidFill>
                <a:latin typeface="IBM Plex Sans Light"/>
              </a:rPr>
              <a:t> Orchestrate</a:t>
            </a:r>
          </a:p>
        </p:txBody>
      </p:sp>
      <p:pic>
        <p:nvPicPr>
          <p:cNvPr id="25" name="Picture 24">
            <a:extLst>
              <a:ext uri="{FF2B5EF4-FFF2-40B4-BE49-F238E27FC236}">
                <a16:creationId xmlns:a16="http://schemas.microsoft.com/office/drawing/2014/main" id="{CE8363CD-9D72-5A82-0A30-1FE9084DB75B}"/>
              </a:ext>
            </a:extLst>
          </p:cNvPr>
          <p:cNvPicPr>
            <a:picLocks noChangeAspect="1"/>
          </p:cNvPicPr>
          <p:nvPr/>
        </p:nvPicPr>
        <p:blipFill>
          <a:blip r:embed="rId7"/>
          <a:stretch>
            <a:fillRect/>
          </a:stretch>
        </p:blipFill>
        <p:spPr>
          <a:xfrm>
            <a:off x="22709181" y="539205"/>
            <a:ext cx="1277712" cy="475426"/>
          </a:xfrm>
          <a:prstGeom prst="rect">
            <a:avLst/>
          </a:prstGeom>
        </p:spPr>
      </p:pic>
      <p:pic>
        <p:nvPicPr>
          <p:cNvPr id="53" name="Picture 4" descr="Wells Fargo - Wikipedia">
            <a:extLst>
              <a:ext uri="{FF2B5EF4-FFF2-40B4-BE49-F238E27FC236}">
                <a16:creationId xmlns:a16="http://schemas.microsoft.com/office/drawing/2014/main" id="{4DBF0457-23F2-63F9-DDEC-FCDB79A8EE5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673075" y="426872"/>
            <a:ext cx="700088" cy="700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5651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35EF3-F2A7-DFCE-110E-31E799A05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81D536-0E90-0EC2-91DC-092DD2A53192}"/>
              </a:ext>
            </a:extLst>
          </p:cNvPr>
          <p:cNvSpPr>
            <a:spLocks noGrp="1"/>
          </p:cNvSpPr>
          <p:nvPr>
            <p:ph type="title"/>
          </p:nvPr>
        </p:nvSpPr>
        <p:spPr>
          <a:xfrm>
            <a:off x="575999" y="576072"/>
            <a:ext cx="12722558" cy="1525588"/>
          </a:xfrm>
        </p:spPr>
        <p:txBody>
          <a:bodyPr/>
          <a:lstStyle/>
          <a:p>
            <a:r>
              <a:rPr lang="en-US" sz="7200" dirty="0"/>
              <a:t>Call to Action – Build Trust!</a:t>
            </a:r>
          </a:p>
        </p:txBody>
      </p:sp>
      <p:sp>
        <p:nvSpPr>
          <p:cNvPr id="8" name="Slide Number Placeholder 7">
            <a:extLst>
              <a:ext uri="{FF2B5EF4-FFF2-40B4-BE49-F238E27FC236}">
                <a16:creationId xmlns:a16="http://schemas.microsoft.com/office/drawing/2014/main" id="{52DAF108-372B-B03D-C4BD-99147282B631}"/>
              </a:ext>
            </a:extLst>
          </p:cNvPr>
          <p:cNvSpPr>
            <a:spLocks noGrp="1"/>
          </p:cNvSpPr>
          <p:nvPr>
            <p:ph type="sldNum" sz="quarter" idx="4"/>
          </p:nvPr>
        </p:nvSpPr>
        <p:spPr/>
        <p:txBody>
          <a:bodyPr/>
          <a:lstStyle/>
          <a:p>
            <a:fld id="{86CB4B4D-7CA3-9044-876B-883B54F8677D}" type="slidenum">
              <a:rPr lang="en-US" smtClean="0"/>
              <a:pPr/>
              <a:t>22</a:t>
            </a:fld>
            <a:endParaRPr lang="en-US" dirty="0"/>
          </a:p>
        </p:txBody>
      </p:sp>
      <p:sp>
        <p:nvSpPr>
          <p:cNvPr id="3" name="Text Placeholder 2">
            <a:extLst>
              <a:ext uri="{FF2B5EF4-FFF2-40B4-BE49-F238E27FC236}">
                <a16:creationId xmlns:a16="http://schemas.microsoft.com/office/drawing/2014/main" id="{1A73B7E8-BAFE-D158-5F31-4F6FBF39F08E}"/>
              </a:ext>
            </a:extLst>
          </p:cNvPr>
          <p:cNvSpPr>
            <a:spLocks noGrp="1"/>
          </p:cNvSpPr>
          <p:nvPr>
            <p:ph type="body" sz="quarter" idx="11"/>
          </p:nvPr>
        </p:nvSpPr>
        <p:spPr>
          <a:xfrm>
            <a:off x="815650" y="2101660"/>
            <a:ext cx="19340906" cy="1262851"/>
          </a:xfrm>
        </p:spPr>
        <p:txBody>
          <a:bodyPr/>
          <a:lstStyle/>
          <a:p>
            <a:r>
              <a:rPr lang="en-US" sz="3200" b="1" dirty="0">
                <a:solidFill>
                  <a:schemeClr val="accent1"/>
                </a:solidFill>
                <a:latin typeface="IBM Plex Sans Medm" panose="020B0503050203000203" pitchFamily="34" charset="0"/>
              </a:rPr>
              <a:t>Goal: Engage your account teams and get the client excited about their modernization journey </a:t>
            </a:r>
          </a:p>
        </p:txBody>
      </p:sp>
      <p:sp>
        <p:nvSpPr>
          <p:cNvPr id="5" name="TextBox 4">
            <a:extLst>
              <a:ext uri="{FF2B5EF4-FFF2-40B4-BE49-F238E27FC236}">
                <a16:creationId xmlns:a16="http://schemas.microsoft.com/office/drawing/2014/main" id="{51B2F28B-DBA5-C401-DFA2-E746E59DB1F2}"/>
              </a:ext>
            </a:extLst>
          </p:cNvPr>
          <p:cNvSpPr txBox="1"/>
          <p:nvPr/>
        </p:nvSpPr>
        <p:spPr>
          <a:xfrm>
            <a:off x="1079204" y="3588304"/>
            <a:ext cx="22039213" cy="3539430"/>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marL="571500" indent="-571500">
              <a:buFont typeface="Arial" panose="020B0604020202020204" pitchFamily="34" charset="0"/>
              <a:buChar char="•"/>
            </a:pPr>
            <a:r>
              <a:rPr lang="en-US" dirty="0"/>
              <a:t>Review the </a:t>
            </a:r>
            <a:r>
              <a:rPr lang="en-US" b="1" dirty="0">
                <a:hlinkClick r:id="rId3"/>
              </a:rPr>
              <a:t>AI Edition Client Decks on IBM Core Software Products page</a:t>
            </a:r>
            <a:endParaRPr lang="en-US" b="1" dirty="0"/>
          </a:p>
          <a:p>
            <a:pPr marL="571500" indent="-571500">
              <a:buFont typeface="Arial" panose="020B0604020202020204" pitchFamily="34" charset="0"/>
              <a:buChar char="•"/>
            </a:pPr>
            <a:r>
              <a:rPr lang="en-US" b="1" dirty="0"/>
              <a:t>AI Editions Enablement series: </a:t>
            </a:r>
            <a:r>
              <a:rPr lang="en-US" b="1" dirty="0">
                <a:hlinkClick r:id="rId4"/>
              </a:rPr>
              <a:t>Core Software AI Editions Enablement: modernization story, product roadmap tour, and industry use cases</a:t>
            </a:r>
            <a:endParaRPr lang="en-US" b="1" dirty="0"/>
          </a:p>
          <a:p>
            <a:pPr marL="571500" indent="-571500">
              <a:buFont typeface="Arial" panose="020B0604020202020204" pitchFamily="34" charset="0"/>
              <a:buChar char="•"/>
            </a:pPr>
            <a:r>
              <a:rPr lang="en-US" dirty="0"/>
              <a:t>Client Landscape: Engage your clients and complete Discovery Assessments – Acceleration &amp; Data Usage</a:t>
            </a:r>
          </a:p>
          <a:p>
            <a:pPr marL="571500" indent="-571500">
              <a:buFont typeface="Arial" panose="020B0604020202020204" pitchFamily="34" charset="0"/>
              <a:buChar char="•"/>
            </a:pPr>
            <a:r>
              <a:rPr lang="en-US" dirty="0"/>
              <a:t>ISC Technical Sales Activities Hygiene: Opportunity &amp; Activity Discipline in ISC</a:t>
            </a:r>
          </a:p>
          <a:p>
            <a:pPr marL="571500" indent="-571500">
              <a:buFont typeface="Arial" panose="020B0604020202020204" pitchFamily="34" charset="0"/>
              <a:buChar char="•"/>
            </a:pPr>
            <a:r>
              <a:rPr lang="en-US" dirty="0"/>
              <a:t>Product Connect: Engage your product manager early and keep informed</a:t>
            </a:r>
          </a:p>
        </p:txBody>
      </p:sp>
    </p:spTree>
    <p:extLst>
      <p:ext uri="{BB962C8B-B14F-4D97-AF65-F5344CB8AC3E}">
        <p14:creationId xmlns:p14="http://schemas.microsoft.com/office/powerpoint/2010/main" val="2667073053"/>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75A9B-5E00-99BD-BDC0-FD0173C051D1}"/>
            </a:ext>
          </a:extLst>
        </p:cNvPr>
        <p:cNvGrpSpPr/>
        <p:nvPr/>
      </p:nvGrpSpPr>
      <p:grpSpPr>
        <a:xfrm>
          <a:off x="0" y="0"/>
          <a:ext cx="0" cy="0"/>
          <a:chOff x="0" y="0"/>
          <a:chExt cx="0" cy="0"/>
        </a:xfrm>
      </p:grpSpPr>
    </p:spTree>
    <p:extLst>
      <p:ext uri="{BB962C8B-B14F-4D97-AF65-F5344CB8AC3E}">
        <p14:creationId xmlns:p14="http://schemas.microsoft.com/office/powerpoint/2010/main" val="390777406"/>
      </p:ext>
    </p:extLst>
  </p:cSld>
  <p:clrMapOvr>
    <a:masterClrMapping/>
  </p:clrMapOvr>
  <mc:AlternateContent xmlns:mc="http://schemas.openxmlformats.org/markup-compatibility/2006" xmlns:p14="http://schemas.microsoft.com/office/powerpoint/2010/main">
    <mc:Choice Requires="p14">
      <p:transition spd="med" p14:dur="700" advTm="4041">
        <p:fade/>
      </p:transition>
    </mc:Choice>
    <mc:Fallback xmlns="">
      <p:transition spd="med" advTm="4041">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A1BC83D-1F06-6699-3DD2-110761A7A752}"/>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661130A6-8F0D-75D8-7898-4382983B8A5D}"/>
              </a:ext>
            </a:extLst>
          </p:cNvPr>
          <p:cNvSpPr>
            <a:spLocks noGrp="1"/>
          </p:cNvSpPr>
          <p:nvPr>
            <p:ph type="title"/>
          </p:nvPr>
        </p:nvSpPr>
        <p:spPr>
          <a:xfrm>
            <a:off x="587044" y="384048"/>
            <a:ext cx="23213086" cy="1625739"/>
          </a:xfrm>
        </p:spPr>
        <p:txBody>
          <a:bodyPr lIns="0" tIns="0" rIns="457200" bIns="0" anchor="t"/>
          <a:lstStyle/>
          <a:p>
            <a:r>
              <a:rPr lang="en-US" sz="4800" b="1" dirty="0"/>
              <a:t>FSM Product Strategy Leader Role, Core Software Modernization</a:t>
            </a:r>
            <a:br>
              <a:rPr lang="en-US" sz="4800" b="1" dirty="0"/>
            </a:br>
            <a:r>
              <a:rPr lang="en-US" sz="4000" dirty="0"/>
              <a:t>Connecting product pillars and account teams to modernize existing client footprints</a:t>
            </a:r>
          </a:p>
        </p:txBody>
      </p:sp>
      <p:sp>
        <p:nvSpPr>
          <p:cNvPr id="4" name="Slide Number Placeholder 3">
            <a:extLst>
              <a:ext uri="{FF2B5EF4-FFF2-40B4-BE49-F238E27FC236}">
                <a16:creationId xmlns:a16="http://schemas.microsoft.com/office/drawing/2014/main" id="{47B3744C-E666-A79C-AC9F-760DFE968B40}"/>
              </a:ext>
            </a:extLst>
          </p:cNvPr>
          <p:cNvSpPr>
            <a:spLocks noGrp="1"/>
          </p:cNvSpPr>
          <p:nvPr>
            <p:ph type="sldNum" sz="quarter" idx="4"/>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dirty="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24</a:t>
            </a:fld>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sym typeface="IBM Plex Sans"/>
            </a:endParaRPr>
          </a:p>
        </p:txBody>
      </p:sp>
      <p:sp>
        <p:nvSpPr>
          <p:cNvPr id="15" name="Rectangle 139">
            <a:extLst>
              <a:ext uri="{FF2B5EF4-FFF2-40B4-BE49-F238E27FC236}">
                <a16:creationId xmlns:a16="http://schemas.microsoft.com/office/drawing/2014/main" id="{886932F6-2F19-BB19-8672-93D9675E5727}"/>
              </a:ext>
            </a:extLst>
          </p:cNvPr>
          <p:cNvSpPr/>
          <p:nvPr/>
        </p:nvSpPr>
        <p:spPr>
          <a:xfrm>
            <a:off x="593930" y="2641464"/>
            <a:ext cx="4884003" cy="1020000"/>
          </a:xfrm>
          <a:prstGeom prst="rect">
            <a:avLst/>
          </a:prstGeom>
          <a:solidFill>
            <a:srgbClr val="0F62FE"/>
          </a:solidFill>
          <a:ln cap="flat">
            <a:noFill/>
            <a:prstDash val="solid"/>
          </a:ln>
        </p:spPr>
        <p:txBody>
          <a:bodyPr vert="horz" wrap="square" lIns="91440" tIns="91440" rIns="91440" bIns="9144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3200" b="0" i="0" u="none" strike="noStrike" kern="0" cap="none" spc="0" normalizeH="0" baseline="0" noProof="0" dirty="0">
                <a:ln>
                  <a:noFill/>
                </a:ln>
                <a:solidFill>
                  <a:srgbClr val="FFFFFF"/>
                </a:solidFill>
                <a:effectLst/>
                <a:uLnTx/>
                <a:uFillTx/>
                <a:latin typeface="IBM Plex Sans Medm"/>
                <a:ea typeface="+mn-ea"/>
                <a:cs typeface="+mn-cs"/>
              </a:rPr>
              <a:t>Role Focus</a:t>
            </a:r>
            <a:endParaRPr kumimoji="0" lang="en-US" sz="3200" b="0" i="0" u="none" strike="noStrike" kern="0" cap="none" spc="0" normalizeH="0" baseline="0" noProof="0" dirty="0">
              <a:ln>
                <a:noFill/>
              </a:ln>
              <a:solidFill>
                <a:srgbClr val="FFFFFF"/>
              </a:solidFill>
              <a:effectLst/>
              <a:uLnTx/>
              <a:uFillTx/>
              <a:latin typeface="IBM Plex Sans Medm" pitchFamily="34"/>
              <a:ea typeface="+mn-ea"/>
              <a:cs typeface="+mn-cs"/>
            </a:endParaRPr>
          </a:p>
        </p:txBody>
      </p:sp>
      <p:sp>
        <p:nvSpPr>
          <p:cNvPr id="16" name="Rectangle 141">
            <a:extLst>
              <a:ext uri="{FF2B5EF4-FFF2-40B4-BE49-F238E27FC236}">
                <a16:creationId xmlns:a16="http://schemas.microsoft.com/office/drawing/2014/main" id="{02175F70-04D0-5D5F-BF1C-C5960DFE75A9}"/>
              </a:ext>
            </a:extLst>
          </p:cNvPr>
          <p:cNvSpPr/>
          <p:nvPr/>
        </p:nvSpPr>
        <p:spPr>
          <a:xfrm>
            <a:off x="6520988" y="2650800"/>
            <a:ext cx="4860000" cy="1020000"/>
          </a:xfrm>
          <a:prstGeom prst="rect">
            <a:avLst/>
          </a:prstGeom>
          <a:solidFill>
            <a:srgbClr val="0F62FE"/>
          </a:solidFill>
          <a:ln cap="flat">
            <a:noFill/>
            <a:prstDash val="solid"/>
          </a:ln>
        </p:spPr>
        <p:txBody>
          <a:bodyPr vert="horz" wrap="square" lIns="91440" tIns="91440" rIns="91440" bIns="9144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3200" b="0" i="0" u="none" strike="noStrike" kern="0" cap="none" spc="0" normalizeH="0" baseline="0" noProof="0" dirty="0">
                <a:ln>
                  <a:noFill/>
                </a:ln>
                <a:solidFill>
                  <a:srgbClr val="FFFFFF"/>
                </a:solidFill>
                <a:effectLst/>
                <a:uLnTx/>
                <a:uFillTx/>
                <a:latin typeface="IBM Plex Sans Medm"/>
                <a:ea typeface="+mn-ea"/>
                <a:cs typeface="+mn-cs"/>
              </a:rPr>
              <a:t>Integrating w/product pillars</a:t>
            </a:r>
          </a:p>
        </p:txBody>
      </p:sp>
      <p:sp>
        <p:nvSpPr>
          <p:cNvPr id="17" name="Rectangle 142">
            <a:extLst>
              <a:ext uri="{FF2B5EF4-FFF2-40B4-BE49-F238E27FC236}">
                <a16:creationId xmlns:a16="http://schemas.microsoft.com/office/drawing/2014/main" id="{CFF00CFC-41CC-B39D-89A7-67E6BBC6869C}"/>
              </a:ext>
            </a:extLst>
          </p:cNvPr>
          <p:cNvSpPr/>
          <p:nvPr/>
        </p:nvSpPr>
        <p:spPr>
          <a:xfrm>
            <a:off x="12422392" y="2650800"/>
            <a:ext cx="4860000" cy="996000"/>
          </a:xfrm>
          <a:prstGeom prst="rect">
            <a:avLst/>
          </a:prstGeom>
          <a:solidFill>
            <a:schemeClr val="accent1"/>
          </a:solidFill>
          <a:ln cap="flat">
            <a:noFill/>
            <a:prstDash val="solid"/>
          </a:ln>
        </p:spPr>
        <p:txBody>
          <a:bodyPr vert="horz" wrap="square" lIns="91440" tIns="91440" rIns="91440" bIns="9144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3200" b="0" i="0" u="none" strike="noStrike" kern="0" cap="none" spc="0" normalizeH="0" baseline="0" noProof="0" dirty="0">
                <a:ln>
                  <a:noFill/>
                </a:ln>
                <a:solidFill>
                  <a:srgbClr val="FFFFFF"/>
                </a:solidFill>
                <a:effectLst/>
                <a:uLnTx/>
                <a:uFillTx/>
                <a:latin typeface="IBM Plex Sans Medm"/>
                <a:ea typeface="+mn-ea"/>
                <a:cs typeface="+mn-cs"/>
              </a:rPr>
              <a:t>Align roadmaps &amp; dependencies</a:t>
            </a:r>
            <a:endParaRPr kumimoji="0" lang="en-US" sz="3200" b="0" i="0" u="none" strike="noStrike" kern="1200" cap="none" spc="0" normalizeH="0" baseline="0" noProof="0" dirty="0">
              <a:ln>
                <a:noFill/>
              </a:ln>
              <a:solidFill>
                <a:srgbClr val="FFFFFF"/>
              </a:solidFill>
              <a:effectLst/>
              <a:uLnTx/>
              <a:uFillTx/>
              <a:latin typeface="IBM Plex Sans Medm"/>
              <a:ea typeface="+mn-ea"/>
              <a:cs typeface="+mn-cs"/>
            </a:endParaRPr>
          </a:p>
        </p:txBody>
      </p:sp>
      <p:sp>
        <p:nvSpPr>
          <p:cNvPr id="18" name="Rectangle 144">
            <a:extLst>
              <a:ext uri="{FF2B5EF4-FFF2-40B4-BE49-F238E27FC236}">
                <a16:creationId xmlns:a16="http://schemas.microsoft.com/office/drawing/2014/main" id="{950DBBE4-F3EF-BA3D-C15B-4F6CBBF5F466}"/>
              </a:ext>
            </a:extLst>
          </p:cNvPr>
          <p:cNvSpPr/>
          <p:nvPr/>
        </p:nvSpPr>
        <p:spPr>
          <a:xfrm>
            <a:off x="18360002" y="2650800"/>
            <a:ext cx="4860000" cy="972000"/>
          </a:xfrm>
          <a:prstGeom prst="rect">
            <a:avLst/>
          </a:prstGeom>
          <a:solidFill>
            <a:schemeClr val="accent1"/>
          </a:solidFill>
          <a:ln cap="flat">
            <a:noFill/>
            <a:prstDash val="solid"/>
          </a:ln>
        </p:spPr>
        <p:txBody>
          <a:bodyPr vert="horz" wrap="square" lIns="91440" tIns="91440" rIns="91440" bIns="9144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3200" b="0" i="0" u="none" strike="noStrike" kern="0" cap="none" spc="0" normalizeH="0" baseline="0" noProof="0" dirty="0">
                <a:ln>
                  <a:noFill/>
                </a:ln>
                <a:solidFill>
                  <a:srgbClr val="FFFFFF"/>
                </a:solidFill>
                <a:effectLst/>
                <a:uLnTx/>
                <a:uFillTx/>
                <a:latin typeface="IBM Plex Sans Medm"/>
                <a:ea typeface="+mn-ea"/>
                <a:cs typeface="+mn-cs"/>
              </a:rPr>
              <a:t>Working w/account teams</a:t>
            </a:r>
            <a:endParaRPr kumimoji="0" lang="en-US" sz="3200" b="0" i="0" u="none" strike="noStrike" kern="1200" cap="none" spc="0" normalizeH="0" baseline="0" noProof="0" dirty="0">
              <a:ln>
                <a:noFill/>
              </a:ln>
              <a:solidFill>
                <a:srgbClr val="FFFFFF"/>
              </a:solidFill>
              <a:effectLst/>
              <a:uLnTx/>
              <a:uFillTx/>
              <a:latin typeface="IBM Plex Sans Medm" pitchFamily="34"/>
              <a:ea typeface="+mn-ea"/>
              <a:cs typeface="+mn-cs"/>
            </a:endParaRPr>
          </a:p>
        </p:txBody>
      </p:sp>
      <p:sp>
        <p:nvSpPr>
          <p:cNvPr id="6" name="TextBox 5">
            <a:extLst>
              <a:ext uri="{FF2B5EF4-FFF2-40B4-BE49-F238E27FC236}">
                <a16:creationId xmlns:a16="http://schemas.microsoft.com/office/drawing/2014/main" id="{74EF1FC5-CB9F-9722-5913-154D81B014B8}"/>
              </a:ext>
            </a:extLst>
          </p:cNvPr>
          <p:cNvSpPr txBox="1"/>
          <p:nvPr/>
        </p:nvSpPr>
        <p:spPr>
          <a:xfrm>
            <a:off x="588076" y="4374000"/>
            <a:ext cx="4908639" cy="6773649"/>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IBM Plex Sans Light"/>
                <a:ea typeface="+mn-ea"/>
                <a:cs typeface="+mn-cs"/>
              </a:rPr>
              <a:t>Integration point across all Core to Modernize product pillars</a:t>
            </a:r>
            <a:br>
              <a:rPr kumimoji="0" lang="en-US" sz="3200" b="0" i="0" u="none" strike="noStrike" kern="1200" cap="none" spc="0" normalizeH="0" baseline="0" noProof="0" dirty="0">
                <a:ln>
                  <a:noFill/>
                </a:ln>
                <a:solidFill>
                  <a:srgbClr val="000000"/>
                </a:solidFill>
                <a:effectLst/>
                <a:uLnTx/>
                <a:uFillTx/>
                <a:latin typeface="IBM Plex Sans Light"/>
                <a:ea typeface="+mn-ea"/>
                <a:cs typeface="+mn-cs"/>
              </a:rPr>
            </a:br>
            <a:endParaRPr kumimoji="0" lang="en-US" sz="3200" b="0" i="0" u="none" strike="noStrike" kern="1200" cap="none" spc="0" normalizeH="0" baseline="0" noProof="0" dirty="0">
              <a:ln>
                <a:noFill/>
              </a:ln>
              <a:solidFill>
                <a:srgbClr val="000000"/>
              </a:solidFill>
              <a:effectLst/>
              <a:uLnTx/>
              <a:uFillTx/>
              <a:latin typeface="IBM Plex Sans Light"/>
              <a:ea typeface="+mn-ea"/>
              <a:cs typeface="+mn-cs"/>
            </a:endParaRPr>
          </a:p>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IBM Plex Sans Light"/>
                <a:ea typeface="+mn-ea"/>
                <a:cs typeface="+mn-cs"/>
              </a:rPr>
              <a:t>Ensure modernization is coordinated, not siloed</a:t>
            </a:r>
          </a:p>
          <a:p>
            <a:pPr marL="0" marR="0" lvl="0" indent="0" algn="l" defTabSz="1829379"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IBM Plex Sans Light"/>
              <a:ea typeface="+mn-ea"/>
              <a:cs typeface="+mn-cs"/>
            </a:endParaRPr>
          </a:p>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IBM Plex Sans Light"/>
                <a:ea typeface="+mn-ea"/>
                <a:cs typeface="+mn-cs"/>
              </a:rPr>
              <a:t>Translate product strategy into account execution</a:t>
            </a:r>
          </a:p>
          <a:p>
            <a:pPr marL="0" marR="0" lvl="0" indent="0" algn="l" defTabSz="1829379" rtl="0" eaLnBrk="1" fontAlgn="auto" latinLnBrk="0" hangingPunct="1">
              <a:lnSpc>
                <a:spcPct val="100000"/>
              </a:lnSpc>
              <a:spcBef>
                <a:spcPts val="0"/>
              </a:spcBef>
              <a:spcAft>
                <a:spcPts val="0"/>
              </a:spcAft>
              <a:buClrTx/>
              <a:buSzTx/>
              <a:buFontTx/>
              <a:buNone/>
              <a:tabLst/>
              <a:defRPr/>
            </a:pPr>
            <a:br>
              <a:rPr kumimoji="0" lang="en-US" sz="3200" b="0" i="0" u="none" strike="noStrike" kern="1200" cap="none" spc="0" normalizeH="0" baseline="0" noProof="0" dirty="0">
                <a:ln>
                  <a:noFill/>
                </a:ln>
                <a:solidFill>
                  <a:srgbClr val="000000"/>
                </a:solidFill>
                <a:effectLst/>
                <a:uLnTx/>
                <a:uFillTx/>
                <a:latin typeface="IBM Plex Sans Light"/>
                <a:ea typeface="+mn-ea"/>
                <a:cs typeface="+mn-cs"/>
              </a:rPr>
            </a:br>
            <a:r>
              <a:rPr kumimoji="0" lang="en-US" sz="3200" b="0" i="0" u="none" strike="noStrike" kern="1200" cap="none" spc="0" normalizeH="0" baseline="0" noProof="0" dirty="0">
                <a:ln>
                  <a:noFill/>
                </a:ln>
                <a:solidFill>
                  <a:srgbClr val="000000"/>
                </a:solidFill>
                <a:effectLst/>
                <a:uLnTx/>
                <a:uFillTx/>
                <a:latin typeface="IBM Plex Sans Light"/>
                <a:ea typeface="+mn-ea"/>
                <a:cs typeface="+mn-cs"/>
              </a:rPr>
              <a:t>Protect core revenue and enable expansion</a:t>
            </a:r>
          </a:p>
          <a:p>
            <a:pPr marL="444465" marR="0" lvl="0" indent="-446749" algn="l" defTabSz="2438400" rtl="0" eaLnBrk="1" fontAlgn="auto" latinLnBrk="0" hangingPunct="1">
              <a:lnSpc>
                <a:spcPct val="100000"/>
              </a:lnSpc>
              <a:spcBef>
                <a:spcPts val="2900"/>
              </a:spcBef>
              <a:spcAft>
                <a:spcPts val="0"/>
              </a:spcAft>
              <a:buClrTx/>
              <a:buSzPct val="100000"/>
              <a:buFontTx/>
              <a:buChar char="–"/>
              <a:tabLst/>
              <a:defRPr/>
            </a:pPr>
            <a:endParaRPr kumimoji="0" lang="en-US" sz="3200" b="0" i="0" u="none" strike="noStrike" kern="0" cap="none" spc="0" normalizeH="0" baseline="0" noProof="0" dirty="0">
              <a:ln>
                <a:noFill/>
              </a:ln>
              <a:solidFill>
                <a:srgbClr val="000000"/>
              </a:solidFill>
              <a:effectLst/>
              <a:uLnTx/>
              <a:uFillTx/>
              <a:latin typeface="IBM Plex Sans Light"/>
              <a:ea typeface="+mn-ea"/>
              <a:cs typeface="+mn-cs"/>
              <a:sym typeface="IBM Plex Sans Light"/>
            </a:endParaRPr>
          </a:p>
        </p:txBody>
      </p:sp>
      <p:sp>
        <p:nvSpPr>
          <p:cNvPr id="7" name="TextBox 6">
            <a:extLst>
              <a:ext uri="{FF2B5EF4-FFF2-40B4-BE49-F238E27FC236}">
                <a16:creationId xmlns:a16="http://schemas.microsoft.com/office/drawing/2014/main" id="{D80966B1-517D-21AF-87F6-01837AD823CF}"/>
              </a:ext>
            </a:extLst>
          </p:cNvPr>
          <p:cNvSpPr txBox="1"/>
          <p:nvPr/>
        </p:nvSpPr>
        <p:spPr>
          <a:xfrm>
            <a:off x="6516752" y="4361999"/>
            <a:ext cx="4908639" cy="578876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IBM Plex Sans Light"/>
                <a:ea typeface="+mn-lt"/>
                <a:cs typeface="+mn-lt"/>
              </a:rPr>
              <a:t>Partner with pillar leaders across:</a:t>
            </a:r>
            <a:br>
              <a:rPr kumimoji="0" lang="en-US" sz="3200" b="0" i="0" u="none" strike="noStrike" kern="1200" cap="none" spc="0" normalizeH="0" baseline="0" noProof="0" dirty="0">
                <a:ln>
                  <a:noFill/>
                </a:ln>
                <a:solidFill>
                  <a:srgbClr val="000000"/>
                </a:solidFill>
                <a:effectLst/>
                <a:uLnTx/>
                <a:uFillTx/>
                <a:latin typeface="IBM Plex Sans Light"/>
                <a:ea typeface="+mn-lt"/>
                <a:cs typeface="+mn-lt"/>
              </a:rPr>
            </a:br>
            <a:r>
              <a:rPr kumimoji="0" lang="en-US" sz="3200" b="0" i="0" u="none" strike="noStrike" kern="1200" cap="none" spc="0" normalizeH="0" baseline="0" noProof="0" dirty="0">
                <a:ln>
                  <a:noFill/>
                </a:ln>
                <a:solidFill>
                  <a:srgbClr val="000000"/>
                </a:solidFill>
                <a:effectLst/>
                <a:uLnTx/>
                <a:uFillTx/>
                <a:latin typeface="IBM Plex Sans Light"/>
                <a:ea typeface="+mn-lt"/>
                <a:cs typeface="+mn-lt"/>
              </a:rPr>
              <a:t> </a:t>
            </a:r>
            <a:endParaRPr kumimoji="0" lang="en-US" sz="3600" b="0" i="0" u="none" strike="noStrike" kern="1200" cap="none" spc="0" normalizeH="0" baseline="0" noProof="0" dirty="0">
              <a:ln>
                <a:noFill/>
              </a:ln>
              <a:solidFill>
                <a:srgbClr val="000000"/>
              </a:solidFill>
              <a:effectLst/>
              <a:uLnTx/>
              <a:uFillTx/>
              <a:latin typeface="IBM Plex Sans Light"/>
              <a:ea typeface="+mn-lt"/>
              <a:cs typeface="+mn-lt"/>
            </a:endParaRPr>
          </a:p>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IBM Plex Sans Light"/>
                <a:ea typeface="+mn-lt"/>
                <a:cs typeface="+mn-lt"/>
              </a:rPr>
              <a:t>Business Automation</a:t>
            </a:r>
            <a:br>
              <a:rPr kumimoji="0" lang="en-US" sz="3200" b="0" i="0" u="none" strike="noStrike" kern="1200" cap="none" spc="0" normalizeH="0" baseline="0" noProof="0" dirty="0">
                <a:ln>
                  <a:noFill/>
                </a:ln>
                <a:solidFill>
                  <a:srgbClr val="000000"/>
                </a:solidFill>
                <a:effectLst/>
                <a:uLnTx/>
                <a:uFillTx/>
                <a:latin typeface="IBM Plex Sans Light"/>
                <a:ea typeface="+mn-lt"/>
                <a:cs typeface="+mn-lt"/>
              </a:rPr>
            </a:br>
            <a:r>
              <a:rPr kumimoji="0" lang="en-US" sz="3200" b="0" i="0" u="none" strike="noStrike" kern="1200" cap="none" spc="0" normalizeH="0" baseline="0" noProof="0" dirty="0">
                <a:ln>
                  <a:noFill/>
                </a:ln>
                <a:solidFill>
                  <a:srgbClr val="000000"/>
                </a:solidFill>
                <a:effectLst/>
                <a:uLnTx/>
                <a:uFillTx/>
                <a:latin typeface="IBM Plex Sans Light"/>
                <a:ea typeface="+mn-lt"/>
                <a:cs typeface="+mn-lt"/>
              </a:rPr>
              <a:t> </a:t>
            </a:r>
            <a:endParaRPr kumimoji="0" lang="en-US" sz="3600" b="0" i="0" u="none" strike="noStrike" kern="1200" cap="none" spc="0" normalizeH="0" baseline="0" noProof="0" dirty="0">
              <a:ln>
                <a:noFill/>
              </a:ln>
              <a:solidFill>
                <a:srgbClr val="000000"/>
              </a:solidFill>
              <a:effectLst/>
              <a:uLnTx/>
              <a:uFillTx/>
              <a:latin typeface="IBM Plex Sans Light"/>
              <a:ea typeface="+mn-lt"/>
              <a:cs typeface="+mn-lt"/>
            </a:endParaRPr>
          </a:p>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IBM Plex Sans Light"/>
                <a:ea typeface="+mn-lt"/>
                <a:cs typeface="+mn-lt"/>
              </a:rPr>
              <a:t>Data Architecture</a:t>
            </a:r>
            <a:br>
              <a:rPr kumimoji="0" lang="en-US" sz="3200" b="0" i="0" u="none" strike="noStrike" kern="1200" cap="none" spc="0" normalizeH="0" baseline="0" noProof="0" dirty="0">
                <a:ln>
                  <a:noFill/>
                </a:ln>
                <a:solidFill>
                  <a:srgbClr val="000000"/>
                </a:solidFill>
                <a:effectLst/>
                <a:uLnTx/>
                <a:uFillTx/>
                <a:latin typeface="IBM Plex Sans Light"/>
                <a:ea typeface="+mn-lt"/>
                <a:cs typeface="+mn-lt"/>
              </a:rPr>
            </a:br>
            <a:r>
              <a:rPr kumimoji="0" lang="en-US" sz="3200" b="0" i="0" u="none" strike="noStrike" kern="1200" cap="none" spc="0" normalizeH="0" baseline="0" noProof="0" dirty="0">
                <a:ln>
                  <a:noFill/>
                </a:ln>
                <a:solidFill>
                  <a:srgbClr val="000000"/>
                </a:solidFill>
                <a:effectLst/>
                <a:uLnTx/>
                <a:uFillTx/>
                <a:latin typeface="IBM Plex Sans Light"/>
                <a:ea typeface="+mn-lt"/>
                <a:cs typeface="+mn-lt"/>
              </a:rPr>
              <a:t> </a:t>
            </a:r>
            <a:endParaRPr kumimoji="0" lang="en-US" sz="3600" b="0" i="0" u="none" strike="noStrike" kern="1200" cap="none" spc="0" normalizeH="0" baseline="0" noProof="0" dirty="0">
              <a:ln>
                <a:noFill/>
              </a:ln>
              <a:solidFill>
                <a:srgbClr val="000000"/>
              </a:solidFill>
              <a:effectLst/>
              <a:uLnTx/>
              <a:uFillTx/>
              <a:latin typeface="IBM Plex Sans Light"/>
              <a:ea typeface="+mn-lt"/>
              <a:cs typeface="+mn-lt"/>
            </a:endParaRPr>
          </a:p>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IBM Plex Sans Light"/>
                <a:ea typeface="+mn-lt"/>
                <a:cs typeface="+mn-lt"/>
              </a:rPr>
              <a:t>Application and Runtimes</a:t>
            </a:r>
            <a:br>
              <a:rPr kumimoji="0" lang="en-US" sz="3200" b="0" i="0" u="none" strike="noStrike" kern="1200" cap="none" spc="0" normalizeH="0" baseline="0" noProof="0" dirty="0">
                <a:ln>
                  <a:noFill/>
                </a:ln>
                <a:solidFill>
                  <a:srgbClr val="000000"/>
                </a:solidFill>
                <a:effectLst/>
                <a:uLnTx/>
                <a:uFillTx/>
                <a:latin typeface="IBM Plex Sans Light"/>
                <a:ea typeface="+mn-lt"/>
                <a:cs typeface="+mn-lt"/>
              </a:rPr>
            </a:br>
            <a:r>
              <a:rPr kumimoji="0" lang="en-US" sz="3200" b="0" i="0" u="none" strike="noStrike" kern="1200" cap="none" spc="0" normalizeH="0" baseline="0" noProof="0" dirty="0">
                <a:ln>
                  <a:noFill/>
                </a:ln>
                <a:solidFill>
                  <a:srgbClr val="000000"/>
                </a:solidFill>
                <a:effectLst/>
                <a:uLnTx/>
                <a:uFillTx/>
                <a:latin typeface="IBM Plex Sans Light"/>
                <a:ea typeface="+mn-lt"/>
                <a:cs typeface="+mn-lt"/>
              </a:rPr>
              <a:t> </a:t>
            </a:r>
            <a:endParaRPr kumimoji="0" lang="en-US" sz="3600" b="0" i="0" u="none" strike="noStrike" kern="1200" cap="none" spc="0" normalizeH="0" baseline="0" noProof="0" dirty="0">
              <a:ln>
                <a:noFill/>
              </a:ln>
              <a:solidFill>
                <a:srgbClr val="000000"/>
              </a:solidFill>
              <a:effectLst/>
              <a:uLnTx/>
              <a:uFillTx/>
              <a:latin typeface="IBM Plex Sans Light"/>
              <a:ea typeface="+mn-lt"/>
              <a:cs typeface="+mn-lt"/>
            </a:endParaRPr>
          </a:p>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IBM Plex Sans Light"/>
                <a:ea typeface="+mn-lt"/>
                <a:cs typeface="+mn-lt"/>
              </a:rPr>
              <a:t>Application Integration</a:t>
            </a:r>
            <a:endParaRPr kumimoji="0" lang="en-US" sz="3600" b="0" i="0" u="none" strike="noStrike" kern="1200" cap="none" spc="0" normalizeH="0" baseline="0" noProof="0" dirty="0">
              <a:ln>
                <a:noFill/>
              </a:ln>
              <a:solidFill>
                <a:srgbClr val="000000"/>
              </a:solidFill>
              <a:effectLst/>
              <a:uLnTx/>
              <a:uFillTx/>
              <a:latin typeface="IBM Plex Sans Light"/>
              <a:ea typeface="+mn-ea"/>
              <a:cs typeface="+mn-cs"/>
            </a:endParaRPr>
          </a:p>
          <a:p>
            <a:pPr marL="444465" marR="0" lvl="0" indent="-446749" algn="l" defTabSz="2438400" rtl="0" eaLnBrk="1" fontAlgn="auto" latinLnBrk="0" hangingPunct="1">
              <a:lnSpc>
                <a:spcPct val="100000"/>
              </a:lnSpc>
              <a:spcBef>
                <a:spcPts val="2900"/>
              </a:spcBef>
              <a:spcAft>
                <a:spcPts val="0"/>
              </a:spcAft>
              <a:buClrTx/>
              <a:buSzPct val="100000"/>
              <a:buFontTx/>
              <a:buChar char="–"/>
              <a:tabLst/>
              <a:defRPr/>
            </a:pPr>
            <a:endParaRPr kumimoji="0" lang="en-US" sz="3200" b="0" i="0" u="none" strike="noStrike" kern="0" cap="none" spc="0" normalizeH="0" baseline="0" noProof="0" dirty="0">
              <a:ln>
                <a:noFill/>
              </a:ln>
              <a:solidFill>
                <a:srgbClr val="000000"/>
              </a:solidFill>
              <a:effectLst/>
              <a:uLnTx/>
              <a:uFillTx/>
              <a:latin typeface="IBM Plex Sans Light"/>
              <a:ea typeface="+mn-ea"/>
              <a:cs typeface="+mn-cs"/>
              <a:sym typeface="IBM Plex Sans Light"/>
            </a:endParaRPr>
          </a:p>
        </p:txBody>
      </p:sp>
      <p:sp>
        <p:nvSpPr>
          <p:cNvPr id="8" name="TextBox 7">
            <a:extLst>
              <a:ext uri="{FF2B5EF4-FFF2-40B4-BE49-F238E27FC236}">
                <a16:creationId xmlns:a16="http://schemas.microsoft.com/office/drawing/2014/main" id="{D1DDF7A5-0DCF-42E1-AD65-4D2292826B0F}"/>
              </a:ext>
            </a:extLst>
          </p:cNvPr>
          <p:cNvSpPr txBox="1"/>
          <p:nvPr/>
        </p:nvSpPr>
        <p:spPr>
          <a:xfrm>
            <a:off x="12421502" y="4362000"/>
            <a:ext cx="4908639" cy="5416868"/>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IBM Plex Sans Light"/>
                <a:ea typeface="+mn-lt"/>
                <a:cs typeface="+mn-lt"/>
              </a:rPr>
              <a:t>Sequence modernization motions</a:t>
            </a:r>
            <a:endParaRPr kumimoji="0" lang="en-US" sz="3600" b="0" i="0" u="none" strike="noStrike" kern="1200" cap="none" spc="0" normalizeH="0" baseline="0" noProof="0" dirty="0">
              <a:ln>
                <a:noFill/>
              </a:ln>
              <a:solidFill>
                <a:srgbClr val="000000"/>
              </a:solidFill>
              <a:effectLst/>
              <a:uLnTx/>
              <a:uFillTx/>
              <a:latin typeface="IBM Plex Sans Light"/>
              <a:ea typeface="+mn-ea"/>
              <a:cs typeface="+mn-cs"/>
            </a:endParaRPr>
          </a:p>
          <a:p>
            <a:pPr marL="0" marR="0" lvl="0" indent="0" algn="l" defTabSz="1829379" rtl="0" eaLnBrk="1" fontAlgn="auto" latinLnBrk="0" hangingPunct="1">
              <a:lnSpc>
                <a:spcPct val="100000"/>
              </a:lnSpc>
              <a:spcBef>
                <a:spcPts val="0"/>
              </a:spcBef>
              <a:spcAft>
                <a:spcPts val="0"/>
              </a:spcAft>
              <a:buClrTx/>
              <a:buSzTx/>
              <a:buFontTx/>
              <a:buNone/>
              <a:tabLst/>
              <a:defRPr/>
            </a:pPr>
            <a:br>
              <a:rPr kumimoji="0" lang="en-US" sz="3200" b="0" i="0" u="none" strike="noStrike" kern="1200" cap="none" spc="0" normalizeH="0" baseline="0" noProof="0" dirty="0">
                <a:ln>
                  <a:noFill/>
                </a:ln>
                <a:solidFill>
                  <a:srgbClr val="000000"/>
                </a:solidFill>
                <a:effectLst/>
                <a:uLnTx/>
                <a:uFillTx/>
                <a:latin typeface="IBM Plex Sans Light"/>
                <a:ea typeface="+mn-lt"/>
                <a:cs typeface="+mn-lt"/>
              </a:rPr>
            </a:br>
            <a:r>
              <a:rPr kumimoji="0" lang="en-US" sz="3200" b="0" i="0" u="none" strike="noStrike" kern="1200" cap="none" spc="0" normalizeH="0" baseline="0" noProof="0" dirty="0">
                <a:ln>
                  <a:noFill/>
                </a:ln>
                <a:solidFill>
                  <a:srgbClr val="000000"/>
                </a:solidFill>
                <a:effectLst/>
                <a:uLnTx/>
                <a:uFillTx/>
                <a:latin typeface="IBM Plex Sans Light"/>
                <a:ea typeface="+mn-lt"/>
                <a:cs typeface="+mn-lt"/>
              </a:rPr>
              <a:t> Standardize patterns and messaging</a:t>
            </a:r>
            <a:endParaRPr kumimoji="0" lang="en-US" sz="3600" b="0" i="0" u="none" strike="noStrike" kern="1200" cap="none" spc="0" normalizeH="0" baseline="0" noProof="0" dirty="0">
              <a:ln>
                <a:noFill/>
              </a:ln>
              <a:solidFill>
                <a:srgbClr val="000000"/>
              </a:solidFill>
              <a:effectLst/>
              <a:uLnTx/>
              <a:uFillTx/>
              <a:latin typeface="IBM Plex Sans Light"/>
              <a:ea typeface="+mn-lt"/>
              <a:cs typeface="+mn-lt"/>
            </a:endParaRPr>
          </a:p>
          <a:p>
            <a:pPr marL="0" marR="0" lvl="0" indent="0" algn="l" defTabSz="1829379" rtl="0" eaLnBrk="1" fontAlgn="auto" latinLnBrk="0" hangingPunct="1">
              <a:lnSpc>
                <a:spcPct val="100000"/>
              </a:lnSpc>
              <a:spcBef>
                <a:spcPts val="0"/>
              </a:spcBef>
              <a:spcAft>
                <a:spcPts val="0"/>
              </a:spcAft>
              <a:buClrTx/>
              <a:buSzTx/>
              <a:buFontTx/>
              <a:buNone/>
              <a:tabLst/>
              <a:defRPr/>
            </a:pPr>
            <a:br>
              <a:rPr kumimoji="0" lang="en-US" sz="3200" b="0" i="0" u="none" strike="noStrike" kern="1200" cap="none" spc="0" normalizeH="0" baseline="0" noProof="0" dirty="0">
                <a:ln>
                  <a:noFill/>
                </a:ln>
                <a:solidFill>
                  <a:srgbClr val="000000"/>
                </a:solidFill>
                <a:effectLst/>
                <a:uLnTx/>
                <a:uFillTx/>
                <a:latin typeface="IBM Plex Sans Light"/>
                <a:ea typeface="+mn-lt"/>
                <a:cs typeface="+mn-lt"/>
              </a:rPr>
            </a:br>
            <a:r>
              <a:rPr kumimoji="0" lang="en-US" sz="3200" b="0" i="0" u="none" strike="noStrike" kern="1200" cap="none" spc="0" normalizeH="0" baseline="0" noProof="0" dirty="0">
                <a:ln>
                  <a:noFill/>
                </a:ln>
                <a:solidFill>
                  <a:srgbClr val="000000"/>
                </a:solidFill>
                <a:effectLst/>
                <a:uLnTx/>
                <a:uFillTx/>
                <a:latin typeface="IBM Plex Sans Light"/>
                <a:ea typeface="+mn-lt"/>
                <a:cs typeface="+mn-lt"/>
              </a:rPr>
              <a:t> Feed field signals back to product</a:t>
            </a:r>
            <a:endParaRPr kumimoji="0" lang="en-US" sz="3600" b="0" i="0" u="none" strike="noStrike" kern="1200" cap="none" spc="0" normalizeH="0" baseline="0" noProof="0">
              <a:ln>
                <a:noFill/>
              </a:ln>
              <a:solidFill>
                <a:srgbClr val="000000"/>
              </a:solidFill>
              <a:effectLst/>
              <a:uLnTx/>
              <a:uFillTx/>
              <a:latin typeface="IBM Plex Sans Light"/>
              <a:ea typeface="+mn-ea"/>
              <a:cs typeface="+mn-cs"/>
            </a:endParaRPr>
          </a:p>
          <a:p>
            <a:pPr marL="0" marR="0" lvl="0" indent="0" algn="l" defTabSz="1829379"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IBM Plex Sans Light"/>
              <a:ea typeface="+mn-ea"/>
              <a:cs typeface="+mn-cs"/>
            </a:endParaRPr>
          </a:p>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IBM Plex Sans Light"/>
                <a:ea typeface="+mn-ea"/>
                <a:cs typeface="+mn-cs"/>
              </a:rPr>
              <a:t>Drive repeatable plays </a:t>
            </a:r>
            <a:r>
              <a:rPr kumimoji="0" lang="en-US" sz="3200" b="0" i="0" u="none" strike="noStrike" kern="1200" cap="none" spc="0" normalizeH="0" baseline="0" noProof="0">
                <a:ln>
                  <a:noFill/>
                </a:ln>
                <a:solidFill>
                  <a:srgbClr val="000000"/>
                </a:solidFill>
                <a:effectLst/>
                <a:uLnTx/>
                <a:uFillTx/>
                <a:latin typeface="IBM Plex Sans Light"/>
                <a:ea typeface="+mn-ea"/>
                <a:cs typeface="+mn-cs"/>
              </a:rPr>
              <a:t>to pipeline and renewal</a:t>
            </a:r>
            <a:endParaRPr kumimoji="0" lang="en-US" sz="3600" b="0" i="0" u="none" strike="noStrike" kern="1200" cap="none" spc="0" normalizeH="0" baseline="0" noProof="0">
              <a:ln>
                <a:noFill/>
              </a:ln>
              <a:solidFill>
                <a:srgbClr val="000000"/>
              </a:solidFill>
              <a:effectLst/>
              <a:uLnTx/>
              <a:uFillTx/>
              <a:latin typeface="IBM Plex Sans Light"/>
              <a:ea typeface="+mn-ea"/>
              <a:cs typeface="+mn-cs"/>
            </a:endParaRPr>
          </a:p>
        </p:txBody>
      </p:sp>
      <p:sp>
        <p:nvSpPr>
          <p:cNvPr id="10" name="TextBox 9">
            <a:extLst>
              <a:ext uri="{FF2B5EF4-FFF2-40B4-BE49-F238E27FC236}">
                <a16:creationId xmlns:a16="http://schemas.microsoft.com/office/drawing/2014/main" id="{647C1CC8-2DD1-0B63-3709-BB0F640B4E99}"/>
              </a:ext>
            </a:extLst>
          </p:cNvPr>
          <p:cNvSpPr txBox="1"/>
          <p:nvPr/>
        </p:nvSpPr>
        <p:spPr>
          <a:xfrm>
            <a:off x="18360639" y="3989999"/>
            <a:ext cx="4884636" cy="6894195"/>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IBM Plex Sans Light"/>
                <a:ea typeface="+mn-lt"/>
                <a:cs typeface="+mn-lt"/>
              </a:rPr>
              <a:t>Embed with FSM account teams and CSEs &amp; 1 IBM view</a:t>
            </a:r>
            <a:endParaRPr kumimoji="0" lang="en-US" sz="3600" b="0" i="0" u="none" strike="noStrike" kern="1200" cap="none" spc="0" normalizeH="0" baseline="0" noProof="0" dirty="0">
              <a:ln>
                <a:noFill/>
              </a:ln>
              <a:solidFill>
                <a:srgbClr val="000000"/>
              </a:solidFill>
              <a:effectLst/>
              <a:uLnTx/>
              <a:uFillTx/>
              <a:latin typeface="IBM Plex Sans Light"/>
              <a:ea typeface="+mn-lt"/>
              <a:cs typeface="+mn-lt"/>
            </a:endParaRPr>
          </a:p>
          <a:p>
            <a:pPr marL="0" marR="0" lvl="0" indent="0" algn="l" defTabSz="1829379" rtl="0" eaLnBrk="1" fontAlgn="auto" latinLnBrk="0" hangingPunct="1">
              <a:lnSpc>
                <a:spcPct val="100000"/>
              </a:lnSpc>
              <a:spcBef>
                <a:spcPts val="0"/>
              </a:spcBef>
              <a:spcAft>
                <a:spcPts val="0"/>
              </a:spcAft>
              <a:buClrTx/>
              <a:buSzTx/>
              <a:buFontTx/>
              <a:buNone/>
              <a:tabLst/>
              <a:defRPr/>
            </a:pPr>
            <a:br>
              <a:rPr kumimoji="0" lang="en-US" sz="3200" b="0" i="0" u="none" strike="noStrike" kern="1200" cap="none" spc="0" normalizeH="0" baseline="0" noProof="0" dirty="0">
                <a:ln>
                  <a:noFill/>
                </a:ln>
                <a:solidFill>
                  <a:srgbClr val="000000"/>
                </a:solidFill>
                <a:effectLst/>
                <a:uLnTx/>
                <a:uFillTx/>
                <a:latin typeface="IBM Plex Sans Light"/>
                <a:ea typeface="+mn-lt"/>
                <a:cs typeface="+mn-lt"/>
              </a:rPr>
            </a:br>
            <a:r>
              <a:rPr kumimoji="0" lang="en-US" sz="3200" b="0" i="0" u="none" strike="noStrike" kern="1200" cap="none" spc="0" normalizeH="0" baseline="0" noProof="0" dirty="0">
                <a:ln>
                  <a:noFill/>
                </a:ln>
                <a:solidFill>
                  <a:srgbClr val="000000"/>
                </a:solidFill>
                <a:effectLst/>
                <a:uLnTx/>
                <a:uFillTx/>
                <a:latin typeface="IBM Plex Sans Light"/>
                <a:ea typeface="+mn-lt"/>
                <a:cs typeface="+mn-lt"/>
              </a:rPr>
              <a:t> Inventory existing client footprint</a:t>
            </a:r>
            <a:endParaRPr kumimoji="0" lang="en-US" sz="3600" b="0" i="0" u="none" strike="noStrike" kern="1200" cap="none" spc="0" normalizeH="0" baseline="0" noProof="0" dirty="0">
              <a:ln>
                <a:noFill/>
              </a:ln>
              <a:solidFill>
                <a:srgbClr val="000000"/>
              </a:solidFill>
              <a:effectLst/>
              <a:uLnTx/>
              <a:uFillTx/>
              <a:latin typeface="IBM Plex Sans Light"/>
              <a:ea typeface="+mn-lt"/>
              <a:cs typeface="+mn-lt"/>
            </a:endParaRPr>
          </a:p>
          <a:p>
            <a:pPr marL="0" marR="0" lvl="0" indent="0" algn="l" defTabSz="1829379" rtl="0" eaLnBrk="1" fontAlgn="auto" latinLnBrk="0" hangingPunct="1">
              <a:lnSpc>
                <a:spcPct val="100000"/>
              </a:lnSpc>
              <a:spcBef>
                <a:spcPts val="0"/>
              </a:spcBef>
              <a:spcAft>
                <a:spcPts val="0"/>
              </a:spcAft>
              <a:buClrTx/>
              <a:buSzTx/>
              <a:buFontTx/>
              <a:buNone/>
              <a:tabLst/>
              <a:defRPr/>
            </a:pPr>
            <a:br>
              <a:rPr kumimoji="0" lang="en-US" sz="3200" b="0" i="0" u="none" strike="noStrike" kern="1200" cap="none" spc="0" normalizeH="0" baseline="0" noProof="0" dirty="0">
                <a:ln>
                  <a:noFill/>
                </a:ln>
                <a:solidFill>
                  <a:srgbClr val="000000"/>
                </a:solidFill>
                <a:effectLst/>
                <a:uLnTx/>
                <a:uFillTx/>
                <a:latin typeface="IBM Plex Sans Light"/>
                <a:ea typeface="+mn-lt"/>
                <a:cs typeface="+mn-lt"/>
              </a:rPr>
            </a:br>
            <a:r>
              <a:rPr kumimoji="0" lang="en-US" sz="3200" b="0" i="0" u="none" strike="noStrike" kern="1200" cap="none" spc="0" normalizeH="0" baseline="0" noProof="0" dirty="0">
                <a:ln>
                  <a:noFill/>
                </a:ln>
                <a:solidFill>
                  <a:srgbClr val="000000"/>
                </a:solidFill>
                <a:effectLst/>
                <a:uLnTx/>
                <a:uFillTx/>
                <a:latin typeface="IBM Plex Sans Light"/>
                <a:ea typeface="+mn-lt"/>
                <a:cs typeface="+mn-lt"/>
              </a:rPr>
              <a:t> Identify risk, technical debt, and candidates</a:t>
            </a:r>
            <a:endParaRPr kumimoji="0" lang="en-US" sz="3600" b="0" i="0" u="none" strike="noStrike" kern="1200" cap="none" spc="0" normalizeH="0" baseline="0" noProof="0" dirty="0">
              <a:ln>
                <a:noFill/>
              </a:ln>
              <a:solidFill>
                <a:srgbClr val="000000"/>
              </a:solidFill>
              <a:effectLst/>
              <a:uLnTx/>
              <a:uFillTx/>
              <a:latin typeface="IBM Plex Sans Light"/>
              <a:ea typeface="+mn-lt"/>
              <a:cs typeface="+mn-lt"/>
            </a:endParaRPr>
          </a:p>
          <a:p>
            <a:pPr marL="0" marR="0" lvl="0" indent="0" algn="l" defTabSz="1829379" rtl="0" eaLnBrk="1" fontAlgn="auto" latinLnBrk="0" hangingPunct="1">
              <a:lnSpc>
                <a:spcPct val="100000"/>
              </a:lnSpc>
              <a:spcBef>
                <a:spcPts val="0"/>
              </a:spcBef>
              <a:spcAft>
                <a:spcPts val="0"/>
              </a:spcAft>
              <a:buClrTx/>
              <a:buSzTx/>
              <a:buFontTx/>
              <a:buNone/>
              <a:tabLst/>
              <a:defRPr/>
            </a:pPr>
            <a:br>
              <a:rPr kumimoji="0" lang="en-US" sz="3200" b="0" i="0" u="none" strike="noStrike" kern="1200" cap="none" spc="0" normalizeH="0" baseline="0" noProof="0" dirty="0">
                <a:ln>
                  <a:noFill/>
                </a:ln>
                <a:solidFill>
                  <a:srgbClr val="000000"/>
                </a:solidFill>
                <a:effectLst/>
                <a:uLnTx/>
                <a:uFillTx/>
                <a:latin typeface="IBM Plex Sans Light"/>
                <a:ea typeface="+mn-lt"/>
                <a:cs typeface="+mn-lt"/>
              </a:rPr>
            </a:br>
            <a:r>
              <a:rPr kumimoji="0" lang="en-US" sz="3200" b="0" i="0" u="none" strike="noStrike" kern="1200" cap="none" spc="0" normalizeH="0" baseline="0" noProof="0" dirty="0">
                <a:ln>
                  <a:noFill/>
                </a:ln>
                <a:solidFill>
                  <a:srgbClr val="000000"/>
                </a:solidFill>
                <a:effectLst/>
                <a:uLnTx/>
                <a:uFillTx/>
                <a:latin typeface="IBM Plex Sans Light"/>
                <a:ea typeface="+mn-lt"/>
                <a:cs typeface="+mn-lt"/>
              </a:rPr>
              <a:t> Shape integrated modernization roadmaps</a:t>
            </a:r>
            <a:endParaRPr kumimoji="0" lang="en-US" sz="3600" b="0" i="0" u="none" strike="noStrike" kern="1200" cap="none" spc="0" normalizeH="0" baseline="0" noProof="0" dirty="0">
              <a:ln>
                <a:noFill/>
              </a:ln>
              <a:solidFill>
                <a:srgbClr val="000000"/>
              </a:solidFill>
              <a:effectLst/>
              <a:uLnTx/>
              <a:uFillTx/>
              <a:latin typeface="IBM Plex Sans Light"/>
              <a:ea typeface="+mn-lt"/>
              <a:cs typeface="+mn-lt"/>
            </a:endParaRPr>
          </a:p>
          <a:p>
            <a:pPr marL="0" marR="0" lvl="0" indent="0" algn="l" defTabSz="1829379" rtl="0" eaLnBrk="1" fontAlgn="auto" latinLnBrk="0" hangingPunct="1">
              <a:lnSpc>
                <a:spcPct val="100000"/>
              </a:lnSpc>
              <a:spcBef>
                <a:spcPts val="0"/>
              </a:spcBef>
              <a:spcAft>
                <a:spcPts val="0"/>
              </a:spcAft>
              <a:buClrTx/>
              <a:buSzTx/>
              <a:buFontTx/>
              <a:buNone/>
              <a:tabLst/>
              <a:defRPr/>
            </a:pPr>
            <a:br>
              <a:rPr kumimoji="0" lang="en-US" sz="3200" b="0" i="0" u="none" strike="noStrike" kern="1200" cap="none" spc="0" normalizeH="0" baseline="0" noProof="0" dirty="0">
                <a:ln>
                  <a:noFill/>
                </a:ln>
                <a:solidFill>
                  <a:srgbClr val="000000"/>
                </a:solidFill>
                <a:effectLst/>
                <a:uLnTx/>
                <a:uFillTx/>
                <a:latin typeface="IBM Plex Sans Light"/>
                <a:ea typeface="+mn-lt"/>
                <a:cs typeface="+mn-lt"/>
              </a:rPr>
            </a:br>
            <a:endParaRPr kumimoji="0" lang="en-US" sz="3200" b="0" i="0" u="none" strike="noStrike" kern="1200" cap="none" spc="0" normalizeH="0" baseline="0" noProof="0">
              <a:ln>
                <a:noFill/>
              </a:ln>
              <a:solidFill>
                <a:srgbClr val="000000"/>
              </a:solidFill>
              <a:effectLst/>
              <a:uLnTx/>
              <a:uFillTx/>
              <a:latin typeface="IBM Plex Sans Light"/>
              <a:ea typeface="+mn-lt"/>
              <a:cs typeface="+mn-lt"/>
            </a:endParaRPr>
          </a:p>
        </p:txBody>
      </p:sp>
      <p:sp>
        <p:nvSpPr>
          <p:cNvPr id="32" name="TextBox 31">
            <a:extLst>
              <a:ext uri="{FF2B5EF4-FFF2-40B4-BE49-F238E27FC236}">
                <a16:creationId xmlns:a16="http://schemas.microsoft.com/office/drawing/2014/main" id="{8A550FCA-0D9F-04F2-9B75-035DA290FC0E}"/>
              </a:ext>
            </a:extLst>
          </p:cNvPr>
          <p:cNvSpPr txBox="1"/>
          <p:nvPr/>
        </p:nvSpPr>
        <p:spPr>
          <a:xfrm>
            <a:off x="552071" y="11538000"/>
            <a:ext cx="22670949" cy="1661993"/>
          </a:xfrm>
          <a:prstGeom prst="rect">
            <a:avLst/>
          </a:prstGeom>
          <a:solidFill>
            <a:schemeClr val="accent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FFFFFF"/>
                </a:solidFill>
                <a:effectLst/>
                <a:uLnTx/>
                <a:uFillTx/>
                <a:latin typeface="IBM Plex Sans Light"/>
                <a:ea typeface="+mn-ea"/>
                <a:cs typeface="+mn-cs"/>
              </a:rPr>
              <a:t>Client Outcomes: : Lower risk &amp; technical debt, clear modernization path without rip and replace</a:t>
            </a:r>
          </a:p>
          <a:p>
            <a:pPr marL="0" marR="0" lvl="0" indent="0" algn="l" defTabSz="1829379"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srgbClr val="FFFFFF"/>
              </a:solidFill>
              <a:effectLst/>
              <a:uLnTx/>
              <a:uFillTx/>
              <a:latin typeface="IBM Plex Sans Light"/>
              <a:ea typeface="+mn-ea"/>
              <a:cs typeface="+mn-cs"/>
            </a:endParaRPr>
          </a:p>
          <a:p>
            <a:pPr marL="0" marR="0" lvl="0" indent="0" algn="l" defTabSz="2438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FFFFFF"/>
                </a:solidFill>
                <a:effectLst/>
                <a:uLnTx/>
                <a:uFillTx/>
                <a:latin typeface="IBM Plex Sans Light"/>
                <a:ea typeface="+mn-ea"/>
                <a:cs typeface="+mn-cs"/>
              </a:rPr>
              <a:t>IBM Outcomes: Protected S&amp;S revenue; Repeatable modernization at scale</a:t>
            </a:r>
          </a:p>
        </p:txBody>
      </p:sp>
    </p:spTree>
    <p:extLst>
      <p:ext uri="{BB962C8B-B14F-4D97-AF65-F5344CB8AC3E}">
        <p14:creationId xmlns:p14="http://schemas.microsoft.com/office/powerpoint/2010/main" val="3987714164"/>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A1D84E4-1949-2B78-ABAA-B474AF4A8574}"/>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0B779685-4550-A851-B0F8-51A6B4F2D802}"/>
              </a:ext>
            </a:extLst>
          </p:cNvPr>
          <p:cNvSpPr>
            <a:spLocks noGrp="1"/>
          </p:cNvSpPr>
          <p:nvPr>
            <p:ph type="title"/>
          </p:nvPr>
        </p:nvSpPr>
        <p:spPr>
          <a:xfrm>
            <a:off x="576000" y="576071"/>
            <a:ext cx="8923580" cy="2468753"/>
          </a:xfrm>
        </p:spPr>
        <p:txBody>
          <a:bodyPr/>
          <a:lstStyle/>
          <a:p>
            <a:r>
              <a:rPr lang="en-US" sz="7200" dirty="0">
                <a:solidFill>
                  <a:schemeClr val="accent1"/>
                </a:solidFill>
              </a:rPr>
              <a:t>Product Pillars</a:t>
            </a:r>
            <a:br>
              <a:rPr lang="en-US" dirty="0"/>
            </a:br>
            <a:r>
              <a:rPr lang="en-US" sz="1800" dirty="0"/>
              <a:t>Four Product Pillars have been prioritized for Core to Modernization Plays</a:t>
            </a:r>
          </a:p>
        </p:txBody>
      </p:sp>
      <p:sp>
        <p:nvSpPr>
          <p:cNvPr id="4" name="Slide Number Placeholder 3">
            <a:extLst>
              <a:ext uri="{FF2B5EF4-FFF2-40B4-BE49-F238E27FC236}">
                <a16:creationId xmlns:a16="http://schemas.microsoft.com/office/drawing/2014/main" id="{5E1CD7D4-44EE-BB88-1F10-35189F355E72}"/>
              </a:ext>
            </a:extLst>
          </p:cNvPr>
          <p:cNvSpPr>
            <a:spLocks noGrp="1"/>
          </p:cNvSpPr>
          <p:nvPr>
            <p:ph type="sldNum" sz="quarter" idx="4"/>
          </p:nvPr>
        </p:nvSpPr>
        <p:spPr/>
        <p:txBody>
          <a:bodyPr/>
          <a:lstStyle/>
          <a:p>
            <a:fld id="{86CB4B4D-7CA3-9044-876B-883B54F8677D}" type="slidenum">
              <a:rPr lang="en-US" smtClean="0"/>
              <a:pPr/>
              <a:t>25</a:t>
            </a:fld>
            <a:endParaRPr lang="en-US" dirty="0"/>
          </a:p>
        </p:txBody>
      </p:sp>
      <p:sp>
        <p:nvSpPr>
          <p:cNvPr id="3" name="Footer Placeholder 2">
            <a:extLst>
              <a:ext uri="{FF2B5EF4-FFF2-40B4-BE49-F238E27FC236}">
                <a16:creationId xmlns:a16="http://schemas.microsoft.com/office/drawing/2014/main" id="{3227371C-C35F-8C67-315F-FDEDE097BB7B}"/>
              </a:ext>
            </a:extLst>
          </p:cNvPr>
          <p:cNvSpPr>
            <a:spLocks noGrp="1"/>
          </p:cNvSpPr>
          <p:nvPr>
            <p:ph type="ftr" sz="quarter" idx="4294967295"/>
          </p:nvPr>
        </p:nvSpPr>
        <p:spPr>
          <a:xfrm>
            <a:off x="0" y="12815888"/>
            <a:ext cx="4956175" cy="381000"/>
          </a:xfrm>
        </p:spPr>
        <p:txBody>
          <a:bodyPr/>
          <a:lstStyle/>
          <a:p>
            <a:r>
              <a:rPr lang="en-US" dirty="0"/>
              <a:t>US FSM / © 2025 IBM Corporation</a:t>
            </a:r>
          </a:p>
        </p:txBody>
      </p:sp>
      <p:sp>
        <p:nvSpPr>
          <p:cNvPr id="2" name="Rectangle 134">
            <a:extLst>
              <a:ext uri="{FF2B5EF4-FFF2-40B4-BE49-F238E27FC236}">
                <a16:creationId xmlns:a16="http://schemas.microsoft.com/office/drawing/2014/main" id="{57FCC733-FDCB-7B16-52E9-936BED725F66}"/>
              </a:ext>
            </a:extLst>
          </p:cNvPr>
          <p:cNvSpPr/>
          <p:nvPr/>
        </p:nvSpPr>
        <p:spPr>
          <a:xfrm>
            <a:off x="763688" y="2335946"/>
            <a:ext cx="5220000" cy="9382842"/>
          </a:xfrm>
          <a:prstGeom prst="rect">
            <a:avLst/>
          </a:prstGeom>
          <a:solidFill>
            <a:srgbClr val="E5F6FF">
              <a:alpha val="50000"/>
            </a:srgbClr>
          </a:solidFill>
          <a:ln cap="flat">
            <a:noFill/>
            <a:prstDash val="solid"/>
          </a:ln>
        </p:spPr>
        <p:txBody>
          <a:bodyPr vert="horz" wrap="square" lIns="91440" tIns="91440" rIns="91440" bIns="9144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400" b="0" i="0" u="none" strike="noStrike" kern="1200" cap="none" spc="0" baseline="0">
              <a:solidFill>
                <a:srgbClr val="FFFFFF"/>
              </a:solidFill>
              <a:uFillTx/>
              <a:latin typeface="IBM Plex Sans Light"/>
            </a:endParaRPr>
          </a:p>
        </p:txBody>
      </p:sp>
      <p:sp>
        <p:nvSpPr>
          <p:cNvPr id="11" name="Rectangle 135">
            <a:extLst>
              <a:ext uri="{FF2B5EF4-FFF2-40B4-BE49-F238E27FC236}">
                <a16:creationId xmlns:a16="http://schemas.microsoft.com/office/drawing/2014/main" id="{049F17E2-8FA7-0890-07AA-11F96EBA2686}"/>
              </a:ext>
            </a:extLst>
          </p:cNvPr>
          <p:cNvSpPr/>
          <p:nvPr/>
        </p:nvSpPr>
        <p:spPr>
          <a:xfrm>
            <a:off x="6701666" y="2335946"/>
            <a:ext cx="5220000" cy="9382842"/>
          </a:xfrm>
          <a:prstGeom prst="rect">
            <a:avLst/>
          </a:prstGeom>
          <a:solidFill>
            <a:srgbClr val="E5F6FF">
              <a:alpha val="50000"/>
            </a:srgbClr>
          </a:solidFill>
          <a:ln cap="flat">
            <a:noFill/>
            <a:prstDash val="solid"/>
          </a:ln>
        </p:spPr>
        <p:txBody>
          <a:bodyPr vert="horz" wrap="square" lIns="91440" tIns="91440" rIns="91440" bIns="9144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400" b="0" i="0" u="none" strike="noStrike" kern="1200" cap="none" spc="0" baseline="0">
              <a:solidFill>
                <a:srgbClr val="FFFFFF"/>
              </a:solidFill>
              <a:uFillTx/>
              <a:latin typeface="IBM Plex Sans Light"/>
            </a:endParaRPr>
          </a:p>
        </p:txBody>
      </p:sp>
      <p:sp>
        <p:nvSpPr>
          <p:cNvPr id="12" name="Rectangle 136">
            <a:extLst>
              <a:ext uri="{FF2B5EF4-FFF2-40B4-BE49-F238E27FC236}">
                <a16:creationId xmlns:a16="http://schemas.microsoft.com/office/drawing/2014/main" id="{0DFD5746-146B-F666-19FD-DD997A5A7C1F}"/>
              </a:ext>
            </a:extLst>
          </p:cNvPr>
          <p:cNvSpPr/>
          <p:nvPr/>
        </p:nvSpPr>
        <p:spPr>
          <a:xfrm>
            <a:off x="12639644" y="2335946"/>
            <a:ext cx="5220000" cy="9382842"/>
          </a:xfrm>
          <a:prstGeom prst="rect">
            <a:avLst/>
          </a:prstGeom>
          <a:solidFill>
            <a:srgbClr val="E8DAFF">
              <a:alpha val="50000"/>
            </a:srgbClr>
          </a:solidFill>
          <a:ln cap="flat">
            <a:noFill/>
            <a:prstDash val="solid"/>
          </a:ln>
        </p:spPr>
        <p:txBody>
          <a:bodyPr vert="horz" wrap="square" lIns="91440" tIns="91440" rIns="91440" bIns="9144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400" b="0" i="0" u="none" strike="noStrike" kern="1200" cap="none" spc="0" baseline="0" dirty="0">
              <a:solidFill>
                <a:srgbClr val="FFFFFF"/>
              </a:solidFill>
              <a:uFillTx/>
              <a:latin typeface="IBM Plex Sans Light"/>
            </a:endParaRPr>
          </a:p>
        </p:txBody>
      </p:sp>
      <p:sp>
        <p:nvSpPr>
          <p:cNvPr id="14" name="Rectangle 137">
            <a:extLst>
              <a:ext uri="{FF2B5EF4-FFF2-40B4-BE49-F238E27FC236}">
                <a16:creationId xmlns:a16="http://schemas.microsoft.com/office/drawing/2014/main" id="{5C528EEC-6984-3332-8708-ABB2798D59DA}"/>
              </a:ext>
            </a:extLst>
          </p:cNvPr>
          <p:cNvSpPr/>
          <p:nvPr/>
        </p:nvSpPr>
        <p:spPr>
          <a:xfrm>
            <a:off x="18577621" y="2335946"/>
            <a:ext cx="5220000" cy="9382842"/>
          </a:xfrm>
          <a:prstGeom prst="rect">
            <a:avLst/>
          </a:prstGeom>
          <a:solidFill>
            <a:srgbClr val="EDE2FF">
              <a:alpha val="50000"/>
            </a:srgbClr>
          </a:solidFill>
          <a:ln cap="flat">
            <a:noFill/>
            <a:prstDash val="solid"/>
          </a:ln>
        </p:spPr>
        <p:txBody>
          <a:bodyPr vert="horz" wrap="square" lIns="91440" tIns="91440" rIns="91440" bIns="9144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400" b="0" i="0" u="none" strike="noStrike" kern="1200" cap="none" spc="0" baseline="0">
              <a:solidFill>
                <a:srgbClr val="FFFFFF"/>
              </a:solidFill>
              <a:uFillTx/>
              <a:latin typeface="IBM Plex Sans Light"/>
            </a:endParaRPr>
          </a:p>
        </p:txBody>
      </p:sp>
      <p:sp>
        <p:nvSpPr>
          <p:cNvPr id="15" name="Rectangle 139">
            <a:extLst>
              <a:ext uri="{FF2B5EF4-FFF2-40B4-BE49-F238E27FC236}">
                <a16:creationId xmlns:a16="http://schemas.microsoft.com/office/drawing/2014/main" id="{1B9856D1-AF78-ACD0-16D9-6AD1E5332CD5}"/>
              </a:ext>
            </a:extLst>
          </p:cNvPr>
          <p:cNvSpPr/>
          <p:nvPr/>
        </p:nvSpPr>
        <p:spPr>
          <a:xfrm>
            <a:off x="593930" y="2641464"/>
            <a:ext cx="4860000" cy="540000"/>
          </a:xfrm>
          <a:prstGeom prst="rect">
            <a:avLst/>
          </a:prstGeom>
          <a:solidFill>
            <a:srgbClr val="0F62FE"/>
          </a:solidFill>
          <a:ln cap="flat">
            <a:noFill/>
            <a:prstDash val="solid"/>
          </a:ln>
        </p:spPr>
        <p:txBody>
          <a:bodyPr vert="horz" wrap="square" lIns="91440" tIns="91440" rIns="91440" bIns="9144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0" i="0" u="none" strike="noStrike" kern="1200" cap="none" spc="0" baseline="0" dirty="0">
                <a:solidFill>
                  <a:srgbClr val="FFFFFF"/>
                </a:solidFill>
                <a:uFillTx/>
                <a:latin typeface="IBM Plex Sans Medm" pitchFamily="34"/>
              </a:rPr>
              <a:t>Application &amp; Runtimes</a:t>
            </a:r>
          </a:p>
        </p:txBody>
      </p:sp>
      <p:sp>
        <p:nvSpPr>
          <p:cNvPr id="16" name="Rectangle 141">
            <a:extLst>
              <a:ext uri="{FF2B5EF4-FFF2-40B4-BE49-F238E27FC236}">
                <a16:creationId xmlns:a16="http://schemas.microsoft.com/office/drawing/2014/main" id="{5C7F0A29-43DE-5E68-778B-61CC13ADB1EB}"/>
              </a:ext>
            </a:extLst>
          </p:cNvPr>
          <p:cNvSpPr/>
          <p:nvPr/>
        </p:nvSpPr>
        <p:spPr>
          <a:xfrm>
            <a:off x="6520988" y="2650800"/>
            <a:ext cx="4860000" cy="540000"/>
          </a:xfrm>
          <a:prstGeom prst="rect">
            <a:avLst/>
          </a:prstGeom>
          <a:solidFill>
            <a:srgbClr val="0F62FE"/>
          </a:solidFill>
          <a:ln cap="flat">
            <a:noFill/>
            <a:prstDash val="solid"/>
          </a:ln>
        </p:spPr>
        <p:txBody>
          <a:bodyPr vert="horz" wrap="square" lIns="91440" tIns="91440" rIns="91440" bIns="9144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0" i="0" u="none" strike="noStrike" kern="1200" cap="none" spc="0" baseline="0" dirty="0">
                <a:solidFill>
                  <a:srgbClr val="FFFFFF"/>
                </a:solidFill>
                <a:uFillTx/>
                <a:latin typeface="IBM Plex Sans Medm" pitchFamily="34"/>
              </a:rPr>
              <a:t>Application Integration</a:t>
            </a:r>
          </a:p>
        </p:txBody>
      </p:sp>
      <p:sp>
        <p:nvSpPr>
          <p:cNvPr id="17" name="Rectangle 142">
            <a:extLst>
              <a:ext uri="{FF2B5EF4-FFF2-40B4-BE49-F238E27FC236}">
                <a16:creationId xmlns:a16="http://schemas.microsoft.com/office/drawing/2014/main" id="{8E91534B-7FB6-6FFB-7751-AB45400C5FCB}"/>
              </a:ext>
            </a:extLst>
          </p:cNvPr>
          <p:cNvSpPr/>
          <p:nvPr/>
        </p:nvSpPr>
        <p:spPr>
          <a:xfrm>
            <a:off x="12422392" y="2650800"/>
            <a:ext cx="4860000" cy="540000"/>
          </a:xfrm>
          <a:prstGeom prst="rect">
            <a:avLst/>
          </a:prstGeom>
          <a:solidFill>
            <a:srgbClr val="A56EFF"/>
          </a:solidFill>
          <a:ln cap="flat">
            <a:noFill/>
            <a:prstDash val="solid"/>
          </a:ln>
        </p:spPr>
        <p:txBody>
          <a:bodyPr vert="horz" wrap="square" lIns="91440" tIns="91440" rIns="91440" bIns="9144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0" i="0" u="none" strike="noStrike" kern="1200" cap="none" spc="0" baseline="0" dirty="0">
                <a:solidFill>
                  <a:schemeClr val="bg1"/>
                </a:solidFill>
                <a:uFillTx/>
                <a:latin typeface="IBM Plex Sans Medm" pitchFamily="34"/>
              </a:rPr>
              <a:t>Business Automation</a:t>
            </a:r>
          </a:p>
        </p:txBody>
      </p:sp>
      <p:sp>
        <p:nvSpPr>
          <p:cNvPr id="18" name="Rectangle 144">
            <a:extLst>
              <a:ext uri="{FF2B5EF4-FFF2-40B4-BE49-F238E27FC236}">
                <a16:creationId xmlns:a16="http://schemas.microsoft.com/office/drawing/2014/main" id="{1161F499-1FEE-3D9B-5EAF-B3988C4C7BAF}"/>
              </a:ext>
            </a:extLst>
          </p:cNvPr>
          <p:cNvSpPr/>
          <p:nvPr/>
        </p:nvSpPr>
        <p:spPr>
          <a:xfrm>
            <a:off x="18360002" y="2650800"/>
            <a:ext cx="4860000" cy="540000"/>
          </a:xfrm>
          <a:prstGeom prst="rect">
            <a:avLst/>
          </a:prstGeom>
          <a:solidFill>
            <a:srgbClr val="A56EFF"/>
          </a:solidFill>
          <a:ln cap="flat">
            <a:noFill/>
            <a:prstDash val="solid"/>
          </a:ln>
        </p:spPr>
        <p:txBody>
          <a:bodyPr vert="horz" wrap="square" lIns="91440" tIns="91440" rIns="91440" bIns="9144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0" i="0" u="none" strike="noStrike" kern="1200" cap="none" spc="0" baseline="0" dirty="0">
                <a:solidFill>
                  <a:srgbClr val="FFFFFF"/>
                </a:solidFill>
                <a:uFillTx/>
                <a:latin typeface="IBM Plex Sans Medm" pitchFamily="34"/>
              </a:rPr>
              <a:t>Data Architecture</a:t>
            </a:r>
          </a:p>
        </p:txBody>
      </p:sp>
      <p:sp>
        <p:nvSpPr>
          <p:cNvPr id="19" name="Rectangle 187">
            <a:extLst>
              <a:ext uri="{FF2B5EF4-FFF2-40B4-BE49-F238E27FC236}">
                <a16:creationId xmlns:a16="http://schemas.microsoft.com/office/drawing/2014/main" id="{3799C392-5974-75A6-CD16-9322DFE68E70}"/>
              </a:ext>
            </a:extLst>
          </p:cNvPr>
          <p:cNvSpPr/>
          <p:nvPr/>
        </p:nvSpPr>
        <p:spPr>
          <a:xfrm>
            <a:off x="1057393" y="3238687"/>
            <a:ext cx="3729600" cy="3247290"/>
          </a:xfrm>
          <a:prstGeom prst="rect">
            <a:avLst/>
          </a:prstGeom>
          <a:noFill/>
          <a:ln cap="flat">
            <a:noFill/>
            <a:prstDash val="solid"/>
          </a:ln>
        </p:spPr>
        <p:txBody>
          <a:bodyPr vert="horz" wrap="square" lIns="91440" tIns="91440" rIns="91440" bIns="9144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dirty="0">
                <a:solidFill>
                  <a:srgbClr val="000000"/>
                </a:solidFill>
                <a:latin typeface="IBM Plex Sans Medm" pitchFamily="34"/>
              </a:rPr>
              <a:t>Products</a:t>
            </a:r>
            <a:endParaRPr lang="en-US" sz="2000" b="0" i="0" u="none" strike="noStrike" kern="1200" cap="none" spc="0" baseline="0" dirty="0">
              <a:solidFill>
                <a:srgbClr val="000000"/>
              </a:solidFill>
              <a:uFillTx/>
              <a:latin typeface="IBM Plex Sans Medm" pitchFamily="34"/>
            </a:endParaRP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WebSphere Application Server</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err="1">
                <a:solidFill>
                  <a:srgbClr val="000000"/>
                </a:solidFill>
                <a:uFillTx/>
                <a:latin typeface="IBM Plex Sans Light" pitchFamily="34"/>
              </a:rPr>
              <a:t>JSphere</a:t>
            </a:r>
            <a:r>
              <a:rPr lang="en-US" sz="1600" b="0" i="0" u="none" strike="noStrike" kern="1200" cap="none" spc="0" baseline="0" dirty="0">
                <a:solidFill>
                  <a:srgbClr val="000000"/>
                </a:solidFill>
                <a:uFillTx/>
                <a:latin typeface="IBM Plex Sans Light" pitchFamily="34"/>
              </a:rPr>
              <a:t> Suite for Java</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Cloud Pak for Applications</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dirty="0">
                <a:solidFill>
                  <a:srgbClr val="000000"/>
                </a:solidFill>
                <a:latin typeface="IBM Plex Sans Light" pitchFamily="34"/>
              </a:rPr>
              <a:t>Code Assistant for Java</a:t>
            </a:r>
            <a:endParaRPr lang="en-US" sz="1600" b="0" i="0" u="none" strike="noStrike" kern="1200" cap="none" spc="0" baseline="0" dirty="0">
              <a:solidFill>
                <a:srgbClr val="000000"/>
              </a:solidFill>
              <a:uFillTx/>
              <a:latin typeface="IBM Plex Sans Light" pitchFamily="34"/>
            </a:endParaRPr>
          </a:p>
        </p:txBody>
      </p:sp>
      <p:sp>
        <p:nvSpPr>
          <p:cNvPr id="20" name="Rectangle 189">
            <a:extLst>
              <a:ext uri="{FF2B5EF4-FFF2-40B4-BE49-F238E27FC236}">
                <a16:creationId xmlns:a16="http://schemas.microsoft.com/office/drawing/2014/main" id="{5BC02A40-B7AA-9F3B-E5D2-063CFA8AF713}"/>
              </a:ext>
            </a:extLst>
          </p:cNvPr>
          <p:cNvSpPr/>
          <p:nvPr/>
        </p:nvSpPr>
        <p:spPr>
          <a:xfrm>
            <a:off x="12908837" y="3238687"/>
            <a:ext cx="4092516" cy="3247290"/>
          </a:xfrm>
          <a:prstGeom prst="rect">
            <a:avLst/>
          </a:prstGeom>
          <a:noFill/>
          <a:ln cap="flat">
            <a:noFill/>
            <a:prstDash val="solid"/>
          </a:ln>
        </p:spPr>
        <p:txBody>
          <a:bodyPr vert="horz" wrap="square" lIns="91440" tIns="91440" rIns="91440" bIns="9144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dirty="0">
                <a:solidFill>
                  <a:srgbClr val="000000"/>
                </a:solidFill>
                <a:latin typeface="IBM Plex Sans Medm" pitchFamily="34"/>
              </a:rPr>
              <a:t>Products</a:t>
            </a:r>
            <a:endParaRPr lang="en-US" sz="2000" b="0" i="0" u="none" strike="noStrike" kern="1200" cap="none" spc="0" baseline="0" dirty="0">
              <a:solidFill>
                <a:srgbClr val="000000"/>
              </a:solidFill>
              <a:uFillTx/>
              <a:latin typeface="IBM Plex Sans Medm" pitchFamily="34"/>
            </a:endParaRP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Robotic Process Automation (RPA)</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err="1">
                <a:solidFill>
                  <a:srgbClr val="000000"/>
                </a:solidFill>
                <a:uFillTx/>
                <a:latin typeface="IBM Plex Sans Light" pitchFamily="34"/>
              </a:rPr>
              <a:t>webMethods</a:t>
            </a:r>
            <a:r>
              <a:rPr lang="en-US" sz="1600" b="0" i="0" u="none" strike="noStrike" kern="1200" cap="none" spc="0" baseline="0" dirty="0">
                <a:solidFill>
                  <a:srgbClr val="000000"/>
                </a:solidFill>
                <a:uFillTx/>
                <a:latin typeface="IBM Plex Sans Light" pitchFamily="34"/>
              </a:rPr>
              <a:t> BPMS</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Cloud Pak for Business Automation</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Business Automation Workflow</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Automation Decision Services</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Process Planning</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Operational Decision Management</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Content Manager (CM8)</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Content Manager On Demand</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err="1">
                <a:solidFill>
                  <a:srgbClr val="000000"/>
                </a:solidFill>
                <a:uFillTx/>
                <a:latin typeface="IBM Plex Sans Light" pitchFamily="34"/>
              </a:rPr>
              <a:t>Filenet</a:t>
            </a:r>
            <a:r>
              <a:rPr lang="en-US" sz="1600" b="0" i="0" u="none" strike="noStrike" kern="1200" cap="none" spc="0" baseline="0" dirty="0">
                <a:solidFill>
                  <a:srgbClr val="000000"/>
                </a:solidFill>
                <a:uFillTx/>
                <a:latin typeface="IBM Plex Sans Light" pitchFamily="34"/>
              </a:rPr>
              <a:t> Content Manager</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Capture</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Decision Optimization</a:t>
            </a:r>
          </a:p>
        </p:txBody>
      </p:sp>
      <p:sp>
        <p:nvSpPr>
          <p:cNvPr id="21" name="Rectangle 191">
            <a:extLst>
              <a:ext uri="{FF2B5EF4-FFF2-40B4-BE49-F238E27FC236}">
                <a16:creationId xmlns:a16="http://schemas.microsoft.com/office/drawing/2014/main" id="{56B02A7B-FACD-56CB-83CC-1FFA9D2608D6}"/>
              </a:ext>
            </a:extLst>
          </p:cNvPr>
          <p:cNvSpPr/>
          <p:nvPr/>
        </p:nvSpPr>
        <p:spPr>
          <a:xfrm>
            <a:off x="18909899" y="3238686"/>
            <a:ext cx="2274543" cy="3359997"/>
          </a:xfrm>
          <a:prstGeom prst="rect">
            <a:avLst/>
          </a:prstGeom>
          <a:noFill/>
          <a:ln cap="flat">
            <a:noFill/>
            <a:prstDash val="solid"/>
          </a:ln>
        </p:spPr>
        <p:txBody>
          <a:bodyPr vert="horz" wrap="square" lIns="91440" tIns="91440" rIns="91440" bIns="91440" anchor="t" anchorCtr="0" compatLnSpc="1">
            <a:noAutofit/>
          </a:bodyPr>
          <a:lstStyle/>
          <a:p>
            <a:pPr lvl="0">
              <a:defRPr sz="1800" b="0" i="0" u="none" strike="noStrike" kern="0" cap="none" spc="0" baseline="0">
                <a:solidFill>
                  <a:srgbClr val="000000"/>
                </a:solidFill>
                <a:uFillTx/>
              </a:defRPr>
            </a:pPr>
            <a:r>
              <a:rPr lang="en-US" sz="2000" dirty="0">
                <a:solidFill>
                  <a:srgbClr val="000000"/>
                </a:solidFill>
                <a:latin typeface="IBM Plex Sans Medm" pitchFamily="34"/>
              </a:rPr>
              <a:t>Products</a:t>
            </a:r>
            <a:endParaRPr lang="en-US" sz="2000" i="0" u="none" strike="noStrike" kern="1200" cap="none" spc="0" baseline="0" dirty="0">
              <a:solidFill>
                <a:srgbClr val="000000"/>
              </a:solidFill>
              <a:uFillTx/>
              <a:latin typeface="IBM Plex Sans Medm" pitchFamily="34"/>
            </a:endParaRPr>
          </a:p>
          <a:p>
            <a:pPr marL="342900" lvl="0" indent="-342900">
              <a:buSzPct val="100000"/>
              <a:buFont typeface="Arial" pitchFamily="34"/>
              <a:buChar char="•"/>
              <a:defRPr sz="1800" b="0" i="0" u="none" strike="noStrike" kern="0" cap="none" spc="0" baseline="0">
                <a:solidFill>
                  <a:srgbClr val="000000"/>
                </a:solidFill>
                <a:uFillTx/>
              </a:defRPr>
            </a:pPr>
            <a:r>
              <a:rPr lang="en-US" sz="1600" dirty="0">
                <a:latin typeface="IBM Plex Sans" panose="020B0503050203000203" pitchFamily="34" charset="0"/>
              </a:rPr>
              <a:t>watson</a:t>
            </a:r>
            <a:r>
              <a:rPr lang="en-US" sz="1600" dirty="0">
                <a:solidFill>
                  <a:schemeClr val="accent2"/>
                </a:solidFill>
                <a:latin typeface="IBM Plex Sans" panose="020B0503050203000203" pitchFamily="34" charset="0"/>
              </a:rPr>
              <a:t>x</a:t>
            </a:r>
            <a:r>
              <a:rPr lang="en-US" sz="1600" i="0" u="none" strike="noStrike" kern="1200" cap="none" spc="0" baseline="0" dirty="0">
                <a:solidFill>
                  <a:srgbClr val="000000"/>
                </a:solidFill>
                <a:uFillTx/>
                <a:latin typeface="IBM Plex Sans" panose="020B0503050203000203" pitchFamily="34" charset="0"/>
              </a:rPr>
              <a:t>.data integration</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i="0" u="none" strike="noStrike" kern="1200" cap="none" spc="0" baseline="0" dirty="0">
                <a:solidFill>
                  <a:srgbClr val="000000"/>
                </a:solidFill>
                <a:uFillTx/>
                <a:latin typeface="IBM Plex Sans" panose="020B0503050203000203" pitchFamily="34" charset="0"/>
              </a:rPr>
              <a:t>DataStage</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i="0" u="none" strike="noStrike" kern="1200" cap="none" spc="0" baseline="0" dirty="0">
                <a:solidFill>
                  <a:srgbClr val="000000"/>
                </a:solidFill>
                <a:uFillTx/>
                <a:latin typeface="IBM Plex Sans" panose="020B0503050203000203" pitchFamily="34" charset="0"/>
              </a:rPr>
              <a:t>Data Replication</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i="0" u="none" strike="noStrike" kern="1200" cap="none" spc="0" baseline="0" dirty="0">
                <a:solidFill>
                  <a:srgbClr val="000000"/>
                </a:solidFill>
                <a:uFillTx/>
                <a:latin typeface="IBM Plex Sans" panose="020B0503050203000203" pitchFamily="34" charset="0"/>
              </a:rPr>
              <a:t>Cloud Pak for Data</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i="0" u="none" strike="noStrike" kern="1200" cap="none" spc="0" baseline="0" dirty="0">
                <a:solidFill>
                  <a:srgbClr val="000000"/>
                </a:solidFill>
                <a:uFillTx/>
                <a:latin typeface="IBM Plex Sans" panose="020B0503050203000203" pitchFamily="34" charset="0"/>
              </a:rPr>
              <a:t>Db2</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i="0" u="none" strike="noStrike" kern="1200" cap="none" spc="0" baseline="0" dirty="0">
                <a:solidFill>
                  <a:srgbClr val="000000"/>
                </a:solidFill>
                <a:uFillTx/>
                <a:latin typeface="IBM Plex Sans" panose="020B0503050203000203" pitchFamily="34" charset="0"/>
              </a:rPr>
              <a:t>Informix</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i="0" u="none" strike="noStrike" kern="1200" cap="none" spc="0" baseline="0" dirty="0">
                <a:solidFill>
                  <a:srgbClr val="000000"/>
                </a:solidFill>
                <a:uFillTx/>
                <a:latin typeface="IBM Plex Sans" panose="020B0503050203000203" pitchFamily="34" charset="0"/>
              </a:rPr>
              <a:t>Netezza</a:t>
            </a:r>
          </a:p>
          <a:p>
            <a:pPr marL="342900" lvl="0" indent="-342900" defTabSz="914400">
              <a:buSzPct val="100000"/>
              <a:buFont typeface="Arial" pitchFamily="34"/>
              <a:buChar char="•"/>
              <a:defRPr sz="1800" b="0" i="0" u="none" strike="noStrike" kern="0" cap="none" spc="0" baseline="0">
                <a:solidFill>
                  <a:srgbClr val="000000"/>
                </a:solidFill>
                <a:uFillTx/>
              </a:defRPr>
            </a:pPr>
            <a:r>
              <a:rPr lang="en-US" sz="1600" dirty="0">
                <a:latin typeface="IBM Plex Sans" panose="020B0503050203000203" pitchFamily="34" charset="0"/>
              </a:rPr>
              <a:t>watson</a:t>
            </a:r>
            <a:r>
              <a:rPr lang="en-US" sz="1600" dirty="0">
                <a:solidFill>
                  <a:schemeClr val="accent2"/>
                </a:solidFill>
                <a:latin typeface="IBM Plex Sans" panose="020B0503050203000203" pitchFamily="34" charset="0"/>
              </a:rPr>
              <a:t>x</a:t>
            </a:r>
            <a:r>
              <a:rPr lang="en-US" sz="1600" i="0" u="none" strike="noStrike" kern="1200" cap="none" spc="0" baseline="0" dirty="0">
                <a:solidFill>
                  <a:srgbClr val="000000"/>
                </a:solidFill>
                <a:uFillTx/>
                <a:latin typeface="IBM Plex Sans" panose="020B0503050203000203" pitchFamily="34" charset="0"/>
              </a:rPr>
              <a:t>.data</a:t>
            </a:r>
          </a:p>
          <a:p>
            <a:pPr marL="342900" indent="-342900">
              <a:buSzPct val="100000"/>
              <a:buFont typeface="Arial" pitchFamily="34"/>
              <a:buChar char="•"/>
              <a:defRPr sz="1800" b="0" i="0" u="none" strike="noStrike" kern="0" cap="none" spc="0" baseline="0">
                <a:solidFill>
                  <a:srgbClr val="000000"/>
                </a:solidFill>
                <a:uFillTx/>
              </a:defRPr>
            </a:pPr>
            <a:r>
              <a:rPr lang="en-US" sz="1600" dirty="0" err="1">
                <a:latin typeface="IBM Plex Sans" panose="020B0503050203000203" pitchFamily="34" charset="0"/>
              </a:rPr>
              <a:t>watson</a:t>
            </a:r>
            <a:r>
              <a:rPr lang="en-US" sz="1600" dirty="0" err="1">
                <a:solidFill>
                  <a:schemeClr val="accent2"/>
                </a:solidFill>
                <a:latin typeface="IBM Plex Sans" panose="020B0503050203000203" pitchFamily="34" charset="0"/>
              </a:rPr>
              <a:t>x</a:t>
            </a:r>
            <a:r>
              <a:rPr lang="en-US" sz="1600" dirty="0">
                <a:solidFill>
                  <a:srgbClr val="000000"/>
                </a:solidFill>
                <a:latin typeface="IBM Plex Sans" panose="020B0503050203000203" pitchFamily="34" charset="0"/>
              </a:rPr>
              <a:t> BI Assistant</a:t>
            </a:r>
            <a:endParaRPr lang="en-US" sz="1600" i="0" u="none" strike="noStrike" kern="1200" cap="none" spc="0" baseline="0" dirty="0">
              <a:solidFill>
                <a:srgbClr val="000000"/>
              </a:solidFill>
              <a:uFillTx/>
              <a:latin typeface="IBM Plex Sans" panose="020B0503050203000203" pitchFamily="34" charset="0"/>
            </a:endParaRPr>
          </a:p>
          <a:p>
            <a:pPr marR="0" lvl="0" algn="l" defTabSz="914400" rtl="0" fontAlgn="auto" hangingPunct="1">
              <a:lnSpc>
                <a:spcPct val="100000"/>
              </a:lnSpc>
              <a:spcBef>
                <a:spcPts val="0"/>
              </a:spcBef>
              <a:spcAft>
                <a:spcPts val="0"/>
              </a:spcAft>
              <a:buSzPct val="100000"/>
              <a:tabLst/>
              <a:defRPr sz="1800" b="0" i="0" u="none" strike="noStrike" kern="0" cap="none" spc="0" baseline="0">
                <a:solidFill>
                  <a:srgbClr val="000000"/>
                </a:solidFill>
                <a:uFillTx/>
              </a:defRPr>
            </a:pPr>
            <a:endParaRPr lang="en-US" sz="2400" i="0" u="none" strike="noStrike" kern="1200" cap="none" spc="0" baseline="0" dirty="0">
              <a:solidFill>
                <a:srgbClr val="000000"/>
              </a:solidFill>
              <a:uFillTx/>
              <a:latin typeface="IBM Plex Sans Light" pitchFamily="34"/>
            </a:endParaRPr>
          </a:p>
        </p:txBody>
      </p:sp>
      <p:sp>
        <p:nvSpPr>
          <p:cNvPr id="22" name="Rectangle 192">
            <a:extLst>
              <a:ext uri="{FF2B5EF4-FFF2-40B4-BE49-F238E27FC236}">
                <a16:creationId xmlns:a16="http://schemas.microsoft.com/office/drawing/2014/main" id="{B56F756E-2C40-5311-32B6-5CC72153138E}"/>
              </a:ext>
            </a:extLst>
          </p:cNvPr>
          <p:cNvSpPr/>
          <p:nvPr/>
        </p:nvSpPr>
        <p:spPr>
          <a:xfrm>
            <a:off x="6958797" y="3238687"/>
            <a:ext cx="4642653" cy="3928755"/>
          </a:xfrm>
          <a:prstGeom prst="rect">
            <a:avLst/>
          </a:prstGeom>
          <a:noFill/>
          <a:ln cap="flat">
            <a:noFill/>
            <a:prstDash val="solid"/>
          </a:ln>
        </p:spPr>
        <p:txBody>
          <a:bodyPr vert="horz" wrap="square" lIns="91440" tIns="91440" rIns="91440" bIns="9144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dirty="0">
                <a:solidFill>
                  <a:srgbClr val="000000"/>
                </a:solidFill>
                <a:latin typeface="IBM Plex Sans Medm" pitchFamily="34"/>
              </a:rPr>
              <a:t>Products</a:t>
            </a:r>
            <a:endParaRPr lang="en-US" sz="2000" b="0" i="0" u="none" strike="noStrike" kern="1200" cap="none" spc="0" baseline="0" dirty="0">
              <a:solidFill>
                <a:srgbClr val="000000"/>
              </a:solidFill>
              <a:uFillTx/>
              <a:latin typeface="IBM Plex Sans Medm" pitchFamily="34"/>
            </a:endParaRP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DataPower Software</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MQ</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err="1">
                <a:solidFill>
                  <a:srgbClr val="000000"/>
                </a:solidFill>
                <a:uFillTx/>
                <a:latin typeface="IBM Plex Sans Light" pitchFamily="34"/>
              </a:rPr>
              <a:t>webMethods</a:t>
            </a:r>
            <a:r>
              <a:rPr lang="en-US" sz="1600" b="0" i="0" u="none" strike="noStrike" kern="1200" cap="none" spc="0" baseline="0" dirty="0">
                <a:solidFill>
                  <a:srgbClr val="000000"/>
                </a:solidFill>
                <a:uFillTx/>
                <a:latin typeface="IBM Plex Sans Light" pitchFamily="34"/>
              </a:rPr>
              <a:t> Hybrid Integration</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API Connect</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Cloud Pak for Integration</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Event Automation</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App Connect</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Aspera</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Financial Transactions Payments &amp; Insights</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Sterling Managed File Transfer</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Sterling Transformation Extender</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Sterling Data Exchange SaaS</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Sterling Partner Engagement Manager</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Sterling B2B Integration</a:t>
            </a:r>
          </a:p>
        </p:txBody>
      </p:sp>
      <p:sp>
        <p:nvSpPr>
          <p:cNvPr id="23" name="TextBox 22">
            <a:extLst>
              <a:ext uri="{FF2B5EF4-FFF2-40B4-BE49-F238E27FC236}">
                <a16:creationId xmlns:a16="http://schemas.microsoft.com/office/drawing/2014/main" id="{BED46EB8-A680-54BF-11DC-9333A30639DF}"/>
              </a:ext>
            </a:extLst>
          </p:cNvPr>
          <p:cNvSpPr txBox="1"/>
          <p:nvPr/>
        </p:nvSpPr>
        <p:spPr>
          <a:xfrm>
            <a:off x="21184442" y="3599438"/>
            <a:ext cx="2717847" cy="2800767"/>
          </a:xfrm>
          <a:prstGeom prst="rect">
            <a:avLst/>
          </a:prstGeom>
          <a:noFill/>
        </p:spPr>
        <p:txBody>
          <a:bodyPr wrap="square">
            <a:spAutoFit/>
          </a:bodyPr>
          <a:lstStyle/>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i="0" u="none" strike="noStrike" kern="1200" cap="none" spc="0" baseline="0" dirty="0">
                <a:solidFill>
                  <a:srgbClr val="000000"/>
                </a:solidFill>
                <a:uFillTx/>
                <a:latin typeface="IBM Plex Sans" panose="020B0503050203000203" pitchFamily="34" charset="0"/>
              </a:rPr>
              <a:t>Business Analytics Enterprise</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i="0" u="none" strike="noStrike" kern="1200" cap="none" spc="0" baseline="0" dirty="0">
                <a:solidFill>
                  <a:srgbClr val="000000"/>
                </a:solidFill>
                <a:uFillTx/>
                <a:latin typeface="IBM Plex Sans" panose="020B0503050203000203" pitchFamily="34" charset="0"/>
              </a:rPr>
              <a:t>SPSS Modeler</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i="0" u="none" strike="noStrike" kern="1200" cap="none" spc="0" baseline="0" dirty="0">
                <a:solidFill>
                  <a:srgbClr val="000000"/>
                </a:solidFill>
                <a:uFillTx/>
                <a:latin typeface="IBM Plex Sans" panose="020B0503050203000203" pitchFamily="34" charset="0"/>
              </a:rPr>
              <a:t>Cognos Analytics</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i="0" u="none" strike="noStrike" kern="1200" cap="none" spc="0" baseline="0" dirty="0">
                <a:solidFill>
                  <a:srgbClr val="000000"/>
                </a:solidFill>
                <a:uFillTx/>
                <a:latin typeface="IBM Plex Sans" panose="020B0503050203000203" pitchFamily="34" charset="0"/>
              </a:rPr>
              <a:t>Planning Analytics</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i="0" u="none" strike="noStrike" kern="1200" cap="none" spc="0" baseline="0" dirty="0" err="1">
                <a:solidFill>
                  <a:srgbClr val="000000"/>
                </a:solidFill>
                <a:uFillTx/>
                <a:latin typeface="IBM Plex Sans" panose="020B0503050203000203" pitchFamily="34" charset="0"/>
              </a:rPr>
              <a:t>Optim</a:t>
            </a:r>
            <a:endParaRPr lang="en-US" sz="1600" i="0" u="none" strike="noStrike" kern="1200" cap="none" spc="0" baseline="0" dirty="0">
              <a:solidFill>
                <a:srgbClr val="000000"/>
              </a:solidFill>
              <a:uFillTx/>
              <a:latin typeface="IBM Plex Sans" panose="020B0503050203000203" pitchFamily="34" charset="0"/>
            </a:endParaRP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i="0" u="none" strike="noStrike" kern="1200" cap="none" spc="0" baseline="0" dirty="0">
                <a:solidFill>
                  <a:srgbClr val="000000"/>
                </a:solidFill>
                <a:uFillTx/>
                <a:latin typeface="IBM Plex Sans" panose="020B0503050203000203" pitchFamily="34" charset="0"/>
              </a:rPr>
              <a:t>Master Data Management</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i="0" u="none" strike="noStrike" kern="1200" cap="none" spc="0" baseline="0" dirty="0">
                <a:solidFill>
                  <a:srgbClr val="000000"/>
                </a:solidFill>
                <a:uFillTx/>
                <a:latin typeface="IBM Plex Sans" panose="020B0503050203000203" pitchFamily="34" charset="0"/>
              </a:rPr>
              <a:t>SPSS Statistics</a:t>
            </a:r>
          </a:p>
          <a:p>
            <a:pPr marL="342900" lvl="0" indent="-342900" defTabSz="914400">
              <a:buSzPct val="100000"/>
              <a:buFont typeface="Arial" pitchFamily="34"/>
              <a:buChar char="•"/>
              <a:defRPr sz="1800" b="0" i="0" u="none" strike="noStrike" kern="0" cap="none" spc="0" baseline="0">
                <a:solidFill>
                  <a:srgbClr val="000000"/>
                </a:solidFill>
                <a:uFillTx/>
              </a:defRPr>
            </a:pPr>
            <a:r>
              <a:rPr lang="en-US" sz="1600" dirty="0">
                <a:latin typeface="IBM Plex Sans" panose="020B0503050203000203" pitchFamily="34" charset="0"/>
              </a:rPr>
              <a:t>watson</a:t>
            </a:r>
            <a:r>
              <a:rPr lang="en-US" sz="1600" dirty="0">
                <a:solidFill>
                  <a:schemeClr val="accent2"/>
                </a:solidFill>
                <a:latin typeface="IBM Plex Sans" panose="020B0503050203000203" pitchFamily="34" charset="0"/>
              </a:rPr>
              <a:t>x</a:t>
            </a:r>
            <a:r>
              <a:rPr lang="en-US" sz="1600" i="0" u="none" strike="noStrike" kern="1200" cap="none" spc="0" baseline="0" dirty="0">
                <a:solidFill>
                  <a:srgbClr val="000000"/>
                </a:solidFill>
                <a:uFillTx/>
                <a:latin typeface="IBM Plex Sans" panose="020B0503050203000203" pitchFamily="34" charset="0"/>
              </a:rPr>
              <a:t>.data intelligence</a:t>
            </a:r>
          </a:p>
        </p:txBody>
      </p:sp>
      <p:sp>
        <p:nvSpPr>
          <p:cNvPr id="24" name="Rectangle 187">
            <a:extLst>
              <a:ext uri="{FF2B5EF4-FFF2-40B4-BE49-F238E27FC236}">
                <a16:creationId xmlns:a16="http://schemas.microsoft.com/office/drawing/2014/main" id="{C7A642F4-237F-8819-2253-5A404697CCB4}"/>
              </a:ext>
            </a:extLst>
          </p:cNvPr>
          <p:cNvSpPr/>
          <p:nvPr/>
        </p:nvSpPr>
        <p:spPr>
          <a:xfrm>
            <a:off x="1057393" y="7399797"/>
            <a:ext cx="2258732" cy="3247290"/>
          </a:xfrm>
          <a:prstGeom prst="rect">
            <a:avLst/>
          </a:prstGeom>
          <a:noFill/>
          <a:ln cap="flat">
            <a:noFill/>
            <a:prstDash val="solid"/>
          </a:ln>
        </p:spPr>
        <p:txBody>
          <a:bodyPr vert="horz" wrap="square" lIns="91440" tIns="91440" rIns="91440" bIns="9144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dirty="0">
                <a:solidFill>
                  <a:srgbClr val="000000"/>
                </a:solidFill>
                <a:latin typeface="IBM Plex Sans Medm" pitchFamily="34"/>
              </a:rPr>
              <a:t>Clients</a:t>
            </a:r>
            <a:endParaRPr lang="en-US" sz="2000" b="0" i="0" u="none" strike="noStrike" kern="1200" cap="none" spc="0" baseline="0" dirty="0">
              <a:solidFill>
                <a:srgbClr val="000000"/>
              </a:solidFill>
              <a:uFillTx/>
              <a:latin typeface="IBM Plex Sans Medm" pitchFamily="34"/>
            </a:endParaRP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State Farm</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The Bank of New York Mellon Corporation</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JPMorgan </a:t>
            </a:r>
            <a:br>
              <a:rPr lang="en-US" sz="1600" b="0" i="0" u="none" strike="noStrike" kern="1200" cap="none" spc="0" baseline="0" dirty="0">
                <a:solidFill>
                  <a:srgbClr val="000000"/>
                </a:solidFill>
                <a:uFillTx/>
                <a:latin typeface="IBM Plex Sans Light" pitchFamily="34"/>
              </a:rPr>
            </a:br>
            <a:r>
              <a:rPr lang="en-US" sz="1600" b="0" i="0" u="none" strike="noStrike" kern="1200" cap="none" spc="0" baseline="0" dirty="0">
                <a:solidFill>
                  <a:srgbClr val="000000"/>
                </a:solidFill>
                <a:uFillTx/>
                <a:latin typeface="IBM Plex Sans Light" pitchFamily="34"/>
              </a:rPr>
              <a:t>Chase &amp; Co.</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Mastercard International</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Citigroup</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Fidelity</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United Services Auto Association</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Truist</a:t>
            </a:r>
          </a:p>
        </p:txBody>
      </p:sp>
      <p:sp>
        <p:nvSpPr>
          <p:cNvPr id="25" name="Rectangle 189">
            <a:extLst>
              <a:ext uri="{FF2B5EF4-FFF2-40B4-BE49-F238E27FC236}">
                <a16:creationId xmlns:a16="http://schemas.microsoft.com/office/drawing/2014/main" id="{2F3F618E-017E-DCC3-719D-0C943D075FE5}"/>
              </a:ext>
            </a:extLst>
          </p:cNvPr>
          <p:cNvSpPr/>
          <p:nvPr/>
        </p:nvSpPr>
        <p:spPr>
          <a:xfrm>
            <a:off x="12908837" y="7399797"/>
            <a:ext cx="2217952" cy="3247290"/>
          </a:xfrm>
          <a:prstGeom prst="rect">
            <a:avLst/>
          </a:prstGeom>
          <a:noFill/>
          <a:ln cap="flat">
            <a:noFill/>
            <a:prstDash val="solid"/>
          </a:ln>
        </p:spPr>
        <p:txBody>
          <a:bodyPr vert="horz" wrap="square" lIns="91440" tIns="91440" rIns="91440" bIns="91440" anchor="t" anchorCtr="0" compatLnSpc="1">
            <a:noAutofit/>
          </a:bodyPr>
          <a:lstStyle/>
          <a:p>
            <a:pPr lvl="0" defTabSz="914400">
              <a:defRPr sz="1800" b="0" i="0" u="none" strike="noStrike" kern="0" cap="none" spc="0" baseline="0">
                <a:solidFill>
                  <a:srgbClr val="000000"/>
                </a:solidFill>
                <a:uFillTx/>
              </a:defRPr>
            </a:pPr>
            <a:r>
              <a:rPr lang="en-US" sz="2000" dirty="0">
                <a:solidFill>
                  <a:srgbClr val="000000"/>
                </a:solidFill>
                <a:latin typeface="IBM Plex Sans Medm" pitchFamily="34"/>
              </a:rPr>
              <a:t>Clients</a:t>
            </a:r>
            <a:endParaRPr lang="en-US" sz="2000" b="0" i="0" u="none" strike="noStrike" kern="1200" cap="none" spc="0" baseline="0" dirty="0">
              <a:solidFill>
                <a:srgbClr val="000000"/>
              </a:solidFill>
              <a:uFillTx/>
              <a:latin typeface="IBM Plex Sans Medm" pitchFamily="34"/>
            </a:endParaRP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State Farm</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Bank of America</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Fidelity</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dirty="0">
                <a:solidFill>
                  <a:srgbClr val="000000"/>
                </a:solidFill>
                <a:latin typeface="IBM Plex Sans Light" pitchFamily="34"/>
              </a:rPr>
              <a:t>PNC</a:t>
            </a:r>
            <a:r>
              <a:rPr lang="en-US" sz="1600" b="0" i="0" u="none" strike="noStrike" kern="1200" cap="none" spc="0" baseline="0" dirty="0">
                <a:solidFill>
                  <a:srgbClr val="000000"/>
                </a:solidFill>
                <a:uFillTx/>
                <a:latin typeface="IBM Plex Sans Light" pitchFamily="34"/>
              </a:rPr>
              <a:t> Financial Services Group</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Navy Federal Credit Union</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Automatic Data Processing</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State Street Corporation</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Citigroup</a:t>
            </a:r>
          </a:p>
          <a:p>
            <a:pPr marL="342900" indent="-342900" defTabSz="914400">
              <a:buSzPct val="100000"/>
              <a:buFont typeface="Arial" pitchFamily="34"/>
              <a:buChar char="•"/>
              <a:defRPr sz="1800" b="0" i="0" u="none" strike="noStrike" kern="0" cap="none" spc="0" baseline="0">
                <a:solidFill>
                  <a:srgbClr val="000000"/>
                </a:solidFill>
                <a:uFillTx/>
              </a:defRPr>
            </a:pPr>
            <a:r>
              <a:rPr lang="en-US" sz="1600" dirty="0">
                <a:solidFill>
                  <a:srgbClr val="000000"/>
                </a:solidFill>
                <a:latin typeface="IBM Plex Sans Light" pitchFamily="34"/>
              </a:rPr>
              <a:t>Allstate Insurance Company</a:t>
            </a:r>
            <a:endParaRPr lang="en-US" sz="1600" b="0" i="0" u="none" strike="noStrike" kern="1200" cap="none" spc="0" baseline="0" dirty="0">
              <a:solidFill>
                <a:srgbClr val="000000"/>
              </a:solidFill>
              <a:uFillTx/>
              <a:latin typeface="IBM Plex Sans Light" pitchFamily="34"/>
            </a:endParaRP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endParaRPr lang="en-US" sz="1600" b="0" i="0" u="none" strike="noStrike" kern="1200" cap="none" spc="0" baseline="0" dirty="0">
              <a:solidFill>
                <a:srgbClr val="000000"/>
              </a:solidFill>
              <a:uFillTx/>
              <a:latin typeface="IBM Plex Sans Light" pitchFamily="34"/>
            </a:endParaRPr>
          </a:p>
        </p:txBody>
      </p:sp>
      <p:sp>
        <p:nvSpPr>
          <p:cNvPr id="26" name="Rectangle 191">
            <a:extLst>
              <a:ext uri="{FF2B5EF4-FFF2-40B4-BE49-F238E27FC236}">
                <a16:creationId xmlns:a16="http://schemas.microsoft.com/office/drawing/2014/main" id="{9E00A891-4D53-DBA9-A19C-61BB6C1BDA20}"/>
              </a:ext>
            </a:extLst>
          </p:cNvPr>
          <p:cNvSpPr/>
          <p:nvPr/>
        </p:nvSpPr>
        <p:spPr>
          <a:xfrm>
            <a:off x="18805231" y="7342499"/>
            <a:ext cx="2274543" cy="4037555"/>
          </a:xfrm>
          <a:prstGeom prst="rect">
            <a:avLst/>
          </a:prstGeom>
          <a:noFill/>
          <a:ln cap="flat">
            <a:noFill/>
            <a:prstDash val="solid"/>
          </a:ln>
        </p:spPr>
        <p:txBody>
          <a:bodyPr vert="horz" wrap="square" lIns="91440" tIns="91440" rIns="91440" bIns="91440" anchor="t" anchorCtr="0" compatLnSpc="1">
            <a:noAutofit/>
          </a:bodyPr>
          <a:lstStyle/>
          <a:p>
            <a:pPr lvl="0">
              <a:defRPr sz="1800" b="0" i="0" u="none" strike="noStrike" kern="0" cap="none" spc="0" baseline="0">
                <a:solidFill>
                  <a:srgbClr val="000000"/>
                </a:solidFill>
                <a:uFillTx/>
              </a:defRPr>
            </a:pPr>
            <a:r>
              <a:rPr lang="en-US" sz="2000" dirty="0">
                <a:solidFill>
                  <a:srgbClr val="000000"/>
                </a:solidFill>
                <a:latin typeface="IBM Plex Sans Medm" pitchFamily="34"/>
              </a:rPr>
              <a:t>Clients</a:t>
            </a:r>
            <a:endParaRPr lang="en-US" sz="2000" b="0" i="0" u="none" strike="noStrike" kern="1200" cap="none" spc="0" baseline="0" dirty="0">
              <a:solidFill>
                <a:srgbClr val="000000"/>
              </a:solidFill>
              <a:uFillTx/>
              <a:latin typeface="IBM Plex Sans Medm" pitchFamily="34"/>
            </a:endParaRPr>
          </a:p>
          <a:p>
            <a:pPr marL="342900" lvl="0" indent="-342900">
              <a:buSzPct val="100000"/>
              <a:buFont typeface="Arial" pitchFamily="34"/>
              <a:buChar char="•"/>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Bank of America</a:t>
            </a:r>
          </a:p>
          <a:p>
            <a:pPr marL="342900" lvl="0" indent="-342900">
              <a:buSzPct val="100000"/>
              <a:buFont typeface="Arial" pitchFamily="34"/>
              <a:buChar char="•"/>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Mastercard International</a:t>
            </a:r>
          </a:p>
          <a:p>
            <a:pPr marL="342900" lvl="0" indent="-342900">
              <a:buSzPct val="100000"/>
              <a:buFont typeface="Arial" pitchFamily="34"/>
              <a:buChar char="•"/>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JPMorgan </a:t>
            </a:r>
            <a:br>
              <a:rPr lang="en-US" sz="1600" b="0" i="0" u="none" strike="noStrike" kern="1200" cap="none" spc="0" baseline="0" dirty="0">
                <a:solidFill>
                  <a:srgbClr val="000000"/>
                </a:solidFill>
                <a:uFillTx/>
                <a:latin typeface="IBM Plex Sans Light" pitchFamily="34"/>
              </a:rPr>
            </a:br>
            <a:r>
              <a:rPr lang="en-US" sz="1600" b="0" i="0" u="none" strike="noStrike" kern="1200" cap="none" spc="0" baseline="0" dirty="0">
                <a:solidFill>
                  <a:srgbClr val="000000"/>
                </a:solidFill>
                <a:uFillTx/>
                <a:latin typeface="IBM Plex Sans Light" pitchFamily="34"/>
              </a:rPr>
              <a:t>Chase &amp; Co.</a:t>
            </a:r>
          </a:p>
          <a:p>
            <a:pPr marL="342900" lvl="0" indent="-342900">
              <a:buSzPct val="100000"/>
              <a:buFont typeface="Arial" pitchFamily="34"/>
              <a:buChar char="•"/>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State Farm</a:t>
            </a:r>
          </a:p>
          <a:p>
            <a:pPr marL="342900" lvl="0" indent="-342900">
              <a:buSzPct val="100000"/>
              <a:buFont typeface="Arial" pitchFamily="34"/>
              <a:buChar char="•"/>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Wells Fargo</a:t>
            </a:r>
          </a:p>
          <a:p>
            <a:pPr marL="342900" lvl="0" indent="-342900">
              <a:buSzPct val="100000"/>
              <a:buFont typeface="Arial" pitchFamily="34"/>
              <a:buChar char="•"/>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Progressive Corp</a:t>
            </a:r>
          </a:p>
          <a:p>
            <a:pPr marL="342900" lvl="0" indent="-342900">
              <a:buSzPct val="100000"/>
              <a:buFont typeface="Arial" pitchFamily="34"/>
              <a:buChar char="•"/>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PNC Financial Services Group</a:t>
            </a:r>
          </a:p>
          <a:p>
            <a:pPr marL="342900" lvl="0" indent="-342900">
              <a:buSzPct val="100000"/>
              <a:buFont typeface="Arial" pitchFamily="34"/>
              <a:buChar char="•"/>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United Services Auto Association</a:t>
            </a:r>
          </a:p>
          <a:p>
            <a:pPr marL="342900" lvl="0" indent="-342900">
              <a:buSzPct val="100000"/>
              <a:buFont typeface="Arial" pitchFamily="34"/>
              <a:buChar char="•"/>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US Bancorp</a:t>
            </a:r>
          </a:p>
          <a:p>
            <a:pPr marR="0" lvl="0" algn="l" defTabSz="914400" rtl="0" fontAlgn="auto" hangingPunct="1">
              <a:lnSpc>
                <a:spcPct val="100000"/>
              </a:lnSpc>
              <a:spcBef>
                <a:spcPts val="0"/>
              </a:spcBef>
              <a:spcAft>
                <a:spcPts val="0"/>
              </a:spcAft>
              <a:buSzPct val="100000"/>
              <a:tabLst/>
              <a:defRPr sz="1800" b="0" i="0" u="none" strike="noStrike" kern="0" cap="none" spc="0" baseline="0">
                <a:solidFill>
                  <a:srgbClr val="000000"/>
                </a:solidFill>
                <a:uFillTx/>
              </a:defRPr>
            </a:pPr>
            <a:endParaRPr lang="en-US" sz="2400" b="0" i="0" u="none" strike="noStrike" kern="1200" cap="none" spc="0" baseline="0" dirty="0">
              <a:solidFill>
                <a:srgbClr val="000000"/>
              </a:solidFill>
              <a:uFillTx/>
              <a:latin typeface="IBM Plex Sans Light" pitchFamily="34"/>
            </a:endParaRPr>
          </a:p>
        </p:txBody>
      </p:sp>
      <p:sp>
        <p:nvSpPr>
          <p:cNvPr id="27" name="Rectangle 192">
            <a:extLst>
              <a:ext uri="{FF2B5EF4-FFF2-40B4-BE49-F238E27FC236}">
                <a16:creationId xmlns:a16="http://schemas.microsoft.com/office/drawing/2014/main" id="{68A33C6E-53DF-E591-D48E-4BF2FC46AD91}"/>
              </a:ext>
            </a:extLst>
          </p:cNvPr>
          <p:cNvSpPr/>
          <p:nvPr/>
        </p:nvSpPr>
        <p:spPr>
          <a:xfrm>
            <a:off x="6958797" y="7399797"/>
            <a:ext cx="2396549" cy="3928755"/>
          </a:xfrm>
          <a:prstGeom prst="rect">
            <a:avLst/>
          </a:prstGeom>
          <a:noFill/>
          <a:ln cap="flat">
            <a:noFill/>
            <a:prstDash val="solid"/>
          </a:ln>
        </p:spPr>
        <p:txBody>
          <a:bodyPr vert="horz" wrap="square" lIns="91440" tIns="91440" rIns="91440" bIns="91440" anchor="t" anchorCtr="0" compatLnSpc="1">
            <a:noAutofit/>
          </a:bodyPr>
          <a:lstStyle/>
          <a:p>
            <a:pPr lvl="0" defTabSz="914400">
              <a:defRPr sz="1800" b="0" i="0" u="none" strike="noStrike" kern="0" cap="none" spc="0" baseline="0">
                <a:solidFill>
                  <a:srgbClr val="000000"/>
                </a:solidFill>
                <a:uFillTx/>
              </a:defRPr>
            </a:pPr>
            <a:r>
              <a:rPr lang="en-US" sz="2000" dirty="0">
                <a:solidFill>
                  <a:srgbClr val="000000"/>
                </a:solidFill>
                <a:latin typeface="IBM Plex Sans Medm" pitchFamily="34"/>
              </a:rPr>
              <a:t>Clients</a:t>
            </a:r>
            <a:endParaRPr lang="en-US" sz="2000" b="0" i="0" u="none" strike="noStrike" kern="1200" cap="none" spc="0" baseline="0" dirty="0">
              <a:solidFill>
                <a:srgbClr val="000000"/>
              </a:solidFill>
              <a:uFillTx/>
              <a:latin typeface="IBM Plex Sans Medm" pitchFamily="34"/>
            </a:endParaRP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Bank of America</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State Farm</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JPMorgan </a:t>
            </a:r>
            <a:br>
              <a:rPr lang="en-US" sz="1600" b="0" i="0" u="none" strike="noStrike" kern="1200" cap="none" spc="0" baseline="0" dirty="0">
                <a:solidFill>
                  <a:srgbClr val="000000"/>
                </a:solidFill>
                <a:uFillTx/>
                <a:latin typeface="IBM Plex Sans Light" pitchFamily="34"/>
              </a:rPr>
            </a:br>
            <a:r>
              <a:rPr lang="en-US" sz="1600" b="0" i="0" u="none" strike="noStrike" kern="1200" cap="none" spc="0" baseline="0" dirty="0">
                <a:solidFill>
                  <a:srgbClr val="000000"/>
                </a:solidFill>
                <a:uFillTx/>
                <a:latin typeface="IBM Plex Sans Light" pitchFamily="34"/>
              </a:rPr>
              <a:t>Chase &amp; Co.</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Fiserv</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United Services </a:t>
            </a:r>
            <a:br>
              <a:rPr lang="en-US" sz="1600" b="0" i="0" u="none" strike="noStrike" kern="1200" cap="none" spc="0" baseline="0" dirty="0">
                <a:solidFill>
                  <a:srgbClr val="000000"/>
                </a:solidFill>
                <a:uFillTx/>
                <a:latin typeface="IBM Plex Sans Light" pitchFamily="34"/>
              </a:rPr>
            </a:br>
            <a:r>
              <a:rPr lang="en-US" sz="1600" b="0" i="0" u="none" strike="noStrike" kern="1200" cap="none" spc="0" baseline="0" dirty="0">
                <a:solidFill>
                  <a:srgbClr val="000000"/>
                </a:solidFill>
                <a:uFillTx/>
                <a:latin typeface="IBM Plex Sans Light" pitchFamily="34"/>
              </a:rPr>
              <a:t>Auto Association</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The Bank </a:t>
            </a:r>
            <a:r>
              <a:rPr lang="en-US" sz="1600" dirty="0">
                <a:solidFill>
                  <a:srgbClr val="000000"/>
                </a:solidFill>
                <a:latin typeface="IBM Plex Sans Light" pitchFamily="34"/>
              </a:rPr>
              <a:t>of</a:t>
            </a:r>
            <a:r>
              <a:rPr lang="en-US" sz="1600" b="0" i="0" u="none" strike="noStrike" kern="1200" cap="none" spc="0" baseline="0" dirty="0">
                <a:solidFill>
                  <a:srgbClr val="000000"/>
                </a:solidFill>
                <a:uFillTx/>
                <a:latin typeface="IBM Plex Sans Light" pitchFamily="34"/>
              </a:rPr>
              <a:t> New York Mellon Corporation</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Global Payments Inc</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dirty="0">
                <a:solidFill>
                  <a:srgbClr val="000000"/>
                </a:solidFill>
                <a:latin typeface="IBM Plex Sans Light" pitchFamily="34"/>
              </a:rPr>
              <a:t>Fidelity</a:t>
            </a:r>
            <a:endParaRPr lang="en-US" sz="1600" b="0" i="0" u="none" strike="noStrike" kern="1200" cap="none" spc="0" baseline="0" dirty="0">
              <a:solidFill>
                <a:srgbClr val="000000"/>
              </a:solidFill>
              <a:uFillTx/>
              <a:latin typeface="IBM Plex Sans Light" pitchFamily="34"/>
            </a:endParaRPr>
          </a:p>
        </p:txBody>
      </p:sp>
      <p:sp>
        <p:nvSpPr>
          <p:cNvPr id="28" name="TextBox 27">
            <a:extLst>
              <a:ext uri="{FF2B5EF4-FFF2-40B4-BE49-F238E27FC236}">
                <a16:creationId xmlns:a16="http://schemas.microsoft.com/office/drawing/2014/main" id="{60065A5A-0058-A172-666F-AC44D6E35940}"/>
              </a:ext>
            </a:extLst>
          </p:cNvPr>
          <p:cNvSpPr txBox="1"/>
          <p:nvPr/>
        </p:nvSpPr>
        <p:spPr>
          <a:xfrm>
            <a:off x="21184442" y="7760548"/>
            <a:ext cx="2357151" cy="3539430"/>
          </a:xfrm>
          <a:prstGeom prst="rect">
            <a:avLst/>
          </a:prstGeom>
          <a:noFill/>
        </p:spPr>
        <p:txBody>
          <a:bodyPr wrap="square">
            <a:spAutoFit/>
          </a:bodyPr>
          <a:lstStyle/>
          <a:p>
            <a:pPr marL="342900" lvl="0" indent="-342900">
              <a:buSzPct val="100000"/>
              <a:buFont typeface="Arial" pitchFamily="34"/>
              <a:buChar char="•"/>
              <a:defRPr sz="1800" b="0" i="0" u="none" strike="noStrike" kern="0" cap="none" spc="0" baseline="0">
                <a:solidFill>
                  <a:srgbClr val="000000"/>
                </a:solidFill>
                <a:uFillTx/>
              </a:defRPr>
            </a:pPr>
            <a:r>
              <a:rPr lang="en-US" sz="1600" dirty="0">
                <a:solidFill>
                  <a:srgbClr val="000000"/>
                </a:solidFill>
                <a:latin typeface="IBM Plex Sans Light" pitchFamily="34"/>
              </a:rPr>
              <a:t>Navy Federal </a:t>
            </a:r>
            <a:br>
              <a:rPr lang="en-US" sz="1600" dirty="0">
                <a:solidFill>
                  <a:srgbClr val="000000"/>
                </a:solidFill>
                <a:latin typeface="IBM Plex Sans Light" pitchFamily="34"/>
              </a:rPr>
            </a:br>
            <a:r>
              <a:rPr lang="en-US" sz="1600" dirty="0">
                <a:solidFill>
                  <a:srgbClr val="000000"/>
                </a:solidFill>
                <a:latin typeface="IBM Plex Sans Light" pitchFamily="34"/>
              </a:rPr>
              <a:t>Credit Union</a:t>
            </a:r>
          </a:p>
          <a:p>
            <a:pPr marL="342900" lvl="0" indent="-342900">
              <a:buSzPct val="100000"/>
              <a:buFont typeface="Arial" pitchFamily="34"/>
              <a:buChar char="•"/>
              <a:defRPr sz="1800" b="0" i="0" u="none" strike="noStrike" kern="0" cap="none" spc="0" baseline="0">
                <a:solidFill>
                  <a:srgbClr val="000000"/>
                </a:solidFill>
                <a:uFillTx/>
              </a:defRPr>
            </a:pPr>
            <a:r>
              <a:rPr lang="en-US" sz="1600" dirty="0">
                <a:solidFill>
                  <a:srgbClr val="000000"/>
                </a:solidFill>
                <a:latin typeface="IBM Plex Sans Light" pitchFamily="34"/>
              </a:rPr>
              <a:t>Fidelity</a:t>
            </a:r>
          </a:p>
          <a:p>
            <a:pPr marL="342900" lvl="0" indent="-342900">
              <a:buSzPct val="100000"/>
              <a:buFont typeface="Arial" pitchFamily="34"/>
              <a:buChar char="•"/>
              <a:defRPr sz="1800" b="0" i="0" u="none" strike="noStrike" kern="0" cap="none" spc="0" baseline="0">
                <a:solidFill>
                  <a:srgbClr val="000000"/>
                </a:solidFill>
                <a:uFillTx/>
              </a:defRPr>
            </a:pPr>
            <a:r>
              <a:rPr lang="en-US" sz="1600" dirty="0">
                <a:solidFill>
                  <a:srgbClr val="000000"/>
                </a:solidFill>
                <a:latin typeface="IBM Plex Sans Light" pitchFamily="34"/>
              </a:rPr>
              <a:t>Morgan Stanley</a:t>
            </a:r>
          </a:p>
          <a:p>
            <a:pPr marL="342900" lvl="0" indent="-342900">
              <a:buSzPct val="100000"/>
              <a:buFont typeface="Arial" pitchFamily="34"/>
              <a:buChar char="•"/>
              <a:defRPr sz="1800" b="0" i="0" u="none" strike="noStrike" kern="0" cap="none" spc="0" baseline="0">
                <a:solidFill>
                  <a:srgbClr val="000000"/>
                </a:solidFill>
                <a:uFillTx/>
              </a:defRPr>
            </a:pPr>
            <a:r>
              <a:rPr lang="en-US" sz="1600" dirty="0">
                <a:solidFill>
                  <a:srgbClr val="000000"/>
                </a:solidFill>
                <a:latin typeface="IBM Plex Sans Light" pitchFamily="34"/>
              </a:rPr>
              <a:t>Charles Schwab Corporation</a:t>
            </a:r>
          </a:p>
          <a:p>
            <a:pPr marL="342900" lvl="0" indent="-342900">
              <a:buSzPct val="100000"/>
              <a:buFont typeface="Arial" pitchFamily="34"/>
              <a:buChar char="•"/>
              <a:defRPr sz="1800" b="0" i="0" u="none" strike="noStrike" kern="0" cap="none" spc="0" baseline="0">
                <a:solidFill>
                  <a:srgbClr val="000000"/>
                </a:solidFill>
                <a:uFillTx/>
              </a:defRPr>
            </a:pPr>
            <a:r>
              <a:rPr lang="en-US" sz="1600" dirty="0">
                <a:solidFill>
                  <a:srgbClr val="000000"/>
                </a:solidFill>
                <a:latin typeface="IBM Plex Sans Light" pitchFamily="34"/>
              </a:rPr>
              <a:t>New York Life Insurance Company</a:t>
            </a:r>
          </a:p>
          <a:p>
            <a:pPr marL="342900" lvl="0" indent="-342900">
              <a:buSzPct val="100000"/>
              <a:buFont typeface="Arial" pitchFamily="34"/>
              <a:buChar char="•"/>
              <a:defRPr sz="1800" b="0" i="0" u="none" strike="noStrike" kern="0" cap="none" spc="0" baseline="0">
                <a:solidFill>
                  <a:srgbClr val="000000"/>
                </a:solidFill>
                <a:uFillTx/>
              </a:defRPr>
            </a:pPr>
            <a:r>
              <a:rPr lang="en-US" sz="1600" dirty="0">
                <a:solidFill>
                  <a:srgbClr val="000000"/>
                </a:solidFill>
                <a:latin typeface="IBM Plex Sans Light" pitchFamily="34"/>
              </a:rPr>
              <a:t>Principal Financial Group Inc.</a:t>
            </a:r>
          </a:p>
          <a:p>
            <a:pPr marL="342900" lvl="0" indent="-342900">
              <a:buSzPct val="100000"/>
              <a:buFont typeface="Arial" pitchFamily="34"/>
              <a:buChar char="•"/>
              <a:defRPr sz="1800" b="0" i="0" u="none" strike="noStrike" kern="0" cap="none" spc="0" baseline="0">
                <a:solidFill>
                  <a:srgbClr val="000000"/>
                </a:solidFill>
                <a:uFillTx/>
              </a:defRPr>
            </a:pPr>
            <a:r>
              <a:rPr lang="en-US" sz="1600" dirty="0">
                <a:solidFill>
                  <a:srgbClr val="000000"/>
                </a:solidFill>
                <a:latin typeface="IBM Plex Sans Light" pitchFamily="34"/>
              </a:rPr>
              <a:t>Key Equipment Finance</a:t>
            </a:r>
          </a:p>
          <a:p>
            <a:pPr marL="342900" lvl="0" indent="-342900">
              <a:buSzPct val="100000"/>
              <a:buFont typeface="Arial" pitchFamily="34"/>
              <a:buChar char="•"/>
              <a:defRPr sz="1800" b="0" i="0" u="none" strike="noStrike" kern="0" cap="none" spc="0" baseline="0">
                <a:solidFill>
                  <a:srgbClr val="000000"/>
                </a:solidFill>
                <a:uFillTx/>
              </a:defRPr>
            </a:pPr>
            <a:r>
              <a:rPr lang="en-US" sz="1600" dirty="0">
                <a:solidFill>
                  <a:srgbClr val="000000"/>
                </a:solidFill>
                <a:latin typeface="IBM Plex Sans Light" pitchFamily="34"/>
              </a:rPr>
              <a:t>Nationwide Mutual Insurance</a:t>
            </a:r>
          </a:p>
        </p:txBody>
      </p:sp>
      <p:sp>
        <p:nvSpPr>
          <p:cNvPr id="29" name="TextBox 28">
            <a:extLst>
              <a:ext uri="{FF2B5EF4-FFF2-40B4-BE49-F238E27FC236}">
                <a16:creationId xmlns:a16="http://schemas.microsoft.com/office/drawing/2014/main" id="{F52F7C0F-C8FD-B37B-E200-D1DBBD74E9A2}"/>
              </a:ext>
            </a:extLst>
          </p:cNvPr>
          <p:cNvSpPr txBox="1"/>
          <p:nvPr/>
        </p:nvSpPr>
        <p:spPr>
          <a:xfrm>
            <a:off x="9499580" y="7705684"/>
            <a:ext cx="2501230" cy="3046988"/>
          </a:xfrm>
          <a:prstGeom prst="rect">
            <a:avLst/>
          </a:prstGeom>
          <a:noFill/>
        </p:spPr>
        <p:txBody>
          <a:bodyPr wrap="square">
            <a:spAutoFit/>
          </a:bodyPr>
          <a:lstStyle/>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Morgan Stanley</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Truist</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Fifth Third Bancorp</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Progressive Corp</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State Street Corporation</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FIS - Fidelity Info Services</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Citigroup</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MetLife</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Goldman Sachs Group, Inc</a:t>
            </a:r>
          </a:p>
        </p:txBody>
      </p:sp>
      <p:sp>
        <p:nvSpPr>
          <p:cNvPr id="30" name="TextBox 29">
            <a:extLst>
              <a:ext uri="{FF2B5EF4-FFF2-40B4-BE49-F238E27FC236}">
                <a16:creationId xmlns:a16="http://schemas.microsoft.com/office/drawing/2014/main" id="{63B40179-37AC-DD8D-ED02-5F740CE4A49C}"/>
              </a:ext>
            </a:extLst>
          </p:cNvPr>
          <p:cNvSpPr txBox="1"/>
          <p:nvPr/>
        </p:nvSpPr>
        <p:spPr>
          <a:xfrm>
            <a:off x="15206799" y="7705684"/>
            <a:ext cx="2506435" cy="3293209"/>
          </a:xfrm>
          <a:prstGeom prst="rect">
            <a:avLst/>
          </a:prstGeom>
          <a:noFill/>
        </p:spPr>
        <p:txBody>
          <a:bodyPr wrap="square">
            <a:spAutoFit/>
          </a:bodyPr>
          <a:lstStyle/>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MetLife</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The Bank of New York Mellon Corporation</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FIS - Fidelity Info Services</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Truist</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Mastercard International</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Wells Fargo</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Charles Schwab Corporation</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The Vanguard Group Inc</a:t>
            </a:r>
            <a:endParaRPr lang="en-US" sz="1600" dirty="0"/>
          </a:p>
        </p:txBody>
      </p:sp>
      <p:sp>
        <p:nvSpPr>
          <p:cNvPr id="31" name="TextBox 30">
            <a:extLst>
              <a:ext uri="{FF2B5EF4-FFF2-40B4-BE49-F238E27FC236}">
                <a16:creationId xmlns:a16="http://schemas.microsoft.com/office/drawing/2014/main" id="{4E4D6B4F-09FB-9B25-CE01-EC3C4A23608F}"/>
              </a:ext>
            </a:extLst>
          </p:cNvPr>
          <p:cNvSpPr txBox="1"/>
          <p:nvPr/>
        </p:nvSpPr>
        <p:spPr>
          <a:xfrm>
            <a:off x="3469820" y="7705683"/>
            <a:ext cx="2413460" cy="3293209"/>
          </a:xfrm>
          <a:prstGeom prst="rect">
            <a:avLst/>
          </a:prstGeom>
          <a:noFill/>
        </p:spPr>
        <p:txBody>
          <a:bodyPr wrap="square">
            <a:spAutoFit/>
          </a:bodyPr>
          <a:lstStyle/>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PNC Financial Services Group</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Automatic Data Processing</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Global Payments Inc</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Wells Fargo</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Morgan Stanley</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Fiserv</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State Street Corporation</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Progressive Corp</a:t>
            </a:r>
          </a:p>
          <a:p>
            <a:pPr marL="342900" marR="0" lvl="0"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IBM Plex Sans Light" pitchFamily="34"/>
              </a:rPr>
              <a:t>Charles Schwab Corporation</a:t>
            </a:r>
          </a:p>
        </p:txBody>
      </p:sp>
      <p:sp>
        <p:nvSpPr>
          <p:cNvPr id="6" name="TextBox 5">
            <a:extLst>
              <a:ext uri="{FF2B5EF4-FFF2-40B4-BE49-F238E27FC236}">
                <a16:creationId xmlns:a16="http://schemas.microsoft.com/office/drawing/2014/main" id="{255BF822-A53A-D38D-C592-5F7BD5C09584}"/>
              </a:ext>
            </a:extLst>
          </p:cNvPr>
          <p:cNvSpPr txBox="1"/>
          <p:nvPr/>
        </p:nvSpPr>
        <p:spPr>
          <a:xfrm>
            <a:off x="12639644" y="11735989"/>
            <a:ext cx="5220000" cy="261610"/>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nchor="ctr">
            <a:spAutoFit/>
          </a:bodyPr>
          <a:lstStyle/>
          <a:p>
            <a:pPr algn="ctr"/>
            <a:r>
              <a:rPr lang="en-US" sz="1100" b="0" i="0" dirty="0">
                <a:effectLst/>
                <a:latin typeface="Source Sans Pro" panose="020B0503030403020204" pitchFamily="34" charset="0"/>
                <a:hlinkClick r:id="rId3">
                  <a:extLst>
                    <a:ext uri="{A12FA001-AC4F-418D-AE19-62706E023703}">
                      <ahyp:hlinkClr xmlns:ahyp="http://schemas.microsoft.com/office/drawing/2018/hyperlinkcolor" val="tx"/>
                    </a:ext>
                  </a:extLst>
                </a:hlinkClick>
              </a:rPr>
              <a:t>https://ibm.seismic.com/Link/Content/DCC7FMWGhTpR8G2Fh77BQhmBq3H3</a:t>
            </a:r>
            <a:endParaRPr lang="en-US" sz="1100" b="0" i="0" dirty="0">
              <a:effectLst/>
              <a:latin typeface="Source Sans Pro" panose="020B0503030403020204" pitchFamily="34" charset="0"/>
            </a:endParaRPr>
          </a:p>
        </p:txBody>
      </p:sp>
    </p:spTree>
    <p:extLst>
      <p:ext uri="{BB962C8B-B14F-4D97-AF65-F5344CB8AC3E}">
        <p14:creationId xmlns:p14="http://schemas.microsoft.com/office/powerpoint/2010/main" val="69512790"/>
      </p:ext>
    </p:extLst>
  </p:cSld>
  <p:clrMapOvr>
    <a:masterClrMapping/>
  </p:clrMapOvr>
  <p:transition spd="med"/>
</p:sld>
</file>

<file path=ppt/theme/theme1.xml><?xml version="1.0" encoding="utf-8"?>
<a:theme xmlns:a="http://schemas.openxmlformats.org/drawingml/2006/main" name="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1730368918050" id="{F04CA754-BE2C-4040-86D4-DB285EA1B18A}" vid="{1A6545FA-9223-B648-866A-185DFA4B43DC}"/>
    </a:ext>
  </a:extLst>
</a:theme>
</file>

<file path=ppt/theme/theme2.xml><?xml version="1.0" encoding="utf-8"?>
<a:theme xmlns:a="http://schemas.openxmlformats.org/drawingml/2006/main" name="6_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presentation_template_v_1_6_Plex_Embed.pptx" id="{089A0663-2A32-0C4E-AE8B-7F52E0BE2E4C}" vid="{14B6C238-1C9F-6346-A7A1-8C7C8538A43B}"/>
    </a:ext>
  </a:extLst>
</a:theme>
</file>

<file path=ppt/theme/theme3.xml><?xml version="1.0" encoding="utf-8"?>
<a:theme xmlns:a="http://schemas.openxmlformats.org/drawingml/2006/main" name="IBM Brand Template 2022 (Microgrid)">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Template_2022_Plex_v12" id="{74E459BE-ED66-804A-8662-910104196D28}" vid="{16362FD8-CCFE-7F47-A3C6-77FA7D7D1C94}"/>
    </a:ext>
  </a:extLst>
</a:theme>
</file>

<file path=ppt/theme/theme4.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ppt/theme/theme5.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ppt/theme/themeOverride1.xml><?xml version="1.0" encoding="utf-8"?>
<a:themeOverride xmlns:a="http://schemas.openxmlformats.org/drawingml/2006/main">
  <a:clrScheme name="IBM brand presentation palette 2022">
    <a:dk1>
      <a:srgbClr val="FFFFFF"/>
    </a:dk1>
    <a:lt1>
      <a:srgbClr val="000000"/>
    </a:lt1>
    <a:dk2>
      <a:srgbClr val="E5F6FF"/>
    </a:dk2>
    <a:lt2>
      <a:srgbClr val="F4F4F4"/>
    </a:lt2>
    <a:accent1>
      <a:srgbClr val="002D9C"/>
    </a:accent1>
    <a:accent2>
      <a:srgbClr val="0F62FE"/>
    </a:accent2>
    <a:accent3>
      <a:srgbClr val="82CFFF"/>
    </a:accent3>
    <a:accent4>
      <a:srgbClr val="9EF0F0"/>
    </a:accent4>
    <a:accent5>
      <a:srgbClr val="E0E0E0"/>
    </a:accent5>
    <a:accent6>
      <a:srgbClr val="FCF4D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IBM brand presentation palette 2022">
    <a:dk1>
      <a:srgbClr val="FFFFFF"/>
    </a:dk1>
    <a:lt1>
      <a:srgbClr val="000000"/>
    </a:lt1>
    <a:dk2>
      <a:srgbClr val="E5F6FF"/>
    </a:dk2>
    <a:lt2>
      <a:srgbClr val="F4F4F4"/>
    </a:lt2>
    <a:accent1>
      <a:srgbClr val="002D9C"/>
    </a:accent1>
    <a:accent2>
      <a:srgbClr val="0F62FE"/>
    </a:accent2>
    <a:accent3>
      <a:srgbClr val="82CFFF"/>
    </a:accent3>
    <a:accent4>
      <a:srgbClr val="9EF0F0"/>
    </a:accent4>
    <a:accent5>
      <a:srgbClr val="E0E0E0"/>
    </a:accent5>
    <a:accent6>
      <a:srgbClr val="FCF4D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IBM presentation template</Template>
  <TotalTime>29076</TotalTime>
  <Words>4887</Words>
  <Application>Microsoft Macintosh PowerPoint</Application>
  <PresentationFormat>Custom</PresentationFormat>
  <Paragraphs>689</Paragraphs>
  <Slides>25</Slides>
  <Notes>20</Notes>
  <HiddenSlides>2</HiddenSlides>
  <MMClips>0</MMClips>
  <ScaleCrop>false</ScaleCrop>
  <HeadingPairs>
    <vt:vector size="6" baseType="variant">
      <vt:variant>
        <vt:lpstr>Fonts Used</vt:lpstr>
      </vt:variant>
      <vt:variant>
        <vt:i4>15</vt:i4>
      </vt:variant>
      <vt:variant>
        <vt:lpstr>Theme</vt:lpstr>
      </vt:variant>
      <vt:variant>
        <vt:i4>3</vt:i4>
      </vt:variant>
      <vt:variant>
        <vt:lpstr>Slide Titles</vt:lpstr>
      </vt:variant>
      <vt:variant>
        <vt:i4>25</vt:i4>
      </vt:variant>
    </vt:vector>
  </HeadingPairs>
  <TitlesOfParts>
    <vt:vector size="43" baseType="lpstr">
      <vt:lpstr>Aptos</vt:lpstr>
      <vt:lpstr>Arial</vt:lpstr>
      <vt:lpstr>Calibri</vt:lpstr>
      <vt:lpstr>Courier New</vt:lpstr>
      <vt:lpstr>HelvNeue Light for IBM</vt:lpstr>
      <vt:lpstr>IBM Plex Sans</vt:lpstr>
      <vt:lpstr>IBM Plex Sans ExtLt</vt:lpstr>
      <vt:lpstr>IBM Plex Sans Light</vt:lpstr>
      <vt:lpstr>IBM Plex Sans Medm</vt:lpstr>
      <vt:lpstr>IBM Plex Sans Regular</vt:lpstr>
      <vt:lpstr>Source Sans Pro</vt:lpstr>
      <vt:lpstr>System Font Regular</vt:lpstr>
      <vt:lpstr>Wells Fargo Sans</vt:lpstr>
      <vt:lpstr>Wells Fargo Sans SemiBold</vt:lpstr>
      <vt:lpstr>Wells Fargo Serif Display</vt:lpstr>
      <vt:lpstr>IBM presentation template</vt:lpstr>
      <vt:lpstr>6_IBM presentation template</vt:lpstr>
      <vt:lpstr>IBM Brand Template 2022 (Microgrid)</vt:lpstr>
      <vt:lpstr>IBM FSM – Modernization Blueprint  Monika Aggarwal, FSM Product Strategy Leader Role, Core Software Modernization  March 19, 2026</vt:lpstr>
      <vt:lpstr>Who is Monika? Architecture  Enterprise Automation / AI  Product strategy </vt:lpstr>
      <vt:lpstr>Modernizing Core Software: Why are we focused on this?</vt:lpstr>
      <vt:lpstr>Modernization With Trust Blueprint  </vt:lpstr>
      <vt:lpstr>Modernization With Trust Blueprint </vt:lpstr>
      <vt:lpstr>Modernization approach – zoom in   </vt:lpstr>
      <vt:lpstr>Example: BAW Modernization With Trust   </vt:lpstr>
      <vt:lpstr>Upgrading your workflow automation (BAW) platform now works in your best interest Reduce operational and audit risk, then unlock faster, governable execution   </vt:lpstr>
      <vt:lpstr>IBM Cloud Pak for Business Automation  Business Automation Workflow(BAW) Modernization  Modernize workflow and case management to reduce manual work, improve auditability, and enable AI-assisted execution on hybrid cloud</vt:lpstr>
      <vt:lpstr>Core to Modernize Process</vt:lpstr>
      <vt:lpstr>Why Core to Modernize exists?</vt:lpstr>
      <vt:lpstr>Modernization Motions</vt:lpstr>
      <vt:lpstr>Wells Fargo  OBaaS powered by watsonx.Orchestrate </vt:lpstr>
      <vt:lpstr>Process: Commercial &amp; Investment Banking Onboarding </vt:lpstr>
      <vt:lpstr>Pain points: Commercial &amp; Investment Banking Onboarding </vt:lpstr>
      <vt:lpstr>Business Challenges: CB &amp; CIB Client Servicing  </vt:lpstr>
      <vt:lpstr>Augment workflows with Agents to perform tasks autonomously</vt:lpstr>
      <vt:lpstr>PowerPoint Presentation</vt:lpstr>
      <vt:lpstr>PowerPoint Presentation</vt:lpstr>
      <vt:lpstr>IBM's Target State: CB &amp; CIB Client Servicing – Utilizing AI  simplifies the delivery model and lowers the cost</vt:lpstr>
      <vt:lpstr>Power of Agents in BAMOE with watsonx Orchestrate</vt:lpstr>
      <vt:lpstr>Call to Action – Build Trust!</vt:lpstr>
      <vt:lpstr>PowerPoint Presentation</vt:lpstr>
      <vt:lpstr>FSM Product Strategy Leader Role, Core Software Modernization Connecting product pillars and account teams to modernize existing client footprints</vt:lpstr>
      <vt:lpstr>Product Pillars Four Product Pillars have been prioritized for Core to Modernization Plays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Carson Masterson</dc:creator>
  <cp:keywords/>
  <dc:description/>
  <cp:lastModifiedBy>Monika Aggarwal</cp:lastModifiedBy>
  <cp:revision>240</cp:revision>
  <cp:lastPrinted>2026-02-04T19:49:50Z</cp:lastPrinted>
  <dcterms:created xsi:type="dcterms:W3CDTF">2025-12-12T20:15:02Z</dcterms:created>
  <dcterms:modified xsi:type="dcterms:W3CDTF">2026-03-20T17:35:36Z</dcterms:modified>
  <cp:category/>
</cp:coreProperties>
</file>