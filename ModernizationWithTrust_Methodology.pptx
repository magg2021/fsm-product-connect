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3966" r:id="rId2"/>
  </p:sldMasterIdLst>
  <p:notesMasterIdLst>
    <p:notesMasterId r:id="rId7"/>
  </p:notesMasterIdLst>
  <p:handoutMasterIdLst>
    <p:handoutMasterId r:id="rId8"/>
  </p:handoutMasterIdLst>
  <p:sldIdLst>
    <p:sldId id="2147482984" r:id="rId3"/>
    <p:sldId id="2147482985" r:id="rId4"/>
    <p:sldId id="2147482992" r:id="rId5"/>
    <p:sldId id="2147482991" r:id="rId6"/>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POV Modernization" id="{ED9DBCC6-33F7-834F-89A4-F35C3A54AEFC}">
          <p14:sldIdLst>
            <p14:sldId id="2147482984"/>
            <p14:sldId id="2147482985"/>
          </p14:sldIdLst>
        </p14:section>
        <p14:section name="Examples" id="{10D039C3-3DB9-584A-83C5-988A20099B8D}">
          <p14:sldIdLst>
            <p14:sldId id="2147482992"/>
            <p14:sldId id="21474829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CFEB"/>
    <a:srgbClr val="C2CAE2"/>
    <a:srgbClr val="BC98F5"/>
    <a:srgbClr val="F382B0"/>
    <a:srgbClr val="E0E1E1"/>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6301"/>
  </p:normalViewPr>
  <p:slideViewPr>
    <p:cSldViewPr snapToGrid="0" snapToObjects="1">
      <p:cViewPr varScale="1">
        <p:scale>
          <a:sx n="61" d="100"/>
          <a:sy n="61" d="100"/>
        </p:scale>
        <p:origin x="1456" y="232"/>
      </p:cViewPr>
      <p:guideLst/>
    </p:cSldViewPr>
  </p:slideViewPr>
  <p:outlineViewPr>
    <p:cViewPr>
      <p:scale>
        <a:sx n="33" d="100"/>
        <a:sy n="33" d="100"/>
      </p:scale>
      <p:origin x="-56" y="0"/>
    </p:cViewPr>
  </p:outlineViewPr>
  <p:notesTextViewPr>
    <p:cViewPr>
      <p:scale>
        <a:sx n="170" d="100"/>
        <a:sy n="170" d="100"/>
      </p:scale>
      <p:origin x="0" y="0"/>
    </p:cViewPr>
  </p:notesTextViewPr>
  <p:sorterViewPr>
    <p:cViewPr>
      <p:scale>
        <a:sx n="139" d="100"/>
        <a:sy n="139"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commentAuthors" Target="commentAuthor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632F-AAEF-5C38-ED8A-2718DCE27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3B75F-CF57-9BCB-56FC-7DA48B0D3409}"/>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48BDDBC-33F9-C7CD-F196-B506F4B85409}"/>
              </a:ext>
            </a:extLst>
          </p:cNvPr>
          <p:cNvSpPr>
            <a:spLocks noGrp="1"/>
          </p:cNvSpPr>
          <p:nvPr>
            <p:ph type="body" idx="1"/>
          </p:nvPr>
        </p:nvSpPr>
        <p:spPr/>
        <p:txBody>
          <a:bodyPr/>
          <a:lstStyle/>
          <a:p>
            <a:r>
              <a:rPr lang="en-US" dirty="0"/>
              <a:t>We start with the client’s operating reality, not a product pitch. Core upgrades fail when ownership is fragmented and the client feels exposed. Our first goal is trust. We earn it by delivering one scoped upgrade with clean controls, evidence, and a rollback path. Once we prove we can modernize without disruption, we get a seat at the table for the broader roadmap. </a:t>
            </a:r>
          </a:p>
          <a:p>
            <a:br>
              <a:rPr lang="en-US" dirty="0"/>
            </a:br>
            <a:r>
              <a:rPr lang="en-US" dirty="0"/>
              <a:t>What runs the business today: Versions, integrations, dependencies, operating model</a:t>
            </a:r>
          </a:p>
          <a:p>
            <a:r>
              <a:rPr lang="en-US" dirty="0"/>
              <a:t>Business challenges: Change friction, outages, skills gaps, vendor coordination gaps</a:t>
            </a:r>
          </a:p>
          <a:p>
            <a:r>
              <a:rPr lang="en-US" dirty="0"/>
              <a:t>Regulatory and audit requirements: Change control, evidence, segregation of duties, rollback, data retention, resiliency</a:t>
            </a:r>
          </a:p>
          <a:p>
            <a:endParaRPr lang="en-BR"/>
          </a:p>
        </p:txBody>
      </p:sp>
      <p:sp>
        <p:nvSpPr>
          <p:cNvPr id="4" name="Slide Number Placeholder 3">
            <a:extLst>
              <a:ext uri="{FF2B5EF4-FFF2-40B4-BE49-F238E27FC236}">
                <a16:creationId xmlns:a16="http://schemas.microsoft.com/office/drawing/2014/main" id="{D7E2C542-D97B-A136-ED95-3F7437C5A232}"/>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1</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8AE1037-E04C-A6B6-A3C8-6AC14DB128D4}"/>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20237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64E-B17D-030B-CCEA-C49D995F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9049F-C5E0-11F2-A25E-0592ACA7E035}"/>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7FFD41A-77F6-C440-1C81-E22B35B01677}"/>
              </a:ext>
            </a:extLst>
          </p:cNvPr>
          <p:cNvSpPr>
            <a:spLocks noGrp="1"/>
          </p:cNvSpPr>
          <p:nvPr>
            <p:ph type="body" idx="1"/>
          </p:nvPr>
        </p:nvSpPr>
        <p:spPr/>
        <p:txBody>
          <a:bodyPr/>
          <a:lstStyle/>
          <a:p>
            <a:r>
              <a:rPr lang="en-US" b="1" dirty="0"/>
              <a:t>One dependency chain </a:t>
            </a:r>
            <a:r>
              <a:rPr lang="en-US" dirty="0"/>
              <a:t>means one complete, end-to-end slice of the system that must work together for the business flow to run. It’s the smallest unit you can modernize without breaking production.</a:t>
            </a:r>
            <a:br>
              <a:rPr lang="en-US" dirty="0"/>
            </a:br>
            <a:endParaRPr lang="en-US" dirty="0"/>
          </a:p>
          <a:p>
            <a:r>
              <a:rPr lang="en-US" dirty="0"/>
              <a:t>This is critical, as if you modernize one product but ignore the chain, you create hidden outages. The client experiences it as “the upgrade broke my workflow,” not “a dependency was missed.</a:t>
            </a:r>
          </a:p>
          <a:p>
            <a:endParaRPr lang="en-US" dirty="0"/>
          </a:p>
          <a:p>
            <a:endParaRPr lang="en-US" dirty="0"/>
          </a:p>
          <a:p>
            <a:r>
              <a:rPr lang="en-US" b="1" dirty="0"/>
              <a:t>CLEAN MEANS SUPPORTED, COMPATIBLE, CONTROLLED, REVERSIBLE, TESTED, AND AUDITABLE</a:t>
            </a:r>
          </a:p>
          <a:p>
            <a:endParaRPr lang="en-BR"/>
          </a:p>
        </p:txBody>
      </p:sp>
      <p:sp>
        <p:nvSpPr>
          <p:cNvPr id="4" name="Slide Number Placeholder 3">
            <a:extLst>
              <a:ext uri="{FF2B5EF4-FFF2-40B4-BE49-F238E27FC236}">
                <a16:creationId xmlns:a16="http://schemas.microsoft.com/office/drawing/2014/main" id="{4A5C60DF-96EE-3A11-D83C-F9C6554C0C33}"/>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120D693C-0655-28C3-FE46-DE2B31AC6EEC}"/>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627084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DE5B-5237-6BDD-A081-D1C4FA3F4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FFE90-8439-1138-1659-F4C49868DB46}"/>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BE62EE50-854B-0813-87B3-94C95935905A}"/>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BAW sits in the middle of business-critical work. It orchestrates workflows across core systems, data stores, identity, and downstream applications. That’s why upgrades feel risky.</a:t>
            </a: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Desired outcome</a:t>
            </a:r>
            <a:br>
              <a:rPr lang="en-US" sz="1200" b="0" i="0" kern="1200" dirty="0">
                <a:solidFill>
                  <a:schemeClr val="bg1"/>
                </a:solidFill>
                <a:effectLst/>
                <a:latin typeface="IBM Plex Sans Light" panose="020B0503050203000203" pitchFamily="34" charset="0"/>
                <a:ea typeface="+mn-ea"/>
                <a:cs typeface="+mn-cs"/>
              </a:rPr>
            </a:br>
            <a:r>
              <a:rPr lang="en-US" sz="1200" b="0" i="0" kern="1200" dirty="0">
                <a:solidFill>
                  <a:schemeClr val="bg1"/>
                </a:solidFill>
                <a:effectLst/>
                <a:latin typeface="IBM Plex Sans Light" panose="020B0503050203000203" pitchFamily="34" charset="0"/>
                <a:ea typeface="+mn-ea"/>
                <a:cs typeface="+mn-cs"/>
              </a:rPr>
              <a:t>We want a stable, supported workflow platform that is audit-ready by default and easier to operate. That means fewer outages, fewer manual steps, and fewer change surprises.</a:t>
            </a:r>
          </a:p>
          <a:p>
            <a:endParaRPr lang="en-BR"/>
          </a:p>
        </p:txBody>
      </p:sp>
      <p:sp>
        <p:nvSpPr>
          <p:cNvPr id="4" name="Slide Number Placeholder 3">
            <a:extLst>
              <a:ext uri="{FF2B5EF4-FFF2-40B4-BE49-F238E27FC236}">
                <a16:creationId xmlns:a16="http://schemas.microsoft.com/office/drawing/2014/main" id="{2D80FED3-BC33-4391-C90E-AF57E2C80426}"/>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7077063B-DF6F-7F06-D4DC-3B5D0F6E6E28}"/>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3679579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57056-29DE-B689-180F-FB25A8E40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379F-E6C6-EAA6-97D9-F7642E82F5E7}"/>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1610887-0551-7215-4008-F04119CD5EA9}"/>
              </a:ext>
            </a:extLst>
          </p:cNvPr>
          <p:cNvSpPr>
            <a:spLocks noGrp="1"/>
          </p:cNvSpPr>
          <p:nvPr>
            <p:ph type="body" idx="1"/>
          </p:nvPr>
        </p:nvSpPr>
        <p:spPr/>
        <p:txBody>
          <a:bodyPr/>
          <a:lstStyle/>
          <a:p>
            <a:endParaRPr lang="en-BR"/>
          </a:p>
        </p:txBody>
      </p:sp>
      <p:sp>
        <p:nvSpPr>
          <p:cNvPr id="4" name="Slide Number Placeholder 3">
            <a:extLst>
              <a:ext uri="{FF2B5EF4-FFF2-40B4-BE49-F238E27FC236}">
                <a16:creationId xmlns:a16="http://schemas.microsoft.com/office/drawing/2014/main" id="{C7C7AC85-5009-D44E-F725-6D4C0E3BAA39}"/>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4BD7D0B4-FF02-021F-EAF9-B4754E855110}"/>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29836380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6288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1568207"/>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8"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3" y="12088368"/>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40"/>
            <a:ext cx="4937887" cy="1143000"/>
          </a:xfrm>
        </p:spPr>
        <p:txBody>
          <a:bodyPr anchor="b"/>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16690042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9" cy="4573588"/>
          </a:xfrm>
        </p:spPr>
        <p:txBody>
          <a:bodyPr/>
          <a:lstStyle>
            <a:lvl1pPr>
              <a:lnSpc>
                <a:spcPct val="100000"/>
              </a:lnSpc>
              <a:defRPr sz="8598"/>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234968082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9"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2" y="12526964"/>
            <a:ext cx="1638299" cy="609600"/>
          </a:xfrm>
          <a:prstGeom prst="rect">
            <a:avLst/>
          </a:prstGeom>
        </p:spPr>
      </p:pic>
    </p:spTree>
    <p:extLst>
      <p:ext uri="{BB962C8B-B14F-4D97-AF65-F5344CB8AC3E}">
        <p14:creationId xmlns:p14="http://schemas.microsoft.com/office/powerpoint/2010/main" val="301045008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384048"/>
            <a:ext cx="10101071" cy="10479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90470542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3"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3" y="1527048"/>
            <a:ext cx="10099675" cy="9337676"/>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2" y="12526964"/>
            <a:ext cx="1638299" cy="609600"/>
          </a:xfrm>
          <a:prstGeom prst="rect">
            <a:avLst/>
          </a:prstGeom>
        </p:spPr>
      </p:pic>
    </p:spTree>
    <p:extLst>
      <p:ext uri="{BB962C8B-B14F-4D97-AF65-F5344CB8AC3E}">
        <p14:creationId xmlns:p14="http://schemas.microsoft.com/office/powerpoint/2010/main" val="3047293421"/>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4956175" cy="4573588"/>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4"/>
            <a:ext cx="4953001"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4"/>
            <a:ext cx="4949824" cy="11431588"/>
          </a:xfrm>
        </p:spPr>
        <p:txBody>
          <a:bodyPr/>
          <a:lstStyle>
            <a:lvl1pPr defTabSz="1161056">
              <a:spcBef>
                <a:spcPts val="0"/>
              </a:spcBef>
              <a:defRPr>
                <a:solidFill>
                  <a:schemeClr val="tx1"/>
                </a:solidFill>
              </a:defRPr>
            </a:lvl1pPr>
            <a:lvl2pPr defTabSz="1161056">
              <a:spcBef>
                <a:spcPts val="0"/>
              </a:spcBef>
              <a:defRPr>
                <a:solidFill>
                  <a:schemeClr val="tx1"/>
                </a:solidFill>
              </a:defRPr>
            </a:lvl2pPr>
            <a:lvl3pPr defTabSz="1161056">
              <a:spcBef>
                <a:spcPts val="0"/>
              </a:spcBef>
              <a:defRPr>
                <a:solidFill>
                  <a:schemeClr val="tx1"/>
                </a:solidFill>
              </a:defRPr>
            </a:lvl3pPr>
            <a:lvl4pPr defTabSz="1161056">
              <a:spcBef>
                <a:spcPts val="0"/>
              </a:spcBef>
              <a:defRPr>
                <a:solidFill>
                  <a:schemeClr val="tx1"/>
                </a:solidFill>
              </a:defRPr>
            </a:lvl4pPr>
            <a:lvl5pPr defTabSz="1161056">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2103535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2859088"/>
          </a:xfrm>
        </p:spPr>
        <p:txBody>
          <a:bodyPr rIns="457200"/>
          <a:lstStyle>
            <a:lvl1pPr>
              <a:lnSpc>
                <a:spcPct val="100000"/>
              </a:lnSpc>
              <a:defRPr sz="63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184111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6" y="420624"/>
            <a:ext cx="17141826" cy="8191500"/>
          </a:xfrm>
        </p:spPr>
        <p:txBody>
          <a:bodyPr/>
          <a:lstStyle>
            <a:lvl1pPr>
              <a:defRPr sz="17196"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126323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384048"/>
            <a:ext cx="9909174" cy="2859088"/>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4" cy="8574088"/>
          </a:xfrm>
        </p:spPr>
        <p:txBody>
          <a:bodyPr/>
          <a:lstStyle>
            <a:lvl1pPr>
              <a:lnSpc>
                <a:spcPct val="100000"/>
              </a:lnSpc>
              <a:spcBef>
                <a:spcPts val="0"/>
              </a:spcBef>
              <a:defRPr sz="6398">
                <a:solidFill>
                  <a:schemeClr val="tx2"/>
                </a:solidFill>
              </a:defRPr>
            </a:lvl1pPr>
            <a:lvl2pPr marL="585098" indent="-585098">
              <a:lnSpc>
                <a:spcPct val="100000"/>
              </a:lnSpc>
              <a:spcBef>
                <a:spcPts val="0"/>
              </a:spcBef>
              <a:defRPr sz="6398">
                <a:solidFill>
                  <a:schemeClr val="tx2"/>
                </a:solidFill>
              </a:defRPr>
            </a:lvl2pPr>
            <a:lvl3pPr marL="1097060" indent="-585098">
              <a:lnSpc>
                <a:spcPct val="100000"/>
              </a:lnSpc>
              <a:spcBef>
                <a:spcPts val="0"/>
              </a:spcBef>
              <a:defRPr sz="6398">
                <a:solidFill>
                  <a:schemeClr val="tx2"/>
                </a:solidFill>
              </a:defRPr>
            </a:lvl3pPr>
            <a:lvl4pPr marL="1755296">
              <a:lnSpc>
                <a:spcPct val="100000"/>
              </a:lnSpc>
              <a:spcBef>
                <a:spcPts val="0"/>
              </a:spcBef>
              <a:defRPr sz="6398">
                <a:solidFill>
                  <a:schemeClr val="tx2"/>
                </a:solidFill>
              </a:defRPr>
            </a:lvl4pPr>
            <a:lvl5pPr>
              <a:lnSpc>
                <a:spcPct val="100000"/>
              </a:lnSpc>
              <a:spcBef>
                <a:spcPts val="0"/>
              </a:spcBef>
              <a:defRPr sz="6398"/>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2876875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1" cy="9717088"/>
          </a:xfrm>
        </p:spPr>
        <p:txBody>
          <a:bodyPr/>
          <a:lstStyle>
            <a:lvl1pPr>
              <a:lnSpc>
                <a:spcPct val="100000"/>
              </a:lnSpc>
              <a:defRPr sz="8598">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917619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4" y="576072"/>
            <a:ext cx="7623174"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9"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12193588"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8"/>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1" y="9296400"/>
            <a:ext cx="11049000" cy="3543300"/>
          </a:xfrm>
        </p:spPr>
        <p:txBody>
          <a:bodyPr anchor="b"/>
          <a:lstStyle>
            <a:lvl1pPr>
              <a:lnSpc>
                <a:spcPct val="90000"/>
              </a:lnSpc>
              <a:spcBef>
                <a:spcPts val="0"/>
              </a:spcBef>
              <a:defRPr sz="25794"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5" y="12804236"/>
            <a:ext cx="4956175" cy="381000"/>
          </a:xfrm>
        </p:spPr>
        <p:txBody>
          <a:bodyPr/>
          <a:lstStyle/>
          <a:p>
            <a:endParaRPr lang="en-US"/>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8091372"/>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2998">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5" y="426482"/>
            <a:ext cx="4949824" cy="1906588"/>
          </a:xfrm>
        </p:spPr>
        <p:txBody>
          <a:bodyPr/>
          <a:lstStyle>
            <a:lvl1pPr>
              <a:lnSpc>
                <a:spcPct val="90000"/>
              </a:lnSpc>
              <a:defRPr sz="12998">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5"/>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5"/>
            <a:ext cx="4949824" cy="1903414"/>
          </a:xfrm>
        </p:spPr>
        <p:txBody>
          <a:bodyPr/>
          <a:lstStyle>
            <a:lvl1pPr>
              <a:lnSpc>
                <a:spcPct val="90000"/>
              </a:lnSpc>
              <a:defRPr sz="12998">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9" y="2333067"/>
            <a:ext cx="4953001" cy="966684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3689265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4" cy="5335588"/>
          </a:xfrm>
        </p:spPr>
        <p:txBody>
          <a:bodyPr/>
          <a:lstStyle>
            <a:lvl1pPr>
              <a:lnSpc>
                <a:spcPct val="100000"/>
              </a:lnSpc>
              <a:defRPr sz="8598">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1" y="402336"/>
            <a:ext cx="11049000" cy="5335588"/>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4" cy="5334000"/>
          </a:xfrm>
        </p:spPr>
        <p:txBody>
          <a:bodyPr/>
          <a:lstStyle>
            <a:lvl1pPr>
              <a:lnSpc>
                <a:spcPct val="100000"/>
              </a:lnSpc>
              <a:defRPr sz="8598">
                <a:solidFill>
                  <a:schemeClr val="accent1"/>
                </a:solidFill>
              </a:defRPr>
            </a:lvl1pPr>
            <a:lvl2pPr>
              <a:lnSpc>
                <a:spcPct val="100000"/>
              </a:lnSpc>
              <a:defRPr sz="8598">
                <a:solidFill>
                  <a:schemeClr val="accent1"/>
                </a:solidFill>
              </a:defRPr>
            </a:lvl2pPr>
            <a:lvl3pPr>
              <a:lnSpc>
                <a:spcPct val="100000"/>
              </a:lnSpc>
              <a:defRPr sz="8598">
                <a:solidFill>
                  <a:schemeClr val="accent1"/>
                </a:solidFill>
              </a:defRPr>
            </a:lvl3pPr>
            <a:lvl4pPr>
              <a:lnSpc>
                <a:spcPct val="100000"/>
              </a:lnSpc>
              <a:defRPr sz="8598">
                <a:solidFill>
                  <a:schemeClr val="accent1"/>
                </a:solidFill>
              </a:defRPr>
            </a:lvl4pPr>
            <a:lvl5pPr>
              <a:lnSpc>
                <a:spcPct val="100000"/>
              </a:lnSpc>
              <a:defRPr sz="85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1" y="6477000"/>
            <a:ext cx="11049000" cy="5334000"/>
          </a:xfrm>
        </p:spPr>
        <p:txBody>
          <a:bodyPr/>
          <a:lstStyle>
            <a:lvl1pPr>
              <a:lnSpc>
                <a:spcPct val="100000"/>
              </a:lnSpc>
              <a:spcBef>
                <a:spcPts val="0"/>
              </a:spcBef>
              <a:defRPr sz="8598">
                <a:solidFill>
                  <a:schemeClr val="tx1"/>
                </a:solidFill>
              </a:defRPr>
            </a:lvl1pPr>
            <a:lvl2pPr marL="786226" indent="-786226">
              <a:lnSpc>
                <a:spcPct val="100000"/>
              </a:lnSpc>
              <a:spcBef>
                <a:spcPts val="0"/>
              </a:spcBef>
              <a:defRPr sz="8598">
                <a:solidFill>
                  <a:schemeClr val="tx1"/>
                </a:solidFill>
              </a:defRPr>
            </a:lvl2pPr>
            <a:lvl3pPr marL="1499316" indent="-786226">
              <a:lnSpc>
                <a:spcPct val="100000"/>
              </a:lnSpc>
              <a:spcBef>
                <a:spcPts val="0"/>
              </a:spcBef>
              <a:defRPr sz="8598">
                <a:solidFill>
                  <a:schemeClr val="tx1"/>
                </a:solidFill>
              </a:defRPr>
            </a:lvl3pPr>
            <a:lvl4pPr marL="2285542" indent="-786226">
              <a:lnSpc>
                <a:spcPct val="100000"/>
              </a:lnSpc>
              <a:spcBef>
                <a:spcPts val="0"/>
              </a:spcBef>
              <a:defRPr sz="8598">
                <a:solidFill>
                  <a:schemeClr val="tx1"/>
                </a:solidFill>
              </a:defRPr>
            </a:lvl4pPr>
            <a:lvl5pPr>
              <a:lnSpc>
                <a:spcPct val="100000"/>
              </a:lnSpc>
              <a:spcBef>
                <a:spcPts val="0"/>
              </a:spcBef>
              <a:defRPr sz="859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01069056"/>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3" y="576072"/>
            <a:ext cx="4949824"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8"/>
          </a:xfrm>
        </p:spPr>
        <p:txBody>
          <a:bodyPr/>
          <a:lstStyle>
            <a:lvl1pPr>
              <a:lnSpc>
                <a:spcPct val="90000"/>
              </a:lnSpc>
              <a:defRPr sz="12998">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3"/>
            <a:ext cx="4951413" cy="2857506"/>
          </a:xfrm>
        </p:spPr>
        <p:txBody>
          <a:bodyPr/>
          <a:lstStyle>
            <a:lvl1pPr>
              <a:lnSpc>
                <a:spcPct val="90000"/>
              </a:lnSpc>
              <a:defRPr sz="12998">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3" y="8403337"/>
            <a:ext cx="4951411" cy="2857506"/>
          </a:xfrm>
        </p:spPr>
        <p:txBody>
          <a:bodyPr/>
          <a:lstStyle>
            <a:lvl1pPr>
              <a:lnSpc>
                <a:spcPct val="90000"/>
              </a:lnSpc>
              <a:defRPr sz="12998">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6"/>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9422739"/>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4"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5" y="12804236"/>
            <a:ext cx="4956175" cy="381000"/>
          </a:xfrm>
        </p:spPr>
        <p:txBody>
          <a:bodyPr/>
          <a:lstStyle/>
          <a:p>
            <a:endParaRPr lang="en-US"/>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7992650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3"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1"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5" y="12804236"/>
            <a:ext cx="4956175" cy="381000"/>
          </a:xfrm>
        </p:spPr>
        <p:txBody>
          <a:bodyPr/>
          <a:lstStyle/>
          <a:p>
            <a:endParaRPr lang="en-US"/>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1919127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1" y="576072"/>
            <a:ext cx="4956175"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499"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5" y="12804236"/>
            <a:ext cx="4956175" cy="381000"/>
          </a:xfrm>
        </p:spPr>
        <p:txBody>
          <a:bodyPr/>
          <a:lstStyle/>
          <a:p>
            <a:endParaRPr lang="en-US"/>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46358454"/>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3" y="576072"/>
            <a:ext cx="4949824" cy="2097088"/>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4"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1"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5"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2" y="3429000"/>
            <a:ext cx="494211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2" y="3429000"/>
            <a:ext cx="4952999" cy="85725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68962664"/>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8"/>
            <a:ext cx="4949824" cy="1141412"/>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7" y="384048"/>
            <a:ext cx="4956175" cy="1141412"/>
          </a:xfrm>
        </p:spPr>
        <p:txBody>
          <a:bodyPr/>
          <a:lstStyle>
            <a:lvl1pPr>
              <a:lnSpc>
                <a:spcPct val="100000"/>
              </a:lnSpc>
              <a:spcBef>
                <a:spcPts val="0"/>
              </a:spcBef>
              <a:defRPr sz="6398">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1"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22486310"/>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3"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1"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59344414"/>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4" y="384048"/>
            <a:ext cx="11045824"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76072"/>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31745373"/>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1" y="576072"/>
            <a:ext cx="4953001" cy="4573588"/>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9" y="569914"/>
            <a:ext cx="4953001" cy="11431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55377108"/>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4" y="384048"/>
            <a:ext cx="11039475"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4"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0373298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8"/>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1"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499" y="576072"/>
            <a:ext cx="4959350" cy="1525588"/>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1"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4" indent="-182844">
              <a:lnSpc>
                <a:spcPct val="110000"/>
              </a:lnSpc>
              <a:spcBef>
                <a:spcPts val="0"/>
              </a:spcBef>
              <a:defRPr sz="2000" b="0" i="0">
                <a:solidFill>
                  <a:schemeClr val="tx1"/>
                </a:solidFill>
                <a:latin typeface="IBM Plex Sans" panose="020B0503050203000203" pitchFamily="34" charset="0"/>
              </a:defRPr>
            </a:lvl2pPr>
            <a:lvl3pPr marL="365686" indent="-182844">
              <a:lnSpc>
                <a:spcPct val="110000"/>
              </a:lnSpc>
              <a:spcBef>
                <a:spcPts val="0"/>
              </a:spcBef>
              <a:defRPr sz="2000" b="0" i="0">
                <a:solidFill>
                  <a:schemeClr val="tx1"/>
                </a:solidFill>
                <a:latin typeface="IBM Plex Sans" panose="020B0503050203000203" pitchFamily="34" charset="0"/>
              </a:defRPr>
            </a:lvl3pPr>
            <a:lvl4pPr marL="548530" indent="-182844">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59884203"/>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384049"/>
            <a:ext cx="4949824" cy="1141414"/>
          </a:xfrm>
        </p:spPr>
        <p:txBody>
          <a:bodyPr/>
          <a:lstStyle>
            <a:lvl1pPr>
              <a:lnSpc>
                <a:spcPct val="100000"/>
              </a:lnSpc>
              <a:defRPr sz="6398">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3" y="384048"/>
            <a:ext cx="4956175" cy="1141412"/>
          </a:xfrm>
        </p:spPr>
        <p:txBody>
          <a:bodyPr/>
          <a:lstStyle>
            <a:lvl1pPr>
              <a:lnSpc>
                <a:spcPct val="100000"/>
              </a:lnSpc>
              <a:spcBef>
                <a:spcPts val="0"/>
              </a:spcBef>
              <a:defRPr sz="6398">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5980" indent="-255980">
              <a:spcBef>
                <a:spcPts val="0"/>
              </a:spcBef>
              <a:defRPr sz="2800" b="0" i="0">
                <a:solidFill>
                  <a:schemeClr val="tx1"/>
                </a:solidFill>
                <a:latin typeface="IBM Plex Sans Light" panose="020B0403050203000203" pitchFamily="34" charset="0"/>
              </a:defRPr>
            </a:lvl2pPr>
            <a:lvl3pPr marL="511962" indent="-255980">
              <a:spcBef>
                <a:spcPts val="0"/>
              </a:spcBef>
              <a:defRPr sz="2800" b="0" i="0">
                <a:solidFill>
                  <a:schemeClr val="tx1"/>
                </a:solidFill>
                <a:latin typeface="IBM Plex Sans Light" panose="020B0403050203000203" pitchFamily="34" charset="0"/>
              </a:defRPr>
            </a:lvl3pPr>
            <a:lvl4pPr marL="767942" indent="-255980">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3"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1" y="576073"/>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1"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5"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44" indent="-182844">
              <a:spcBef>
                <a:spcPts val="0"/>
              </a:spcBef>
              <a:defRPr sz="2000" b="0" i="0">
                <a:solidFill>
                  <a:schemeClr val="tx1"/>
                </a:solidFill>
                <a:latin typeface="IBM Plex Sans" panose="020B0503050203000203" pitchFamily="34" charset="0"/>
              </a:defRPr>
            </a:lvl2pPr>
            <a:lvl3pPr marL="365686" indent="-182844">
              <a:spcBef>
                <a:spcPts val="0"/>
              </a:spcBef>
              <a:defRPr sz="2000" b="0" i="0">
                <a:solidFill>
                  <a:schemeClr val="tx1"/>
                </a:solidFill>
                <a:latin typeface="IBM Plex Sans" panose="020B0503050203000203" pitchFamily="34" charset="0"/>
              </a:defRPr>
            </a:lvl3pPr>
            <a:lvl4pPr marL="548530" indent="-182844">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4002544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4" y="2478024"/>
            <a:ext cx="6670674"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12191999"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1"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568326"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2"/>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1" y="8385048"/>
            <a:ext cx="6670676"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1"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2" y="8382000"/>
            <a:ext cx="6667500" cy="3048000"/>
          </a:xfrm>
        </p:spPr>
        <p:txBody>
          <a:bodyPr/>
          <a:lstStyle>
            <a:lvl1pPr>
              <a:lnSpc>
                <a:spcPct val="100000"/>
              </a:lnSpc>
              <a:spcBef>
                <a:spcPts val="0"/>
              </a:spcBef>
              <a:defRPr sz="4400">
                <a:solidFill>
                  <a:schemeClr val="tx1"/>
                </a:solidFill>
              </a:defRPr>
            </a:lvl1pPr>
            <a:lvl2pPr marL="402256" indent="-402256">
              <a:lnSpc>
                <a:spcPct val="100000"/>
              </a:lnSpc>
              <a:spcBef>
                <a:spcPts val="0"/>
              </a:spcBef>
              <a:defRPr sz="4400">
                <a:solidFill>
                  <a:schemeClr val="tx1"/>
                </a:solidFill>
              </a:defRPr>
            </a:lvl2pPr>
            <a:lvl3pPr marL="804512" indent="-402256">
              <a:lnSpc>
                <a:spcPct val="100000"/>
              </a:lnSpc>
              <a:spcBef>
                <a:spcPts val="0"/>
              </a:spcBef>
              <a:defRPr sz="4400">
                <a:solidFill>
                  <a:schemeClr val="tx1"/>
                </a:solidFill>
              </a:defRPr>
            </a:lvl3pPr>
            <a:lvl4pPr marL="1115344" indent="-40225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48259872"/>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1141412"/>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1"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07244521"/>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4" y="576072"/>
            <a:ext cx="4956175" cy="448056"/>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1527048"/>
            <a:ext cx="11044240" cy="2276856"/>
          </a:xfrm>
        </p:spPr>
        <p:txBody>
          <a:bodyPr rIns="457200"/>
          <a:lstStyle>
            <a:lvl1pPr>
              <a:lnSpc>
                <a:spcPct val="110000"/>
              </a:lnSpc>
              <a:defRPr sz="6398">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4"/>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69914"/>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75070627"/>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576072"/>
            <a:ext cx="4956175" cy="4573588"/>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7238193"/>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4" y="384048"/>
            <a:ext cx="11050589" cy="4573588"/>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5683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3"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3"/>
            <a:ext cx="4949824" cy="534491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4739072"/>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1"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9" y="6667500"/>
            <a:ext cx="4953001"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0" indent="-255980">
              <a:lnSpc>
                <a:spcPct val="110000"/>
              </a:lnSpc>
              <a:spcBef>
                <a:spcPts val="0"/>
              </a:spcBef>
              <a:defRPr sz="2800" b="0" i="0">
                <a:solidFill>
                  <a:schemeClr val="tx1"/>
                </a:solidFill>
                <a:latin typeface="IBM Plex Sans Light" panose="020B0403050203000203" pitchFamily="34" charset="0"/>
              </a:defRPr>
            </a:lvl2pPr>
            <a:lvl3pPr marL="511962" indent="-255980">
              <a:lnSpc>
                <a:spcPct val="110000"/>
              </a:lnSpc>
              <a:spcBef>
                <a:spcPts val="0"/>
              </a:spcBef>
              <a:defRPr sz="2800" b="0" i="0">
                <a:solidFill>
                  <a:schemeClr val="tx1"/>
                </a:solidFill>
                <a:latin typeface="IBM Plex Sans Light" panose="020B0403050203000203" pitchFamily="34" charset="0"/>
              </a:defRPr>
            </a:lvl3pPr>
            <a:lvl4pPr marL="767942" indent="-255980">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8735579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3" y="576072"/>
            <a:ext cx="4949824" cy="28590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6096000"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3"/>
            <a:ext cx="402336" cy="403226"/>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2" y="576073"/>
            <a:ext cx="402336" cy="403226"/>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0"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3"/>
            <a:ext cx="402336" cy="403226"/>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1"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6"/>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2" y="6694631"/>
            <a:ext cx="402336" cy="403226"/>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2"/>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1"/>
            <a:ext cx="402336" cy="403226"/>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1" cy="3810000"/>
          </a:xfrm>
        </p:spPr>
        <p:txBody>
          <a:bodyPr/>
          <a:lstStyle>
            <a:lvl1pPr>
              <a:lnSpc>
                <a:spcPct val="110000"/>
              </a:lnSpc>
              <a:spcBef>
                <a:spcPts val="0"/>
              </a:spcBef>
              <a:defRPr sz="2400">
                <a:solidFill>
                  <a:schemeClr val="tx1"/>
                </a:solidFill>
              </a:defRPr>
            </a:lvl1pPr>
            <a:lvl2pPr marL="219412" indent="-219412">
              <a:lnSpc>
                <a:spcPct val="110000"/>
              </a:lnSpc>
              <a:spcBef>
                <a:spcPts val="0"/>
              </a:spcBef>
              <a:defRPr sz="2400">
                <a:solidFill>
                  <a:schemeClr val="tx1"/>
                </a:solidFill>
              </a:defRPr>
            </a:lvl2pPr>
            <a:lvl3pPr marL="438824" indent="-219412">
              <a:lnSpc>
                <a:spcPct val="110000"/>
              </a:lnSpc>
              <a:spcBef>
                <a:spcPts val="0"/>
              </a:spcBef>
              <a:defRPr sz="2400">
                <a:solidFill>
                  <a:schemeClr val="tx1"/>
                </a:solidFill>
              </a:defRPr>
            </a:lvl3pPr>
            <a:lvl4pPr marL="658236" indent="-219412">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71252833"/>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4" y="384049"/>
            <a:ext cx="11039475" cy="3413126"/>
          </a:xfrm>
        </p:spPr>
        <p:txBody>
          <a:bodyPr rIns="457200"/>
          <a:lstStyle>
            <a:lvl1pPr>
              <a:lnSpc>
                <a:spcPct val="100000"/>
              </a:lnSpc>
              <a:defRPr sz="6398">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1" y="6665976"/>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91376139"/>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3" y="576073"/>
            <a:ext cx="4949824"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3" y="566928"/>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1" y="569914"/>
            <a:ext cx="0" cy="11431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4" y="576072"/>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7" y="6096000"/>
            <a:ext cx="232441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59"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4" y="6667500"/>
            <a:ext cx="4953001" cy="4954588"/>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62" indent="-255980">
              <a:spcBef>
                <a:spcPts val="0"/>
              </a:spcBef>
              <a:defRPr sz="2800">
                <a:solidFill>
                  <a:schemeClr val="tx1"/>
                </a:solidFill>
              </a:defRPr>
            </a:lvl3pPr>
            <a:lvl4pPr marL="767942"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73928023"/>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1" y="569912"/>
            <a:ext cx="11049000" cy="12574588"/>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1815540310"/>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1"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3161" y="12904629"/>
            <a:ext cx="269339" cy="246222"/>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1727308"/>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4" y="3429000"/>
            <a:ext cx="4956175" cy="8572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1" y="565151"/>
            <a:ext cx="17151351" cy="1257935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2008830503"/>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43161" y="12904629"/>
            <a:ext cx="269339" cy="246222"/>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719489"/>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4"/>
            <a:ext cx="23244174"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515275608"/>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4" y="2667000"/>
            <a:ext cx="2473324"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4"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4"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2" y="2667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6" y="26670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2" y="61214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6" y="6121400"/>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2" y="9525000"/>
            <a:ext cx="2473324" cy="2476500"/>
          </a:xfrm>
          <a:solidFill>
            <a:srgbClr val="E0E0E0"/>
          </a:solidFill>
        </p:spPr>
        <p:txBody>
          <a:bodyPr anchor="ctr"/>
          <a:lstStyle>
            <a:lvl1pPr marL="0" marR="0" indent="0" algn="ctr" defTabSz="243791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12"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6" y="9525002"/>
            <a:ext cx="5708649" cy="2476500"/>
          </a:xfrm>
        </p:spPr>
        <p:txBody>
          <a:bodyPr/>
          <a:lstStyle>
            <a:lvl1pPr>
              <a:lnSpc>
                <a:spcPct val="110000"/>
              </a:lnSpc>
              <a:spcBef>
                <a:spcPts val="0"/>
              </a:spcBef>
              <a:defRPr sz="2800">
                <a:solidFill>
                  <a:schemeClr val="tx1"/>
                </a:solidFill>
              </a:defRPr>
            </a:lvl1pPr>
            <a:lvl2pPr marL="255980" indent="-255980">
              <a:lnSpc>
                <a:spcPct val="110000"/>
              </a:lnSpc>
              <a:spcBef>
                <a:spcPts val="0"/>
              </a:spcBef>
              <a:defRPr sz="2800">
                <a:solidFill>
                  <a:schemeClr val="tx1"/>
                </a:solidFill>
              </a:defRPr>
            </a:lvl2pPr>
            <a:lvl3pPr marL="511962" indent="-255980">
              <a:lnSpc>
                <a:spcPct val="110000"/>
              </a:lnSpc>
              <a:spcBef>
                <a:spcPts val="0"/>
              </a:spcBef>
              <a:defRPr sz="2800">
                <a:solidFill>
                  <a:schemeClr val="tx1"/>
                </a:solidFill>
              </a:defRPr>
            </a:lvl3pPr>
            <a:lvl4pPr marL="767942" indent="-255980">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9446585"/>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4"/>
            <a:ext cx="17145000" cy="11431588"/>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53256725"/>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94843560"/>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3" y="576072"/>
            <a:ext cx="4949824"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7507890"/>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4" y="384048"/>
            <a:ext cx="4956175" cy="2859088"/>
          </a:xfrm>
        </p:spPr>
        <p:txBody>
          <a:bodyPr/>
          <a:lstStyle>
            <a:lvl1pPr>
              <a:lnSpc>
                <a:spcPct val="90000"/>
              </a:lnSpc>
              <a:spcBef>
                <a:spcPts val="0"/>
              </a:spcBef>
              <a:defRPr sz="6398">
                <a:solidFill>
                  <a:schemeClr val="tx2"/>
                </a:solidFill>
              </a:defRPr>
            </a:lvl1pPr>
            <a:lvl2pPr>
              <a:lnSpc>
                <a:spcPct val="100000"/>
              </a:lnSpc>
              <a:spcBef>
                <a:spcPts val="0"/>
              </a:spcBef>
              <a:defRPr sz="6398">
                <a:solidFill>
                  <a:schemeClr val="tx1"/>
                </a:solidFill>
              </a:defRPr>
            </a:lvl2pPr>
            <a:lvl3pPr>
              <a:lnSpc>
                <a:spcPct val="100000"/>
              </a:lnSpc>
              <a:spcBef>
                <a:spcPts val="0"/>
              </a:spcBef>
              <a:defRPr sz="6398">
                <a:solidFill>
                  <a:schemeClr val="tx1"/>
                </a:solidFill>
              </a:defRPr>
            </a:lvl3pPr>
            <a:lvl4pPr>
              <a:lnSpc>
                <a:spcPct val="100000"/>
              </a:lnSpc>
              <a:spcBef>
                <a:spcPts val="0"/>
              </a:spcBef>
              <a:defRPr sz="6398">
                <a:solidFill>
                  <a:schemeClr val="tx1"/>
                </a:solidFill>
              </a:defRPr>
            </a:lvl4pPr>
            <a:lvl5pPr>
              <a:lnSpc>
                <a:spcPct val="100000"/>
              </a:lnSpc>
              <a:spcBef>
                <a:spcPts val="0"/>
              </a:spcBef>
              <a:defRPr sz="6398">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9" y="569914"/>
            <a:ext cx="4953001" cy="11431588"/>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4" indent="-146274">
              <a:lnSpc>
                <a:spcPct val="120000"/>
              </a:lnSpc>
              <a:spcBef>
                <a:spcPts val="0"/>
              </a:spcBef>
              <a:defRPr sz="1600" b="0" i="0">
                <a:solidFill>
                  <a:schemeClr val="tx1"/>
                </a:solidFill>
                <a:latin typeface="IBM Plex Sans" panose="020B0503050203000203" pitchFamily="34" charset="0"/>
              </a:defRPr>
            </a:lvl2pPr>
            <a:lvl3pPr marL="292550" indent="-146274">
              <a:lnSpc>
                <a:spcPct val="120000"/>
              </a:lnSpc>
              <a:spcBef>
                <a:spcPts val="0"/>
              </a:spcBef>
              <a:defRPr sz="1600" b="0" i="0">
                <a:solidFill>
                  <a:schemeClr val="tx1"/>
                </a:solidFill>
                <a:latin typeface="IBM Plex Sans" panose="020B0503050203000203" pitchFamily="34" charset="0"/>
              </a:defRPr>
            </a:lvl3pPr>
            <a:lvl4pPr marL="438824" indent="-14627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5" y="12804776"/>
            <a:ext cx="4956175" cy="381000"/>
          </a:xfrm>
        </p:spPr>
        <p:txBody>
          <a:bodyPr/>
          <a:lstStyle/>
          <a:p>
            <a:endParaRPr lang="en-US"/>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3" y="12938839"/>
            <a:ext cx="270907" cy="246222"/>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40243376"/>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2" y="6168461"/>
            <a:ext cx="3456432" cy="1379082"/>
          </a:xfrm>
          <a:prstGeom prst="rect">
            <a:avLst/>
          </a:prstGeom>
        </p:spPr>
      </p:pic>
    </p:spTree>
    <p:extLst>
      <p:ext uri="{BB962C8B-B14F-4D97-AF65-F5344CB8AC3E}">
        <p14:creationId xmlns:p14="http://schemas.microsoft.com/office/powerpoint/2010/main" val="2574222354"/>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x">
  <p:cSld name="4_Text, 4 columns ">
    <p:spTree>
      <p:nvGrpSpPr>
        <p:cNvPr id="1" name=""/>
        <p:cNvGrpSpPr/>
        <p:nvPr/>
      </p:nvGrpSpPr>
      <p:grpSpPr>
        <a:xfrm>
          <a:off x="0" y="0"/>
          <a:ext cx="0" cy="0"/>
          <a:chOff x="0" y="0"/>
          <a:chExt cx="0" cy="0"/>
        </a:xfrm>
      </p:grpSpPr>
      <p:sp>
        <p:nvSpPr>
          <p:cNvPr id="185" name="幻灯片编号"/>
          <p:cNvSpPr txBox="1">
            <a:spLocks noGrp="1"/>
          </p:cNvSpPr>
          <p:nvPr>
            <p:ph type="sldNum" sz="quarter" idx="2"/>
          </p:nvPr>
        </p:nvSpPr>
        <p:spPr>
          <a:xfrm>
            <a:off x="23544693" y="12951807"/>
            <a:ext cx="270907" cy="246222"/>
          </a:xfrm>
          <a:prstGeom prst="rect">
            <a:avLst/>
          </a:prstGeom>
        </p:spPr>
        <p:txBody>
          <a:bodyPr/>
          <a:lstStyle/>
          <a:p>
            <a:fld id="{86CB4B4D-7CA3-9044-876B-883B54F8677D}" type="slidenum">
              <a:rPr/>
              <a:t>‹#›</a:t>
            </a:fld>
            <a:endParaRPr dirty="0"/>
          </a:p>
        </p:txBody>
      </p:sp>
      <p:sp>
        <p:nvSpPr>
          <p:cNvPr id="186" name="Text Placeholder 3"/>
          <p:cNvSpPr>
            <a:spLocks noGrp="1"/>
          </p:cNvSpPr>
          <p:nvPr>
            <p:ph type="body" sz="quarter" idx="21"/>
          </p:nvPr>
        </p:nvSpPr>
        <p:spPr>
          <a:xfrm>
            <a:off x="6668379" y="3429000"/>
            <a:ext cx="4952059"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Efficitur scelerisque velit. Vestibulum viverra, ante ac placerat pulvinar, erat risus pellentesque urna, ac posuere nibh nulla eu mi. Fusce scelerisque ultrices eros quis dignissim. Pellentesque mollis nibh at nibh imperdiet, sed ullamcorper velit posuere. Integer et velit blandit.</a:t>
            </a:r>
          </a:p>
        </p:txBody>
      </p:sp>
      <p:sp>
        <p:nvSpPr>
          <p:cNvPr id="187" name="Text Placeholder 4"/>
          <p:cNvSpPr>
            <a:spLocks noGrp="1"/>
          </p:cNvSpPr>
          <p:nvPr>
            <p:ph type="body" sz="quarter" idx="22"/>
          </p:nvPr>
        </p:nvSpPr>
        <p:spPr>
          <a:xfrm>
            <a:off x="12765162" y="3429000"/>
            <a:ext cx="4953645"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b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88" name="Text Placeholder 5"/>
          <p:cNvSpPr>
            <a:spLocks noGrp="1"/>
          </p:cNvSpPr>
          <p:nvPr>
            <p:ph type="body" sz="quarter" idx="23"/>
          </p:nvPr>
        </p:nvSpPr>
        <p:spPr>
          <a:xfrm>
            <a:off x="18861967" y="3429000"/>
            <a:ext cx="4959996"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Quisque bibendum 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a:t>
            </a:r>
          </a:p>
        </p:txBody>
      </p:sp>
      <p:sp>
        <p:nvSpPr>
          <p:cNvPr id="189" name="Title 1"/>
          <p:cNvSpPr txBox="1">
            <a:spLocks noGrp="1"/>
          </p:cNvSpPr>
          <p:nvPr>
            <p:ph type="body" sz="quarter" idx="24"/>
          </p:nvPr>
        </p:nvSpPr>
        <p:spPr>
          <a:xfrm>
            <a:off x="567013" y="569925"/>
            <a:ext cx="4950471" cy="1525590"/>
          </a:xfrm>
          <a:prstGeom prst="rect">
            <a:avLst/>
          </a:prstGeom>
        </p:spPr>
        <p:txBody>
          <a:bodyPr/>
          <a:lstStyle>
            <a:lvl1pPr>
              <a:defRPr sz="2800"/>
            </a:lvl1pPr>
          </a:lstStyle>
          <a:p>
            <a:r>
              <a:t>28/36/44pt short headline, 3 lines maximum, sentence case</a:t>
            </a:r>
          </a:p>
        </p:txBody>
      </p:sp>
      <p:sp>
        <p:nvSpPr>
          <p:cNvPr id="190" name="Text Placeholder 2"/>
          <p:cNvSpPr txBox="1">
            <a:spLocks noGrp="1"/>
          </p:cNvSpPr>
          <p:nvPr>
            <p:ph type="body" sz="quarter" idx="25"/>
          </p:nvPr>
        </p:nvSpPr>
        <p:spPr>
          <a:xfrm>
            <a:off x="568411" y="3429000"/>
            <a:ext cx="4956819" cy="8572500"/>
          </a:xfrm>
          <a:prstGeom prst="rect">
            <a:avLst/>
          </a:prstGeom>
        </p:spPr>
        <p:txBody>
          <a:bodyPr/>
          <a:lstStyle/>
          <a:p>
            <a:pPr>
              <a:defRPr sz="2000">
                <a:latin typeface="+mj-lt"/>
                <a:ea typeface="+mj-ea"/>
                <a:cs typeface="+mj-cs"/>
                <a:sym typeface="IBM Plex Sans"/>
              </a:defRPr>
            </a:pPr>
            <a:r>
              <a:t>Lorem ipsum dolor sit amet, consectetur adipiscing elit. Sed at sem erat. Vivamus a pulvinar sapien. Orci varius natoque penatibus et magnis dis parturient montes, nascetur ridiculus mus. </a:t>
            </a:r>
          </a:p>
          <a:p>
            <a:pPr>
              <a:defRPr sz="2000">
                <a:latin typeface="+mj-lt"/>
                <a:ea typeface="+mj-ea"/>
                <a:cs typeface="+mj-cs"/>
                <a:sym typeface="IBM Plex Sans"/>
              </a:defRPr>
            </a:pPr>
            <a:endParaRPr/>
          </a:p>
          <a:p>
            <a:pPr>
              <a:defRPr sz="2000">
                <a:latin typeface="+mj-lt"/>
                <a:ea typeface="+mj-ea"/>
                <a:cs typeface="+mj-cs"/>
                <a:sym typeface="IBM Plex Sans"/>
              </a:defRPr>
            </a:pPr>
            <a:r>
              <a:t>Ornare urna sed elementum. Praesent sit amet lorem laoreet, efficitur nunc vel, tempus odio. Fusce aliquam tellus quis tortor sagittis luctus. Aliquam ac risus scelerisque, aliquam orci quis, iaculis urna. Proin dapibus porta mollis.</a:t>
            </a:r>
          </a:p>
          <a:p>
            <a:pPr>
              <a:defRPr sz="2000">
                <a:latin typeface="+mj-lt"/>
                <a:ea typeface="+mj-ea"/>
                <a:cs typeface="+mj-cs"/>
                <a:sym typeface="IBM Plex Sans"/>
              </a:defRPr>
            </a:pPr>
            <a:endParaRPr/>
          </a:p>
          <a:p>
            <a:pPr>
              <a:defRPr sz="2000">
                <a:latin typeface="+mj-lt"/>
                <a:ea typeface="+mj-ea"/>
                <a:cs typeface="+mj-cs"/>
                <a:sym typeface="IBM Plex Sans"/>
              </a:defRPr>
            </a:pPr>
            <a:r>
              <a:t>Nulla eu mattis elit, efficitur scelerisque velit. Vestibulum viverra, ante ac placerat pulvinar, erat risus pellentesque urna, ac posuere nibh nulla eu mi. Fusce scelerisque ultrices eros quis dignissim. Pellentesque mollis nibh at nibh imperdiet, sed ullamcorper.</a:t>
            </a:r>
          </a:p>
        </p:txBody>
      </p:sp>
      <p:sp>
        <p:nvSpPr>
          <p:cNvPr id="191" name="Footer Placeholder 4"/>
          <p:cNvSpPr txBox="1">
            <a:spLocks noGrp="1"/>
          </p:cNvSpPr>
          <p:nvPr>
            <p:ph type="body" sz="quarter" idx="26"/>
          </p:nvPr>
        </p:nvSpPr>
        <p:spPr>
          <a:xfrm>
            <a:off x="568409" y="12942156"/>
            <a:ext cx="8570442" cy="259752"/>
          </a:xfrm>
          <a:prstGeom prst="rect">
            <a:avLst/>
          </a:prstGeom>
        </p:spPr>
        <p:txBody>
          <a:bodyPr anchor="b">
            <a:spAutoFit/>
          </a:bodyPr>
          <a:lstStyle>
            <a:lvl1pPr defTabSz="1827184">
              <a:lnSpc>
                <a:spcPct val="110000"/>
              </a:lnSpc>
              <a:defRPr sz="1600">
                <a:latin typeface="+mj-lt"/>
                <a:ea typeface="+mj-ea"/>
                <a:cs typeface="+mj-cs"/>
                <a:sym typeface="IBM Plex Sans"/>
              </a:defRPr>
            </a:lvl1pPr>
          </a:lstStyle>
          <a:p>
            <a:r>
              <a:t>Footer text (optional)</a:t>
            </a:r>
          </a:p>
        </p:txBody>
      </p:sp>
    </p:spTree>
    <p:extLst>
      <p:ext uri="{BB962C8B-B14F-4D97-AF65-F5344CB8AC3E}">
        <p14:creationId xmlns:p14="http://schemas.microsoft.com/office/powerpoint/2010/main" val="800386642"/>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pt-BR"/>
              <a:t>Clique para editar o título Mestre</a:t>
            </a:r>
            <a:endParaRPr lang="en-US"/>
          </a:p>
        </p:txBody>
      </p:sp>
      <p:sp>
        <p:nvSpPr>
          <p:cNvPr id="3" name="Footer Placeholder"/>
          <p:cNvSpPr>
            <a:spLocks noGrp="1"/>
          </p:cNvSpPr>
          <p:nvPr>
            <p:ph type="ftr" sz="quarter" idx="10"/>
          </p:nvPr>
        </p:nvSpPr>
        <p:spPr>
          <a:xfrm>
            <a:off x="609860" y="12801605"/>
            <a:ext cx="10974055" cy="444498"/>
          </a:xfrm>
          <a:prstGeom prst="rect">
            <a:avLst/>
          </a:prstGeom>
        </p:spPr>
        <p:txBody>
          <a:bodyPr/>
          <a:lstStyle>
            <a:lvl1pPr>
              <a:defRPr>
                <a:solidFill>
                  <a:schemeClr val="tx1"/>
                </a:solidFill>
              </a:defRPr>
            </a:lvl1pPr>
          </a:lstStyle>
          <a:p>
            <a:r>
              <a:rPr lang="en-US"/>
              <a:t>IBM Confidential - Do Not Distribute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11018988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3" y="6675883"/>
            <a:ext cx="4949824" cy="551929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4"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73852"/>
            <a:ext cx="4949824" cy="5521324"/>
          </a:xfrm>
        </p:spPr>
        <p:txBody>
          <a:bodyPr/>
          <a:lstStyle>
            <a:lvl1pPr>
              <a:spcBef>
                <a:spcPts val="0"/>
              </a:spcBef>
              <a:defRPr sz="2800">
                <a:solidFill>
                  <a:schemeClr val="tx1"/>
                </a:solidFill>
              </a:defRPr>
            </a:lvl1pPr>
            <a:lvl2pPr marL="255980" indent="-255980">
              <a:spcBef>
                <a:spcPts val="0"/>
              </a:spcBef>
              <a:defRPr sz="2800">
                <a:solidFill>
                  <a:schemeClr val="tx1"/>
                </a:solidFill>
              </a:defRPr>
            </a:lvl2pPr>
            <a:lvl3pPr marL="511958" indent="-255980">
              <a:spcBef>
                <a:spcPts val="0"/>
              </a:spcBef>
              <a:defRPr sz="2800">
                <a:solidFill>
                  <a:schemeClr val="tx1"/>
                </a:solidFill>
              </a:defRPr>
            </a:lvl3pPr>
            <a:lvl4pPr marL="767938" indent="-255980">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2" y="12816000"/>
            <a:ext cx="4956175" cy="3810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41"/>
            <a:ext cx="270909" cy="246222"/>
          </a:xfrm>
          <a:prstGeom prst="rect">
            <a:avLst/>
          </a:prstGeom>
          <a:ln w="12700">
            <a:miter lim="400000"/>
          </a:ln>
        </p:spPr>
        <p:txBody>
          <a:bodyPr wrap="squar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1" y="576072"/>
            <a:ext cx="4942079"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399386280"/>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theme" Target="../theme/theme2.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slideLayout" Target="../slideLayouts/slideLayout97.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3" y="12939015"/>
            <a:ext cx="270907" cy="246222"/>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3" y="576073"/>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400"/>
            <a:ext cx="22590125" cy="8669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804236"/>
            <a:ext cx="4956175"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2614855424"/>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 id="2147483984" r:id="rId18"/>
    <p:sldLayoutId id="2147483985" r:id="rId19"/>
    <p:sldLayoutId id="2147483986" r:id="rId20"/>
    <p:sldLayoutId id="2147483987" r:id="rId21"/>
    <p:sldLayoutId id="2147483988" r:id="rId22"/>
    <p:sldLayoutId id="2147483989" r:id="rId23"/>
    <p:sldLayoutId id="2147483990" r:id="rId24"/>
    <p:sldLayoutId id="2147483991" r:id="rId25"/>
    <p:sldLayoutId id="2147483992" r:id="rId26"/>
    <p:sldLayoutId id="2147483993" r:id="rId27"/>
    <p:sldLayoutId id="2147483994" r:id="rId28"/>
    <p:sldLayoutId id="2147483995" r:id="rId29"/>
    <p:sldLayoutId id="2147483996" r:id="rId30"/>
    <p:sldLayoutId id="2147483997" r:id="rId31"/>
    <p:sldLayoutId id="2147483998" r:id="rId32"/>
    <p:sldLayoutId id="2147483999" r:id="rId33"/>
    <p:sldLayoutId id="2147484000" r:id="rId34"/>
    <p:sldLayoutId id="2147484001" r:id="rId35"/>
    <p:sldLayoutId id="2147484002" r:id="rId36"/>
    <p:sldLayoutId id="2147484003" r:id="rId37"/>
    <p:sldLayoutId id="2147484004" r:id="rId38"/>
    <p:sldLayoutId id="2147484005" r:id="rId39"/>
    <p:sldLayoutId id="2147484006" r:id="rId40"/>
    <p:sldLayoutId id="2147484007" r:id="rId41"/>
    <p:sldLayoutId id="2147484008" r:id="rId42"/>
    <p:sldLayoutId id="2147484009" r:id="rId43"/>
    <p:sldLayoutId id="2147484010" r:id="rId44"/>
    <p:sldLayoutId id="2147484011" r:id="rId45"/>
    <p:sldLayoutId id="2147484012" r:id="rId46"/>
    <p:sldLayoutId id="2147484013" r:id="rId47"/>
    <p:sldLayoutId id="2147484014" r:id="rId48"/>
    <p:sldLayoutId id="2147484015" r:id="rId49"/>
  </p:sldLayoutIdLst>
  <p:transition spd="med"/>
  <p:hf hdr="0" dt="0"/>
  <p:txStyles>
    <p:titleStyle>
      <a:lvl1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chemeClr val="tx2"/>
          </a:solidFill>
          <a:uFillTx/>
          <a:latin typeface="+mj-lt"/>
          <a:ea typeface="+mj-ea"/>
          <a:cs typeface="+mj-cs"/>
          <a:sym typeface="IBM Plex Sans Light"/>
        </a:defRPr>
      </a:lvl1pPr>
      <a:lvl2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2pPr>
      <a:lvl3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3pPr>
      <a:lvl4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4pPr>
      <a:lvl5pPr marL="0" marR="0" indent="0"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5pPr>
      <a:lvl6pPr marL="0" marR="0" indent="36249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6pPr>
      <a:lvl7pPr marL="0" marR="0" indent="724994"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7pPr>
      <a:lvl8pPr marL="0" marR="0" indent="1087488"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8pPr>
      <a:lvl9pPr marL="0" marR="0" indent="1449986" algn="l" defTabSz="2437912" rtl="0" eaLnBrk="1" latinLnBrk="0" hangingPunct="1">
        <a:lnSpc>
          <a:spcPct val="90000"/>
        </a:lnSpc>
        <a:spcBef>
          <a:spcPts val="0"/>
        </a:spcBef>
        <a:spcAft>
          <a:spcPts val="0"/>
        </a:spcAft>
        <a:buClrTx/>
        <a:buSzTx/>
        <a:buFontTx/>
        <a:buNone/>
        <a:tabLst/>
        <a:defRPr sz="6398" b="0" i="0" u="none" strike="noStrike" cap="none" spc="0" baseline="0">
          <a:solidFill>
            <a:srgbClr val="000000"/>
          </a:solidFill>
          <a:uFillTx/>
          <a:latin typeface="+mj-lt"/>
          <a:ea typeface="+mj-ea"/>
          <a:cs typeface="+mj-cs"/>
          <a:sym typeface="IBM Plex Sans Light"/>
        </a:defRPr>
      </a:lvl9pPr>
    </p:titleStyle>
    <p:body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4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68"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69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14"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36"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60"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382" algn="r" defTabSz="1828922"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58.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58.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CA33-04B5-9509-63B6-538136F38E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94B01D4-37F1-5E93-247E-B36C3AB49749}"/>
              </a:ext>
            </a:extLst>
          </p:cNvPr>
          <p:cNvSpPr/>
          <p:nvPr/>
        </p:nvSpPr>
        <p:spPr bwMode="auto">
          <a:xfrm>
            <a:off x="6096000" y="2989393"/>
            <a:ext cx="18289586"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rgbClr val="0F62FE"/>
                </a:solidFill>
              </a:rPr>
              <a:t>Stable and supported client systems with risk reduction embedded in autonomous systems</a:t>
            </a:r>
          </a:p>
        </p:txBody>
      </p:sp>
      <p:sp>
        <p:nvSpPr>
          <p:cNvPr id="2" name="Title 1">
            <a:extLst>
              <a:ext uri="{FF2B5EF4-FFF2-40B4-BE49-F238E27FC236}">
                <a16:creationId xmlns:a16="http://schemas.microsoft.com/office/drawing/2014/main" id="{FF36FF5C-9A68-A048-1A01-545D4573D318}"/>
              </a:ext>
            </a:extLst>
          </p:cNvPr>
          <p:cNvSpPr>
            <a:spLocks noGrp="1"/>
          </p:cNvSpPr>
          <p:nvPr>
            <p:ph type="title"/>
          </p:nvPr>
        </p:nvSpPr>
        <p:spPr>
          <a:xfrm>
            <a:off x="577584" y="755596"/>
            <a:ext cx="21505274" cy="1952416"/>
          </a:xfrm>
        </p:spPr>
        <p:txBody>
          <a:bodyPr/>
          <a:lstStyle/>
          <a:p>
            <a:r>
              <a:rPr lang="en-US" sz="7198" b="1" dirty="0">
                <a:solidFill>
                  <a:srgbClr val="0043CE"/>
                </a:solidFill>
                <a:latin typeface="IBM Plex Sans Light" panose="020B0403050203000203" pitchFamily="34" charset="0"/>
                <a:ea typeface="+mn-ea"/>
                <a:cs typeface="+mn-cs"/>
              </a:rPr>
              <a:t>Modernization With Trust </a:t>
            </a:r>
            <a:r>
              <a:rPr lang="en-US" sz="7198" dirty="0">
                <a:solidFill>
                  <a:schemeClr val="tx1"/>
                </a:solidFill>
                <a:latin typeface="IBM Plex Sans Light" panose="020B0403050203000203" pitchFamily="34" charset="0"/>
                <a:ea typeface="+mn-ea"/>
                <a:cs typeface="+mn-cs"/>
              </a:rPr>
              <a:t>Blueprint</a:t>
            </a:r>
            <a:r>
              <a:rPr lang="en-US" sz="7198" b="1" dirty="0">
                <a:solidFill>
                  <a:srgbClr val="0043CE"/>
                </a:solidFill>
                <a:latin typeface="IBM Plex Sans Light" panose="020B0403050203000203" pitchFamily="34" charset="0"/>
                <a:ea typeface="+mn-ea"/>
                <a:cs typeface="+mn-cs"/>
              </a:rPr>
              <a:t> </a:t>
            </a: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6A94D83F-FC76-B96E-6B5D-786059C44325}"/>
              </a:ext>
            </a:extLst>
          </p:cNvPr>
          <p:cNvSpPr/>
          <p:nvPr/>
        </p:nvSpPr>
        <p:spPr bwMode="auto">
          <a:xfrm>
            <a:off x="450274" y="12116565"/>
            <a:ext cx="23486630" cy="1406770"/>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algn="ctr" defTabSz="1828800" fontAlgn="base">
              <a:spcBef>
                <a:spcPct val="0"/>
              </a:spcBef>
              <a:spcAft>
                <a:spcPct val="0"/>
              </a:spcAft>
            </a:pPr>
            <a:r>
              <a:rPr lang="en-US" sz="4000" b="1" dirty="0">
                <a:solidFill>
                  <a:srgbClr val="000000"/>
                </a:solidFill>
                <a:latin typeface="IBM Plex Sans Light"/>
              </a:rPr>
              <a:t>One successful pilot defined with success criteria, owners, and measurable outcomes </a:t>
            </a:r>
          </a:p>
        </p:txBody>
      </p:sp>
      <p:sp>
        <p:nvSpPr>
          <p:cNvPr id="3" name="Down Arrow 2">
            <a:extLst>
              <a:ext uri="{FF2B5EF4-FFF2-40B4-BE49-F238E27FC236}">
                <a16:creationId xmlns:a16="http://schemas.microsoft.com/office/drawing/2014/main" id="{E8C988AE-DF21-E49B-92F2-E642440147B0}"/>
              </a:ext>
            </a:extLst>
          </p:cNvPr>
          <p:cNvSpPr/>
          <p:nvPr/>
        </p:nvSpPr>
        <p:spPr bwMode="auto">
          <a:xfrm>
            <a:off x="11103341" y="10890435"/>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rgbClr val="FFFFFF"/>
              </a:solidFill>
              <a:latin typeface="IBM Plex Sans Light"/>
            </a:endParaRPr>
          </a:p>
        </p:txBody>
      </p:sp>
      <p:sp>
        <p:nvSpPr>
          <p:cNvPr id="4" name="Rectangle 3">
            <a:extLst>
              <a:ext uri="{FF2B5EF4-FFF2-40B4-BE49-F238E27FC236}">
                <a16:creationId xmlns:a16="http://schemas.microsoft.com/office/drawing/2014/main" id="{227107E5-F1D3-ABCB-2677-CF45E8E7CD06}"/>
              </a:ext>
            </a:extLst>
          </p:cNvPr>
          <p:cNvSpPr/>
          <p:nvPr/>
        </p:nvSpPr>
        <p:spPr bwMode="auto">
          <a:xfrm>
            <a:off x="577585" y="2989393"/>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algn="ctr" defTabSz="914378" fontAlgn="base">
              <a:spcBef>
                <a:spcPct val="0"/>
              </a:spcBef>
              <a:spcAft>
                <a:spcPct val="0"/>
              </a:spcAft>
            </a:pPr>
            <a:r>
              <a:rPr lang="en-US" sz="4400" b="1" kern="0" dirty="0">
                <a:solidFill>
                  <a:schemeClr val="bg2"/>
                </a:solidFill>
              </a:rPr>
              <a:t>Desired outcome:</a:t>
            </a:r>
          </a:p>
        </p:txBody>
      </p:sp>
      <p:sp>
        <p:nvSpPr>
          <p:cNvPr id="6" name="Pentagon 5">
            <a:extLst>
              <a:ext uri="{FF2B5EF4-FFF2-40B4-BE49-F238E27FC236}">
                <a16:creationId xmlns:a16="http://schemas.microsoft.com/office/drawing/2014/main" id="{ADD4639B-6025-D075-B55E-AD140028F0A3}"/>
              </a:ext>
            </a:extLst>
          </p:cNvPr>
          <p:cNvSpPr/>
          <p:nvPr/>
        </p:nvSpPr>
        <p:spPr bwMode="auto">
          <a:xfrm>
            <a:off x="559209" y="5273070"/>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Current client landscape</a:t>
            </a:r>
          </a:p>
        </p:txBody>
      </p:sp>
      <p:sp>
        <p:nvSpPr>
          <p:cNvPr id="8" name="Chevron 7">
            <a:extLst>
              <a:ext uri="{FF2B5EF4-FFF2-40B4-BE49-F238E27FC236}">
                <a16:creationId xmlns:a16="http://schemas.microsoft.com/office/drawing/2014/main" id="{54372018-7829-2097-0D49-A8F67AFE59CF}"/>
              </a:ext>
            </a:extLst>
          </p:cNvPr>
          <p:cNvSpPr/>
          <p:nvPr/>
        </p:nvSpPr>
        <p:spPr bwMode="auto">
          <a:xfrm>
            <a:off x="8781228" y="5273070"/>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Modernization approach</a:t>
            </a:r>
          </a:p>
        </p:txBody>
      </p:sp>
      <p:sp>
        <p:nvSpPr>
          <p:cNvPr id="10" name="Chevron 9">
            <a:extLst>
              <a:ext uri="{FF2B5EF4-FFF2-40B4-BE49-F238E27FC236}">
                <a16:creationId xmlns:a16="http://schemas.microsoft.com/office/drawing/2014/main" id="{1B6013A8-F893-93B7-E667-4FA5DA37C716}"/>
              </a:ext>
            </a:extLst>
          </p:cNvPr>
          <p:cNvSpPr/>
          <p:nvPr/>
        </p:nvSpPr>
        <p:spPr bwMode="auto">
          <a:xfrm>
            <a:off x="17003247" y="5273070"/>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3200" b="1" i="0" u="none" strike="noStrike" cap="none" normalizeH="0" baseline="0" dirty="0">
                <a:ln>
                  <a:noFill/>
                </a:ln>
                <a:solidFill>
                  <a:schemeClr val="tx1"/>
                </a:solidFill>
                <a:effectLst/>
                <a:latin typeface="+mn-lt"/>
              </a:rPr>
              <a:t>Product capability unlock</a:t>
            </a:r>
          </a:p>
        </p:txBody>
      </p:sp>
      <p:sp>
        <p:nvSpPr>
          <p:cNvPr id="12" name="TextBox 11">
            <a:extLst>
              <a:ext uri="{FF2B5EF4-FFF2-40B4-BE49-F238E27FC236}">
                <a16:creationId xmlns:a16="http://schemas.microsoft.com/office/drawing/2014/main" id="{2EA91FBF-718E-AE03-4818-4BF583B89BEC}"/>
              </a:ext>
            </a:extLst>
          </p:cNvPr>
          <p:cNvSpPr txBox="1"/>
          <p:nvPr/>
        </p:nvSpPr>
        <p:spPr>
          <a:xfrm>
            <a:off x="17040262" y="6988431"/>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Post upgrade – stability</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Introduce enhanced capabilities &amp; new patterns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“Autonomous operations” </a:t>
            </a:r>
          </a:p>
        </p:txBody>
      </p:sp>
      <p:sp>
        <p:nvSpPr>
          <p:cNvPr id="15" name="TextBox 14">
            <a:extLst>
              <a:ext uri="{FF2B5EF4-FFF2-40B4-BE49-F238E27FC236}">
                <a16:creationId xmlns:a16="http://schemas.microsoft.com/office/drawing/2014/main" id="{C1B465A8-0C61-E140-31DC-0C4A0F4A50AC}"/>
              </a:ext>
            </a:extLst>
          </p:cNvPr>
          <p:cNvSpPr txBox="1"/>
          <p:nvPr/>
        </p:nvSpPr>
        <p:spPr>
          <a:xfrm>
            <a:off x="8799736" y="6988431"/>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Pick one slice (domain) that matters – one environment </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Align on what ”clean” means (supported versions, compatibility, controls agreed, rollback defined)</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Execute one upgrade end-to-end </a:t>
            </a:r>
          </a:p>
        </p:txBody>
      </p:sp>
      <p:sp>
        <p:nvSpPr>
          <p:cNvPr id="16" name="TextBox 15">
            <a:extLst>
              <a:ext uri="{FF2B5EF4-FFF2-40B4-BE49-F238E27FC236}">
                <a16:creationId xmlns:a16="http://schemas.microsoft.com/office/drawing/2014/main" id="{749A9A63-BAAE-F75B-147B-37FAE00853DC}"/>
              </a:ext>
            </a:extLst>
          </p:cNvPr>
          <p:cNvSpPr txBox="1"/>
          <p:nvPr/>
        </p:nvSpPr>
        <p:spPr>
          <a:xfrm>
            <a:off x="559209" y="6988431"/>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What runs their business?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Product Versions, integrations with other systems, dependencies,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Business challenges</a:t>
            </a:r>
          </a:p>
          <a:p>
            <a:pPr marL="571500" indent="-571500" algn="l" defTabSz="2438400">
              <a:spcBef>
                <a:spcPts val="2900"/>
              </a:spcBef>
              <a:buSzPct val="100000"/>
              <a:buFont typeface="Arial" panose="020B0604020202020204" pitchFamily="34" charset="0"/>
              <a:buChar char="•"/>
            </a:pPr>
            <a:r>
              <a:rPr lang="en-US" sz="3200" kern="0" dirty="0">
                <a:solidFill>
                  <a:srgbClr val="000000"/>
                </a:solidFill>
                <a:ea typeface="+mj-ea"/>
                <a:cs typeface="+mj-cs"/>
                <a:sym typeface="IBM Plex Sans Light"/>
              </a:rPr>
              <a:t>Regulatory &amp; Audit </a:t>
            </a:r>
            <a:r>
              <a:rPr lang="en-US" sz="3200" kern="0" dirty="0" err="1">
                <a:solidFill>
                  <a:srgbClr val="000000"/>
                </a:solidFill>
                <a:ea typeface="+mj-ea"/>
                <a:cs typeface="+mj-cs"/>
                <a:sym typeface="IBM Plex Sans Light"/>
              </a:rPr>
              <a:t>reqs</a:t>
            </a:r>
            <a:endParaRPr lang="en-US" sz="3200"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4982048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6A502-B096-1006-B2FD-B7D26D7C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50A19-9BA8-7E68-2A63-E6F3FFA6BE08}"/>
              </a:ext>
            </a:extLst>
          </p:cNvPr>
          <p:cNvSpPr>
            <a:spLocks noGrp="1"/>
          </p:cNvSpPr>
          <p:nvPr>
            <p:ph type="title"/>
          </p:nvPr>
        </p:nvSpPr>
        <p:spPr>
          <a:xfrm>
            <a:off x="577584" y="755596"/>
            <a:ext cx="21505274" cy="1952416"/>
          </a:xfrm>
        </p:spPr>
        <p:txBody>
          <a:bodyPr/>
          <a:lstStyle/>
          <a:p>
            <a:r>
              <a:rPr lang="en-US" sz="7198" b="1" dirty="0">
                <a:solidFill>
                  <a:srgbClr val="0043CE"/>
                </a:solidFill>
                <a:latin typeface="IBM Plex Sans Light" panose="020B0403050203000203" pitchFamily="34" charset="0"/>
                <a:ea typeface="+mn-ea"/>
                <a:cs typeface="+mn-cs"/>
              </a:rPr>
              <a:t>Modernization</a:t>
            </a:r>
            <a:r>
              <a:rPr lang="en-US" sz="7198" dirty="0">
                <a:solidFill>
                  <a:srgbClr val="000000"/>
                </a:solidFill>
                <a:latin typeface="IBM Plex Sans Light" panose="020B0403050203000203" pitchFamily="34" charset="0"/>
                <a:ea typeface="+mn-ea"/>
                <a:cs typeface="+mn-cs"/>
              </a:rPr>
              <a:t> approach – zoom in  </a:t>
            </a:r>
            <a:br>
              <a:rPr lang="en-US" sz="7200" i="1" dirty="0"/>
            </a:br>
            <a:endParaRPr lang="en-US" sz="7198" dirty="0">
              <a:solidFill>
                <a:srgbClr val="000000"/>
              </a:solidFill>
              <a:latin typeface="IBM Plex Sans Light" panose="020B0403050203000203" pitchFamily="34" charset="0"/>
              <a:ea typeface="+mn-ea"/>
              <a:cs typeface="+mn-cs"/>
            </a:endParaRPr>
          </a:p>
        </p:txBody>
      </p:sp>
      <p:pic>
        <p:nvPicPr>
          <p:cNvPr id="7" name="Graphic 6" descr="Zoom in with solid fill">
            <a:extLst>
              <a:ext uri="{FF2B5EF4-FFF2-40B4-BE49-F238E27FC236}">
                <a16:creationId xmlns:a16="http://schemas.microsoft.com/office/drawing/2014/main" id="{3F85F471-3A4D-2CD1-BC86-124864914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81845" y="966169"/>
            <a:ext cx="914400" cy="914400"/>
          </a:xfrm>
          <a:prstGeom prst="rect">
            <a:avLst/>
          </a:prstGeom>
        </p:spPr>
      </p:pic>
      <p:pic>
        <p:nvPicPr>
          <p:cNvPr id="22" name="Graphic 21" descr="Harvey Balls 5% with solid fill">
            <a:extLst>
              <a:ext uri="{FF2B5EF4-FFF2-40B4-BE49-F238E27FC236}">
                <a16:creationId xmlns:a16="http://schemas.microsoft.com/office/drawing/2014/main" id="{78B79345-55F9-D70C-DBFC-9B42040DAE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730" y="2714241"/>
            <a:ext cx="1379804" cy="1379804"/>
          </a:xfrm>
          <a:prstGeom prst="rect">
            <a:avLst/>
          </a:prstGeom>
        </p:spPr>
      </p:pic>
      <p:pic>
        <p:nvPicPr>
          <p:cNvPr id="24" name="Graphic 23" descr="Cause And Effect outline">
            <a:extLst>
              <a:ext uri="{FF2B5EF4-FFF2-40B4-BE49-F238E27FC236}">
                <a16:creationId xmlns:a16="http://schemas.microsoft.com/office/drawing/2014/main" id="{AD9DA0E4-8612-7B09-2D8F-EA54298B04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730" y="6205842"/>
            <a:ext cx="1379804" cy="1379804"/>
          </a:xfrm>
          <a:prstGeom prst="rect">
            <a:avLst/>
          </a:prstGeom>
        </p:spPr>
      </p:pic>
      <p:pic>
        <p:nvPicPr>
          <p:cNvPr id="26" name="Graphic 25" descr="Beaker with solid fill">
            <a:extLst>
              <a:ext uri="{FF2B5EF4-FFF2-40B4-BE49-F238E27FC236}">
                <a16:creationId xmlns:a16="http://schemas.microsoft.com/office/drawing/2014/main" id="{27AA3E6E-FAB7-3EF8-2250-97BE340E17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2730" y="8030265"/>
            <a:ext cx="1379804" cy="1379804"/>
          </a:xfrm>
          <a:prstGeom prst="rect">
            <a:avLst/>
          </a:prstGeom>
        </p:spPr>
      </p:pic>
      <p:pic>
        <p:nvPicPr>
          <p:cNvPr id="28" name="Graphic 27" descr="Repeat with solid fill">
            <a:extLst>
              <a:ext uri="{FF2B5EF4-FFF2-40B4-BE49-F238E27FC236}">
                <a16:creationId xmlns:a16="http://schemas.microsoft.com/office/drawing/2014/main" id="{87FF15DE-F152-F644-90EA-FB9370048B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2730" y="9854688"/>
            <a:ext cx="1379804" cy="1379804"/>
          </a:xfrm>
          <a:prstGeom prst="rect">
            <a:avLst/>
          </a:prstGeom>
        </p:spPr>
      </p:pic>
      <p:pic>
        <p:nvPicPr>
          <p:cNvPr id="30" name="Graphic 29" descr="Bar graph with upward trend outline">
            <a:extLst>
              <a:ext uri="{FF2B5EF4-FFF2-40B4-BE49-F238E27FC236}">
                <a16:creationId xmlns:a16="http://schemas.microsoft.com/office/drawing/2014/main" id="{88DDB66B-AEFF-DF6A-B370-B1460FAE27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2730" y="11679112"/>
            <a:ext cx="1379804" cy="1379804"/>
          </a:xfrm>
          <a:prstGeom prst="rect">
            <a:avLst/>
          </a:prstGeom>
        </p:spPr>
      </p:pic>
      <p:sp>
        <p:nvSpPr>
          <p:cNvPr id="31" name="TextBox 30">
            <a:extLst>
              <a:ext uri="{FF2B5EF4-FFF2-40B4-BE49-F238E27FC236}">
                <a16:creationId xmlns:a16="http://schemas.microsoft.com/office/drawing/2014/main" id="{857350A8-5A99-F356-5ACF-61224A647651}"/>
              </a:ext>
            </a:extLst>
          </p:cNvPr>
          <p:cNvSpPr txBox="1"/>
          <p:nvPr/>
        </p:nvSpPr>
        <p:spPr>
          <a:xfrm>
            <a:off x="2425148" y="2554338"/>
            <a:ext cx="21384270" cy="8000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7" name="TextBox 36">
            <a:extLst>
              <a:ext uri="{FF2B5EF4-FFF2-40B4-BE49-F238E27FC236}">
                <a16:creationId xmlns:a16="http://schemas.microsoft.com/office/drawing/2014/main" id="{FB165B1D-EFDF-81A6-E42D-FE87B136712F}"/>
              </a:ext>
            </a:extLst>
          </p:cNvPr>
          <p:cNvSpPr txBox="1"/>
          <p:nvPr/>
        </p:nvSpPr>
        <p:spPr>
          <a:xfrm>
            <a:off x="2116414" y="2879654"/>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Pick </a:t>
            </a:r>
            <a:r>
              <a:rPr lang="en-US" b="1" kern="0" dirty="0">
                <a:solidFill>
                  <a:schemeClr val="accent1"/>
                </a:solidFill>
                <a:ea typeface="+mj-ea"/>
                <a:cs typeface="+mj-cs"/>
                <a:sym typeface="IBM Plex Sans Light"/>
              </a:rPr>
              <a:t>one slice </a:t>
            </a:r>
            <a:r>
              <a:rPr lang="en-US" b="1" kern="0" dirty="0">
                <a:solidFill>
                  <a:srgbClr val="000000"/>
                </a:solidFill>
                <a:ea typeface="+mj-ea"/>
                <a:cs typeface="+mj-cs"/>
                <a:sym typeface="IBM Plex Sans Light"/>
              </a:rPr>
              <a:t>that matters</a:t>
            </a:r>
          </a:p>
        </p:txBody>
      </p:sp>
      <p:sp>
        <p:nvSpPr>
          <p:cNvPr id="38" name="TextBox 37">
            <a:extLst>
              <a:ext uri="{FF2B5EF4-FFF2-40B4-BE49-F238E27FC236}">
                <a16:creationId xmlns:a16="http://schemas.microsoft.com/office/drawing/2014/main" id="{C4ED82FC-F3A1-A9E8-E7CC-911DA6696ADD}"/>
              </a:ext>
            </a:extLst>
          </p:cNvPr>
          <p:cNvSpPr txBox="1"/>
          <p:nvPr/>
        </p:nvSpPr>
        <p:spPr>
          <a:xfrm>
            <a:off x="2116414" y="6465602"/>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Execute one upgrade </a:t>
            </a:r>
            <a:r>
              <a:rPr lang="en-US" b="1" kern="0" dirty="0">
                <a:solidFill>
                  <a:schemeClr val="accent1"/>
                </a:solidFill>
                <a:ea typeface="+mj-ea"/>
                <a:cs typeface="+mj-cs"/>
                <a:sym typeface="IBM Plex Sans Light"/>
              </a:rPr>
              <a:t>end to end</a:t>
            </a:r>
          </a:p>
        </p:txBody>
      </p:sp>
      <p:sp>
        <p:nvSpPr>
          <p:cNvPr id="39" name="TextBox 38">
            <a:extLst>
              <a:ext uri="{FF2B5EF4-FFF2-40B4-BE49-F238E27FC236}">
                <a16:creationId xmlns:a16="http://schemas.microsoft.com/office/drawing/2014/main" id="{C67B91A9-0E83-5151-8163-B0F5E11EACDF}"/>
              </a:ext>
            </a:extLst>
          </p:cNvPr>
          <p:cNvSpPr txBox="1"/>
          <p:nvPr/>
        </p:nvSpPr>
        <p:spPr>
          <a:xfrm>
            <a:off x="2116414" y="8258576"/>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Prove it with </a:t>
            </a:r>
            <a:r>
              <a:rPr lang="en-US" b="1" kern="0" dirty="0">
                <a:solidFill>
                  <a:schemeClr val="accent1"/>
                </a:solidFill>
                <a:ea typeface="+mj-ea"/>
                <a:cs typeface="+mj-cs"/>
                <a:sym typeface="IBM Plex Sans Light"/>
              </a:rPr>
              <a:t>evidence</a:t>
            </a:r>
          </a:p>
        </p:txBody>
      </p:sp>
      <p:sp>
        <p:nvSpPr>
          <p:cNvPr id="40" name="TextBox 39">
            <a:extLst>
              <a:ext uri="{FF2B5EF4-FFF2-40B4-BE49-F238E27FC236}">
                <a16:creationId xmlns:a16="http://schemas.microsoft.com/office/drawing/2014/main" id="{3F9C22F5-C1EB-E05C-CCA4-81E28DA0B0DE}"/>
              </a:ext>
            </a:extLst>
          </p:cNvPr>
          <p:cNvSpPr txBox="1"/>
          <p:nvPr/>
        </p:nvSpPr>
        <p:spPr>
          <a:xfrm>
            <a:off x="2116414" y="10051550"/>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Create a </a:t>
            </a:r>
            <a:r>
              <a:rPr lang="en-US" b="1" kern="0" dirty="0">
                <a:solidFill>
                  <a:schemeClr val="accent1"/>
                </a:solidFill>
                <a:ea typeface="+mj-ea"/>
                <a:cs typeface="+mj-cs"/>
                <a:sym typeface="IBM Plex Sans Light"/>
              </a:rPr>
              <a:t>repeatable</a:t>
            </a:r>
            <a:r>
              <a:rPr lang="en-US" b="1" kern="0" dirty="0">
                <a:solidFill>
                  <a:srgbClr val="000000"/>
                </a:solidFill>
                <a:ea typeface="+mj-ea"/>
                <a:cs typeface="+mj-cs"/>
                <a:sym typeface="IBM Plex Sans Light"/>
              </a:rPr>
              <a:t> pattern</a:t>
            </a:r>
          </a:p>
        </p:txBody>
      </p:sp>
      <p:sp>
        <p:nvSpPr>
          <p:cNvPr id="41" name="TextBox 40">
            <a:extLst>
              <a:ext uri="{FF2B5EF4-FFF2-40B4-BE49-F238E27FC236}">
                <a16:creationId xmlns:a16="http://schemas.microsoft.com/office/drawing/2014/main" id="{171C5F18-4BFB-0DA4-569D-D1F7A23CC974}"/>
              </a:ext>
            </a:extLst>
          </p:cNvPr>
          <p:cNvSpPr txBox="1"/>
          <p:nvPr/>
        </p:nvSpPr>
        <p:spPr>
          <a:xfrm>
            <a:off x="2116414" y="11844525"/>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Scale in </a:t>
            </a:r>
            <a:r>
              <a:rPr lang="en-US" b="1" kern="0" dirty="0">
                <a:solidFill>
                  <a:schemeClr val="accent1"/>
                </a:solidFill>
                <a:ea typeface="+mj-ea"/>
                <a:cs typeface="+mj-cs"/>
                <a:sym typeface="IBM Plex Sans Light"/>
              </a:rPr>
              <a:t>waves</a:t>
            </a:r>
          </a:p>
        </p:txBody>
      </p:sp>
      <p:sp>
        <p:nvSpPr>
          <p:cNvPr id="42" name="TextBox 41">
            <a:extLst>
              <a:ext uri="{FF2B5EF4-FFF2-40B4-BE49-F238E27FC236}">
                <a16:creationId xmlns:a16="http://schemas.microsoft.com/office/drawing/2014/main" id="{05F20BEF-6EDE-BF63-2DA8-B8929780EA89}"/>
              </a:ext>
            </a:extLst>
          </p:cNvPr>
          <p:cNvSpPr txBox="1"/>
          <p:nvPr/>
        </p:nvSpPr>
        <p:spPr>
          <a:xfrm>
            <a:off x="10455965" y="2637045"/>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Pick one end-to-end business flow and its full dependency chain. Apps, integration, data, identity, and operations. Modernize that whole slice together so the upgrade does not break; example customer onboarding, claims intake, fraud,</a:t>
            </a:r>
          </a:p>
          <a:p>
            <a:pPr marL="571500" indent="-571500" defTabSz="2438400">
              <a:spcBef>
                <a:spcPts val="1100"/>
              </a:spcBef>
              <a:buSzPct val="100000"/>
              <a:buFont typeface="Arial" panose="020B0604020202020204" pitchFamily="34" charset="0"/>
              <a:buChar char="•"/>
            </a:pPr>
            <a:endParaRPr lang="en-US" sz="2800" kern="0" dirty="0">
              <a:solidFill>
                <a:srgbClr val="000000"/>
              </a:solidFill>
              <a:ea typeface="+mj-ea"/>
              <a:cs typeface="+mj-cs"/>
              <a:sym typeface="IBM Plex Sans Light"/>
            </a:endParaRPr>
          </a:p>
        </p:txBody>
      </p:sp>
      <p:sp>
        <p:nvSpPr>
          <p:cNvPr id="43" name="TextBox 42">
            <a:extLst>
              <a:ext uri="{FF2B5EF4-FFF2-40B4-BE49-F238E27FC236}">
                <a16:creationId xmlns:a16="http://schemas.microsoft.com/office/drawing/2014/main" id="{7773495F-1626-C249-1BCB-16848893897C}"/>
              </a:ext>
            </a:extLst>
          </p:cNvPr>
          <p:cNvSpPr txBox="1"/>
          <p:nvPr/>
        </p:nvSpPr>
        <p:spPr>
          <a:xfrm>
            <a:off x="10455965" y="4430019"/>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Align with the client sponsor on upgrade acceptance criteria: supported versions, compatibility, controls, rollback, and audit evidence</a:t>
            </a:r>
            <a:endParaRPr lang="en-US" sz="2800" kern="0" dirty="0">
              <a:solidFill>
                <a:srgbClr val="000000"/>
              </a:solidFill>
              <a:sym typeface="IBM Plex Sans Light"/>
            </a:endParaRPr>
          </a:p>
        </p:txBody>
      </p:sp>
      <p:sp>
        <p:nvSpPr>
          <p:cNvPr id="44" name="TextBox 43">
            <a:extLst>
              <a:ext uri="{FF2B5EF4-FFF2-40B4-BE49-F238E27FC236}">
                <a16:creationId xmlns:a16="http://schemas.microsoft.com/office/drawing/2014/main" id="{D39DCAB6-72E5-F243-58AF-68D3270EFD32}"/>
              </a:ext>
            </a:extLst>
          </p:cNvPr>
          <p:cNvSpPr txBox="1"/>
          <p:nvPr/>
        </p:nvSpPr>
        <p:spPr>
          <a:xfrm>
            <a:off x="10455965" y="6222993"/>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One IBM owner coordinates IBM product, support, and delivery with the client’s platform, application, and risk owners through one shared plan, one weekly cadence, and one escalation path</a:t>
            </a:r>
            <a:endParaRPr lang="en-US" sz="2800" kern="0" dirty="0">
              <a:solidFill>
                <a:srgbClr val="000000"/>
              </a:solidFill>
              <a:sym typeface="IBM Plex Sans Light"/>
            </a:endParaRPr>
          </a:p>
          <a:p>
            <a:pPr marL="571500" indent="-571500" defTabSz="2438400">
              <a:spcBef>
                <a:spcPts val="1100"/>
              </a:spcBef>
              <a:buSzPct val="100000"/>
              <a:buFont typeface="Arial" panose="020B0604020202020204" pitchFamily="34" charset="0"/>
              <a:buChar char="•"/>
            </a:pPr>
            <a:endParaRPr lang="en-US" sz="2800" kern="0" dirty="0">
              <a:solidFill>
                <a:srgbClr val="000000"/>
              </a:solidFill>
              <a:ea typeface="+mj-ea"/>
              <a:cs typeface="+mj-cs"/>
              <a:sym typeface="IBM Plex Sans Light"/>
            </a:endParaRPr>
          </a:p>
        </p:txBody>
      </p:sp>
      <p:sp>
        <p:nvSpPr>
          <p:cNvPr id="45" name="TextBox 44">
            <a:extLst>
              <a:ext uri="{FF2B5EF4-FFF2-40B4-BE49-F238E27FC236}">
                <a16:creationId xmlns:a16="http://schemas.microsoft.com/office/drawing/2014/main" id="{4ADC0D6A-6065-910B-E060-CA4DCC110A26}"/>
              </a:ext>
            </a:extLst>
          </p:cNvPr>
          <p:cNvSpPr txBox="1"/>
          <p:nvPr/>
        </p:nvSpPr>
        <p:spPr>
          <a:xfrm>
            <a:off x="10455965" y="8015967"/>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kern="0" dirty="0">
                <a:solidFill>
                  <a:srgbClr val="000000"/>
                </a:solidFill>
                <a:sym typeface="IBM Plex Sans Light"/>
              </a:rPr>
              <a:t>Operational stability results, clean execution of the change window, audit-ready artifacts, and a short set of lessons to make the next run faster</a:t>
            </a:r>
          </a:p>
        </p:txBody>
      </p:sp>
      <p:sp>
        <p:nvSpPr>
          <p:cNvPr id="46" name="TextBox 45">
            <a:extLst>
              <a:ext uri="{FF2B5EF4-FFF2-40B4-BE49-F238E27FC236}">
                <a16:creationId xmlns:a16="http://schemas.microsoft.com/office/drawing/2014/main" id="{6F470345-E0EF-F280-5351-5826F26D5D82}"/>
              </a:ext>
            </a:extLst>
          </p:cNvPr>
          <p:cNvSpPr txBox="1"/>
          <p:nvPr/>
        </p:nvSpPr>
        <p:spPr>
          <a:xfrm>
            <a:off x="10455965" y="9808941"/>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Capture the steps, prerequisites, and ownership in a simple runbook so the next upgrade is repeatable and quicker, not a reinvention</a:t>
            </a:r>
            <a:endParaRPr lang="en-US" sz="2800" kern="0" dirty="0">
              <a:solidFill>
                <a:srgbClr val="000000"/>
              </a:solidFill>
              <a:ea typeface="+mj-ea"/>
              <a:cs typeface="+mj-cs"/>
              <a:sym typeface="IBM Plex Sans Light"/>
            </a:endParaRPr>
          </a:p>
        </p:txBody>
      </p:sp>
      <p:sp>
        <p:nvSpPr>
          <p:cNvPr id="47" name="TextBox 46">
            <a:extLst>
              <a:ext uri="{FF2B5EF4-FFF2-40B4-BE49-F238E27FC236}">
                <a16:creationId xmlns:a16="http://schemas.microsoft.com/office/drawing/2014/main" id="{61F4A868-1B83-3C17-C0E6-8EF63925D1B6}"/>
              </a:ext>
            </a:extLst>
          </p:cNvPr>
          <p:cNvSpPr txBox="1"/>
          <p:nvPr/>
        </p:nvSpPr>
        <p:spPr>
          <a:xfrm>
            <a:off x="10455965" y="11601916"/>
            <a:ext cx="13348598" cy="1534197"/>
          </a:xfrm>
          <a:prstGeom prst="rect">
            <a:avLst/>
          </a:prstGeom>
          <a:solidFill>
            <a:srgbClr val="E5F6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indent="-571500" defTabSz="2438400">
              <a:spcBef>
                <a:spcPts val="1100"/>
              </a:spcBef>
              <a:buSzPct val="100000"/>
              <a:buFont typeface="Arial" panose="020B0604020202020204" pitchFamily="34" charset="0"/>
              <a:buChar char="•"/>
            </a:pPr>
            <a:r>
              <a:rPr lang="en-US" sz="2800" dirty="0"/>
              <a:t>Repeat the proven pattern on the next 2–3 targets, then broaden the scope once the operating model is steady</a:t>
            </a:r>
            <a:endParaRPr lang="en-US" sz="2800" kern="0" dirty="0">
              <a:solidFill>
                <a:srgbClr val="000000"/>
              </a:solidFill>
              <a:ea typeface="+mj-ea"/>
              <a:cs typeface="+mj-cs"/>
              <a:sym typeface="IBM Plex Sans Light"/>
            </a:endParaRPr>
          </a:p>
        </p:txBody>
      </p:sp>
      <p:sp>
        <p:nvSpPr>
          <p:cNvPr id="48" name="TextBox 47">
            <a:extLst>
              <a:ext uri="{FF2B5EF4-FFF2-40B4-BE49-F238E27FC236}">
                <a16:creationId xmlns:a16="http://schemas.microsoft.com/office/drawing/2014/main" id="{0B310CEA-5F40-E52D-8922-9DE85565A278}"/>
              </a:ext>
            </a:extLst>
          </p:cNvPr>
          <p:cNvSpPr txBox="1"/>
          <p:nvPr/>
        </p:nvSpPr>
        <p:spPr>
          <a:xfrm>
            <a:off x="2116414" y="4672628"/>
            <a:ext cx="6871528" cy="10489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l" defTabSz="2438400">
              <a:spcBef>
                <a:spcPts val="2900"/>
              </a:spcBef>
              <a:buSzPct val="100000"/>
            </a:pPr>
            <a:r>
              <a:rPr lang="en-US" b="1" kern="0" dirty="0">
                <a:solidFill>
                  <a:srgbClr val="000000"/>
                </a:solidFill>
                <a:ea typeface="+mj-ea"/>
                <a:cs typeface="+mj-cs"/>
                <a:sym typeface="IBM Plex Sans Light"/>
              </a:rPr>
              <a:t>Align on what </a:t>
            </a:r>
            <a:r>
              <a:rPr lang="en-US" b="1" kern="0" dirty="0">
                <a:solidFill>
                  <a:schemeClr val="accent1"/>
                </a:solidFill>
                <a:ea typeface="+mj-ea"/>
                <a:cs typeface="+mj-cs"/>
                <a:sym typeface="IBM Plex Sans Light"/>
              </a:rPr>
              <a:t>clean</a:t>
            </a:r>
            <a:r>
              <a:rPr lang="en-US" b="1" kern="0" dirty="0">
                <a:solidFill>
                  <a:srgbClr val="000000"/>
                </a:solidFill>
                <a:ea typeface="+mj-ea"/>
                <a:cs typeface="+mj-cs"/>
                <a:sym typeface="IBM Plex Sans Light"/>
              </a:rPr>
              <a:t> means</a:t>
            </a:r>
          </a:p>
        </p:txBody>
      </p:sp>
      <p:pic>
        <p:nvPicPr>
          <p:cNvPr id="50" name="Graphic 49" descr="Handshake outline">
            <a:extLst>
              <a:ext uri="{FF2B5EF4-FFF2-40B4-BE49-F238E27FC236}">
                <a16:creationId xmlns:a16="http://schemas.microsoft.com/office/drawing/2014/main" id="{95B0B4CC-18A0-76A8-4E9B-CA50D981EA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2730" y="4538664"/>
            <a:ext cx="1222559" cy="1222559"/>
          </a:xfrm>
          <a:prstGeom prst="rect">
            <a:avLst/>
          </a:prstGeom>
        </p:spPr>
      </p:pic>
    </p:spTree>
    <p:extLst>
      <p:ext uri="{BB962C8B-B14F-4D97-AF65-F5344CB8AC3E}">
        <p14:creationId xmlns:p14="http://schemas.microsoft.com/office/powerpoint/2010/main" val="176224176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44F5-FE21-1465-315B-D82E22E9B80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03A8B5C-B540-FFBC-B4AF-7B54704B2A6A}"/>
              </a:ext>
            </a:extLst>
          </p:cNvPr>
          <p:cNvSpPr/>
          <p:nvPr/>
        </p:nvSpPr>
        <p:spPr bwMode="auto">
          <a:xfrm>
            <a:off x="5833429" y="2653451"/>
            <a:ext cx="17976162" cy="178139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marL="0" marR="0" lvl="0" indent="0" algn="ctr" defTabSz="914378" rtl="0" eaLnBrk="1" fontAlgn="base" latinLnBrk="0" hangingPunct="1">
              <a:lnSpc>
                <a:spcPct val="100000"/>
              </a:lnSpc>
              <a:spcBef>
                <a:spcPct val="0"/>
              </a:spcBef>
              <a:spcAft>
                <a:spcPct val="0"/>
              </a:spcAft>
              <a:buClrTx/>
              <a:buSzTx/>
              <a:buFontTx/>
              <a:buNone/>
              <a:tabLst/>
              <a:defRPr/>
            </a:pPr>
            <a:r>
              <a:rPr kumimoji="0" lang="en-US" sz="4400" b="1" i="0" u="none" strike="noStrike" kern="0" cap="none" spc="0" normalizeH="0" baseline="0" noProof="0" dirty="0">
                <a:ln>
                  <a:noFill/>
                </a:ln>
                <a:solidFill>
                  <a:srgbClr val="0F62FE"/>
                </a:solidFill>
                <a:effectLst/>
                <a:uLnTx/>
                <a:uFillTx/>
                <a:latin typeface="IBM Plex Sans Light"/>
                <a:ea typeface="+mn-ea"/>
                <a:cs typeface="+mn-cs"/>
              </a:rPr>
              <a:t>Stable, supported workflow platform that is audit-ready by default and easier to operate</a:t>
            </a:r>
          </a:p>
        </p:txBody>
      </p:sp>
      <p:sp>
        <p:nvSpPr>
          <p:cNvPr id="2" name="Title 1">
            <a:extLst>
              <a:ext uri="{FF2B5EF4-FFF2-40B4-BE49-F238E27FC236}">
                <a16:creationId xmlns:a16="http://schemas.microsoft.com/office/drawing/2014/main" id="{3CD1E3A8-0419-8528-AD30-64F0EC52B537}"/>
              </a:ext>
            </a:extLst>
          </p:cNvPr>
          <p:cNvSpPr>
            <a:spLocks noGrp="1"/>
          </p:cNvSpPr>
          <p:nvPr>
            <p:ph type="title"/>
          </p:nvPr>
        </p:nvSpPr>
        <p:spPr>
          <a:xfrm>
            <a:off x="577583" y="755596"/>
            <a:ext cx="17051197" cy="1375301"/>
          </a:xfrm>
        </p:spPr>
        <p:txBody>
          <a:bodyPr/>
          <a:lstStyle/>
          <a:p>
            <a:r>
              <a:rPr lang="en-US" sz="7198" dirty="0">
                <a:solidFill>
                  <a:srgbClr val="000000"/>
                </a:solidFill>
                <a:latin typeface="IBM Plex Sans Light" panose="020B0403050203000203" pitchFamily="34" charset="0"/>
                <a:ea typeface="+mn-ea"/>
                <a:cs typeface="+mn-cs"/>
              </a:rPr>
              <a:t>Example: </a:t>
            </a:r>
            <a:r>
              <a:rPr lang="en-US" sz="7198" b="1" dirty="0">
                <a:solidFill>
                  <a:srgbClr val="0043CE"/>
                </a:solidFill>
                <a:latin typeface="IBM Plex Sans Light" panose="020B0403050203000203" pitchFamily="34" charset="0"/>
                <a:ea typeface="+mn-ea"/>
                <a:cs typeface="+mn-cs"/>
              </a:rPr>
              <a:t>BAW Modernization</a:t>
            </a:r>
            <a:r>
              <a:rPr lang="en-US" sz="7198" dirty="0">
                <a:solidFill>
                  <a:srgbClr val="000000"/>
                </a:solidFill>
                <a:latin typeface="IBM Plex Sans Light" panose="020B0403050203000203" pitchFamily="34" charset="0"/>
                <a:ea typeface="+mn-ea"/>
                <a:cs typeface="+mn-cs"/>
              </a:rPr>
              <a:t> With Trust </a:t>
            </a:r>
            <a:br>
              <a:rPr lang="en-US" sz="7198" dirty="0">
                <a:solidFill>
                  <a:srgbClr val="000000"/>
                </a:solidFill>
                <a:latin typeface="IBM Plex Sans Light" panose="020B0403050203000203" pitchFamily="34" charset="0"/>
                <a:ea typeface="+mn-ea"/>
                <a:cs typeface="+mn-cs"/>
              </a:rPr>
            </a:br>
            <a:br>
              <a:rPr lang="en-US" sz="7200" i="1" dirty="0"/>
            </a:br>
            <a:endParaRPr lang="en-US" sz="7198" dirty="0">
              <a:solidFill>
                <a:srgbClr val="000000"/>
              </a:solidFill>
              <a:latin typeface="IBM Plex Sans Light" panose="020B0403050203000203" pitchFamily="34" charset="0"/>
              <a:ea typeface="+mn-ea"/>
              <a:cs typeface="+mn-cs"/>
            </a:endParaRPr>
          </a:p>
        </p:txBody>
      </p:sp>
      <p:sp>
        <p:nvSpPr>
          <p:cNvPr id="11" name="Rectangle 10">
            <a:extLst>
              <a:ext uri="{FF2B5EF4-FFF2-40B4-BE49-F238E27FC236}">
                <a16:creationId xmlns:a16="http://schemas.microsoft.com/office/drawing/2014/main" id="{A2C0639C-3D0E-6451-1657-643BF680789E}"/>
              </a:ext>
            </a:extLst>
          </p:cNvPr>
          <p:cNvSpPr/>
          <p:nvPr/>
        </p:nvSpPr>
        <p:spPr bwMode="auto">
          <a:xfrm>
            <a:off x="655167" y="11667565"/>
            <a:ext cx="23359320" cy="1034954"/>
          </a:xfrm>
          <a:prstGeom prst="rect">
            <a:avLst/>
          </a:prstGeom>
          <a:no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ctr" anchorCtr="0" compatLnSpc="1">
            <a:prstTxWarp prst="textNoShape">
              <a:avLst/>
            </a:prstTxWarp>
          </a:body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4000" b="1" i="0" u="none" strike="noStrike" kern="1200" cap="none" spc="0" normalizeH="0" baseline="0" noProof="0" dirty="0">
                <a:ln>
                  <a:noFill/>
                </a:ln>
                <a:solidFill>
                  <a:srgbClr val="000000"/>
                </a:solidFill>
                <a:effectLst/>
                <a:uLnTx/>
                <a:uFillTx/>
                <a:latin typeface="IBM Plex Sans Light"/>
                <a:ea typeface="+mn-ea"/>
                <a:cs typeface="+mn-cs"/>
              </a:rPr>
              <a:t>One successful pilot defined with success criteria, owners, and measurable outcomes </a:t>
            </a:r>
          </a:p>
        </p:txBody>
      </p:sp>
      <p:sp>
        <p:nvSpPr>
          <p:cNvPr id="3" name="Down Arrow 2">
            <a:extLst>
              <a:ext uri="{FF2B5EF4-FFF2-40B4-BE49-F238E27FC236}">
                <a16:creationId xmlns:a16="http://schemas.microsoft.com/office/drawing/2014/main" id="{8E1F01E4-224B-F3B0-23A3-7B2CF5FF0B1F}"/>
              </a:ext>
            </a:extLst>
          </p:cNvPr>
          <p:cNvSpPr/>
          <p:nvPr/>
        </p:nvSpPr>
        <p:spPr bwMode="auto">
          <a:xfrm>
            <a:off x="11139302" y="10587941"/>
            <a:ext cx="2180492" cy="1406770"/>
          </a:xfrm>
          <a:prstGeom prst="downArrow">
            <a:avLst/>
          </a:prstGeom>
          <a:solidFill>
            <a:srgbClr val="1062FE"/>
          </a:solidFill>
          <a:ln w="19050">
            <a:solidFill>
              <a:srgbClr val="10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marL="0" marR="0" lvl="0" indent="0" algn="l" defTabSz="18288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53656872-0E16-966A-F03E-2BC7FC4EC663}"/>
              </a:ext>
            </a:extLst>
          </p:cNvPr>
          <p:cNvSpPr/>
          <p:nvPr/>
        </p:nvSpPr>
        <p:spPr bwMode="auto">
          <a:xfrm>
            <a:off x="577584" y="2656588"/>
            <a:ext cx="4946916" cy="1781390"/>
          </a:xfrm>
          <a:prstGeom prst="rect">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ctr" anchorCtr="0" compatLnSpc="1">
            <a:prstTxWarp prst="textNoShape">
              <a:avLst/>
            </a:prstTxWarp>
          </a:bodyPr>
          <a:lstStyle/>
          <a:p>
            <a:pPr marL="0" marR="0" lvl="0" indent="0" algn="ctr" defTabSz="914378" rtl="0" eaLnBrk="1" fontAlgn="base" latinLnBrk="0" hangingPunct="1">
              <a:lnSpc>
                <a:spcPct val="100000"/>
              </a:lnSpc>
              <a:spcBef>
                <a:spcPct val="0"/>
              </a:spcBef>
              <a:spcAft>
                <a:spcPct val="0"/>
              </a:spcAft>
              <a:buClrTx/>
              <a:buSzTx/>
              <a:buFontTx/>
              <a:buNone/>
              <a:tabLst/>
              <a:defRPr/>
            </a:pPr>
            <a:r>
              <a:rPr kumimoji="0" lang="en-US" sz="4400" b="1" i="0" u="none" strike="noStrike" kern="0" cap="none" spc="0" normalizeH="0" baseline="0" noProof="0" dirty="0">
                <a:ln>
                  <a:noFill/>
                </a:ln>
                <a:solidFill>
                  <a:srgbClr val="FFFFFF"/>
                </a:solidFill>
                <a:effectLst/>
                <a:uLnTx/>
                <a:uFillTx/>
                <a:latin typeface="IBM Plex Sans Light"/>
                <a:ea typeface="+mn-ea"/>
                <a:cs typeface="+mn-cs"/>
              </a:rPr>
              <a:t>Desired outcome:</a:t>
            </a:r>
          </a:p>
        </p:txBody>
      </p:sp>
      <p:sp>
        <p:nvSpPr>
          <p:cNvPr id="6" name="Pentagon 5">
            <a:extLst>
              <a:ext uri="{FF2B5EF4-FFF2-40B4-BE49-F238E27FC236}">
                <a16:creationId xmlns:a16="http://schemas.microsoft.com/office/drawing/2014/main" id="{B809D6BC-FD89-879D-4DA1-71C01D8CF13C}"/>
              </a:ext>
            </a:extLst>
          </p:cNvPr>
          <p:cNvSpPr/>
          <p:nvPr/>
        </p:nvSpPr>
        <p:spPr bwMode="auto">
          <a:xfrm>
            <a:off x="540834" y="5037343"/>
            <a:ext cx="6915017" cy="1351722"/>
          </a:xfrm>
          <a:prstGeom prst="homePlat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Current client landscape </a:t>
            </a:r>
          </a:p>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(where does BAW sit today?</a:t>
            </a:r>
          </a:p>
        </p:txBody>
      </p:sp>
      <p:sp>
        <p:nvSpPr>
          <p:cNvPr id="8" name="Chevron 7">
            <a:extLst>
              <a:ext uri="{FF2B5EF4-FFF2-40B4-BE49-F238E27FC236}">
                <a16:creationId xmlns:a16="http://schemas.microsoft.com/office/drawing/2014/main" id="{EF8CE6BE-0155-CFF7-60B5-B44E1301163C}"/>
              </a:ext>
            </a:extLst>
          </p:cNvPr>
          <p:cNvSpPr/>
          <p:nvPr/>
        </p:nvSpPr>
        <p:spPr bwMode="auto">
          <a:xfrm>
            <a:off x="8772040" y="5058925"/>
            <a:ext cx="691501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Modernization approach</a:t>
            </a:r>
          </a:p>
        </p:txBody>
      </p:sp>
      <p:sp>
        <p:nvSpPr>
          <p:cNvPr id="10" name="Chevron 9">
            <a:extLst>
              <a:ext uri="{FF2B5EF4-FFF2-40B4-BE49-F238E27FC236}">
                <a16:creationId xmlns:a16="http://schemas.microsoft.com/office/drawing/2014/main" id="{A2541088-1FF3-AE00-1E83-1D4CD51EDDD9}"/>
              </a:ext>
            </a:extLst>
          </p:cNvPr>
          <p:cNvSpPr/>
          <p:nvPr/>
        </p:nvSpPr>
        <p:spPr bwMode="auto">
          <a:xfrm>
            <a:off x="17001292" y="5058925"/>
            <a:ext cx="6933657" cy="1406751"/>
          </a:xfrm>
          <a:prstGeom prst="chevron">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Product capability unlock (Orchestration + Agentic AI)</a:t>
            </a:r>
          </a:p>
        </p:txBody>
      </p:sp>
      <p:sp>
        <p:nvSpPr>
          <p:cNvPr id="12" name="TextBox 11">
            <a:extLst>
              <a:ext uri="{FF2B5EF4-FFF2-40B4-BE49-F238E27FC236}">
                <a16:creationId xmlns:a16="http://schemas.microsoft.com/office/drawing/2014/main" id="{7406BD8F-A354-2049-696E-A379C2014D3F}"/>
              </a:ext>
            </a:extLst>
          </p:cNvPr>
          <p:cNvSpPr txBox="1"/>
          <p:nvPr/>
        </p:nvSpPr>
        <p:spPr>
          <a:xfrm>
            <a:off x="17019799" y="6670379"/>
            <a:ext cx="6896642"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Post-upgrade stability &amp; support</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sym typeface="IBM Plex Sans Light"/>
              </a:rPr>
              <a:t>Container or Cloud deployment path</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sym typeface="IBM Plex Sans Light"/>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Embedded controls w/audit traceability</a:t>
            </a: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a:p>
            <a:pPr marL="571500" marR="0" lvl="0" indent="-571500" algn="l" defTabSz="914356" rtl="0" eaLnBrk="1" fontAlgn="base" latinLnBrk="0" hangingPunct="1">
              <a:lnSpc>
                <a:spcPct val="100000"/>
              </a:lnSpc>
              <a:spcBef>
                <a:spcPts val="800"/>
              </a:spcBef>
              <a:spcAft>
                <a:spcPct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Governable AI for triage, summarization, and exception handling</a:t>
            </a:r>
          </a:p>
        </p:txBody>
      </p:sp>
      <p:sp>
        <p:nvSpPr>
          <p:cNvPr id="15" name="TextBox 14">
            <a:extLst>
              <a:ext uri="{FF2B5EF4-FFF2-40B4-BE49-F238E27FC236}">
                <a16:creationId xmlns:a16="http://schemas.microsoft.com/office/drawing/2014/main" id="{CF64E39C-BD43-0BFA-7856-8F9F8B02F661}"/>
              </a:ext>
            </a:extLst>
          </p:cNvPr>
          <p:cNvSpPr txBox="1"/>
          <p:nvPr/>
        </p:nvSpPr>
        <p:spPr>
          <a:xfrm>
            <a:off x="8799734" y="6670379"/>
            <a:ext cx="7070186"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Pick </a:t>
            </a: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one</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business flow &amp; it’s dependency chain</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Align on </a:t>
            </a: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clean</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supported versions, compatibility, reversible, auditable</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1" i="0" u="none" strike="noStrike" kern="0" cap="none" spc="0" normalizeH="0" baseline="0" noProof="0" dirty="0">
                <a:ln>
                  <a:noFill/>
                </a:ln>
                <a:solidFill>
                  <a:srgbClr val="0F62FE"/>
                </a:solidFill>
                <a:effectLst/>
                <a:uLnTx/>
                <a:uFillTx/>
                <a:latin typeface="IBM Plex Sans Light"/>
                <a:ea typeface="+mn-ea"/>
                <a:cs typeface="+mn-cs"/>
                <a:sym typeface="IBM Plex Sans Light"/>
              </a:rPr>
              <a:t>ONE</a:t>
            </a: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 IBM owner manages upgrade execution end-to-end </a:t>
            </a:r>
          </a:p>
        </p:txBody>
      </p:sp>
      <p:sp>
        <p:nvSpPr>
          <p:cNvPr id="16" name="TextBox 15">
            <a:extLst>
              <a:ext uri="{FF2B5EF4-FFF2-40B4-BE49-F238E27FC236}">
                <a16:creationId xmlns:a16="http://schemas.microsoft.com/office/drawing/2014/main" id="{FC057E66-8C6E-D519-DA29-B47670CC029A}"/>
              </a:ext>
            </a:extLst>
          </p:cNvPr>
          <p:cNvSpPr txBox="1"/>
          <p:nvPr/>
        </p:nvSpPr>
        <p:spPr>
          <a:xfrm>
            <a:off x="577583" y="6646950"/>
            <a:ext cx="7521535" cy="4596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Orchestrates business critical workflows</a:t>
            </a:r>
          </a:p>
          <a:p>
            <a:pPr marL="571500" marR="0" lvl="0" indent="-571500" algn="l" defTabSz="2438400" rtl="0" eaLnBrk="1" fontAlgn="auto" latinLnBrk="0" hangingPunct="1">
              <a:lnSpc>
                <a:spcPct val="100000"/>
              </a:lnSpc>
              <a:spcBef>
                <a:spcPts val="2900"/>
              </a:spcBef>
              <a:spcAft>
                <a:spcPts val="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Client pain is in 3 places:</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Version drift &amp; customizations that make upgrades tough</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Integration sprawl and brittle interfaces</a:t>
            </a:r>
          </a:p>
          <a:p>
            <a:pPr marL="1486188" marR="0" lvl="1" indent="-571500" algn="l" defTabSz="2438400" rtl="0" eaLnBrk="1" fontAlgn="auto" latinLnBrk="0" hangingPunct="1">
              <a:lnSpc>
                <a:spcPts val="2060"/>
              </a:lnSpc>
              <a:spcBef>
                <a:spcPts val="2900"/>
              </a:spcBef>
              <a:spcAft>
                <a:spcPts val="0"/>
              </a:spcAft>
              <a:buClrTx/>
              <a:buSzPct val="100000"/>
              <a:buFont typeface="Courier New" panose="02070309020205020404" pitchFamily="49" charset="0"/>
              <a:buChar char="o"/>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Operations depends on a few experts</a:t>
            </a:r>
          </a:p>
        </p:txBody>
      </p:sp>
      <p:sp>
        <p:nvSpPr>
          <p:cNvPr id="14" name="Explosion 1 13">
            <a:extLst>
              <a:ext uri="{FF2B5EF4-FFF2-40B4-BE49-F238E27FC236}">
                <a16:creationId xmlns:a16="http://schemas.microsoft.com/office/drawing/2014/main" id="{D68C2B87-FDE3-6A5A-1B51-9DA4E2C27A3C}"/>
              </a:ext>
            </a:extLst>
          </p:cNvPr>
          <p:cNvSpPr/>
          <p:nvPr/>
        </p:nvSpPr>
        <p:spPr bwMode="auto">
          <a:xfrm>
            <a:off x="19202401" y="8556"/>
            <a:ext cx="4734504" cy="2546142"/>
          </a:xfrm>
          <a:prstGeom prst="irregularSeal1">
            <a:avLst/>
          </a:prstGeom>
          <a:solidFill>
            <a:srgbClr val="DA1E28"/>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 typeface="IBM Plex Sans Light"/>
              <a:buNone/>
              <a:tabLst/>
              <a:defRPr/>
            </a:pPr>
            <a:r>
              <a:rPr kumimoji="0" lang="en-US" sz="2000" b="1" i="0" u="none" strike="noStrike" kern="1200" cap="none" spc="0" normalizeH="0" baseline="0" noProof="0" dirty="0">
                <a:ln>
                  <a:noFill/>
                </a:ln>
                <a:solidFill>
                  <a:srgbClr val="FFFFFF"/>
                </a:solidFill>
                <a:effectLst/>
                <a:uLnTx/>
                <a:uFillTx/>
                <a:latin typeface="IBM Plex Sans Light"/>
                <a:ea typeface="+mn-ea"/>
                <a:cs typeface="+mn-cs"/>
              </a:rPr>
              <a:t>Clients resist BAW upgrades as they are disruptive and risky</a:t>
            </a:r>
          </a:p>
        </p:txBody>
      </p:sp>
      <p:sp>
        <p:nvSpPr>
          <p:cNvPr id="17" name="TextBox 16">
            <a:extLst>
              <a:ext uri="{FF2B5EF4-FFF2-40B4-BE49-F238E27FC236}">
                <a16:creationId xmlns:a16="http://schemas.microsoft.com/office/drawing/2014/main" id="{DF437858-A7BE-FD92-5D79-A63456C6563B}"/>
              </a:ext>
            </a:extLst>
          </p:cNvPr>
          <p:cNvSpPr txBox="1"/>
          <p:nvPr/>
        </p:nvSpPr>
        <p:spPr>
          <a:xfrm>
            <a:off x="655167" y="12960404"/>
            <a:ext cx="23486630" cy="52322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ctr" defTabSz="1829379"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0F62FE"/>
                </a:solidFill>
                <a:effectLst/>
                <a:uLnTx/>
                <a:uFillTx/>
                <a:latin typeface="IBM Plex Sans Light"/>
                <a:ea typeface="+mn-ea"/>
                <a:cs typeface="+mn-cs"/>
              </a:rPr>
              <a:t>A tightly defined upgrade gets existing flows back on track while preparing BAW for faster, governable modernization</a:t>
            </a:r>
            <a:endParaRPr kumimoji="0" lang="en-US" sz="2800" b="1" i="0" u="none" strike="noStrike" kern="1200" cap="none" spc="0" normalizeH="0" baseline="0" noProof="0" dirty="0">
              <a:ln>
                <a:noFill/>
              </a:ln>
              <a:solidFill>
                <a:srgbClr val="0F62FE"/>
              </a:solidFill>
              <a:effectLst/>
              <a:uLnTx/>
              <a:uFillTx/>
              <a:latin typeface="IBM Plex Sans Light"/>
              <a:ea typeface="+mn-ea"/>
              <a:cs typeface="+mn-cs"/>
            </a:endParaRPr>
          </a:p>
        </p:txBody>
      </p:sp>
    </p:spTree>
    <p:extLst>
      <p:ext uri="{BB962C8B-B14F-4D97-AF65-F5344CB8AC3E}">
        <p14:creationId xmlns:p14="http://schemas.microsoft.com/office/powerpoint/2010/main" val="18306844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C69C-6CFD-2236-7E2B-0621247A58D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DD352-395B-6D65-D902-47D918D0D5CC}"/>
              </a:ext>
            </a:extLst>
          </p:cNvPr>
          <p:cNvSpPr/>
          <p:nvPr/>
        </p:nvSpPr>
        <p:spPr bwMode="auto">
          <a:xfrm>
            <a:off x="299650"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9668A15A-F1AF-D50C-C421-297E76ADAD0F}"/>
              </a:ext>
            </a:extLst>
          </p:cNvPr>
          <p:cNvSpPr/>
          <p:nvPr/>
        </p:nvSpPr>
        <p:spPr bwMode="auto">
          <a:xfrm>
            <a:off x="3175" y="11398130"/>
            <a:ext cx="24384000" cy="1850369"/>
          </a:xfrm>
          <a:prstGeom prst="rect">
            <a:avLst/>
          </a:prstGeom>
          <a:gradFill flip="none" rotWithShape="1">
            <a:gsLst>
              <a:gs pos="0">
                <a:srgbClr val="0043CE">
                  <a:shade val="30000"/>
                  <a:satMod val="115000"/>
                </a:srgbClr>
              </a:gs>
              <a:gs pos="50000">
                <a:srgbClr val="0043CE">
                  <a:shade val="67500"/>
                  <a:satMod val="115000"/>
                </a:srgbClr>
              </a:gs>
              <a:gs pos="100000">
                <a:srgbClr val="0043CE">
                  <a:shade val="100000"/>
                  <a:satMod val="115000"/>
                </a:srgbClr>
              </a:gs>
            </a:gsLst>
            <a:lin ang="5400000" scaled="1"/>
            <a:tileRect/>
          </a:gradFill>
          <a:ln w="19050">
            <a:solidFill>
              <a:srgbClr val="E5F6FF">
                <a:alpha val="50000"/>
              </a:srgb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78" rtl="0" eaLnBrk="1" fontAlgn="base" latinLnBrk="0" hangingPunct="1">
              <a:lnSpc>
                <a:spcPct val="100000"/>
              </a:lnSpc>
              <a:spcBef>
                <a:spcPct val="0"/>
              </a:spcBef>
              <a:spcAft>
                <a:spcPct val="0"/>
              </a:spcAft>
              <a:buClrTx/>
              <a:buSzTx/>
              <a:buFontTx/>
              <a:buNone/>
              <a:tabLst/>
              <a:defRPr/>
            </a:pPr>
            <a:r>
              <a:rPr kumimoji="0" lang="en-US" sz="4800" b="1" i="0" u="none" strike="noStrike" kern="0" cap="none" spc="0" normalizeH="0" baseline="0" noProof="0" dirty="0">
                <a:ln>
                  <a:noFill/>
                </a:ln>
                <a:solidFill>
                  <a:srgbClr val="FFFFFF"/>
                </a:solidFill>
                <a:effectLst/>
                <a:uLnTx/>
                <a:uFillTx/>
                <a:latin typeface="IBM Plex Sans Light"/>
                <a:ea typeface="+mn-ea"/>
                <a:cs typeface="+mn-cs"/>
              </a:rPr>
              <a:t>  Modernization with trust: </a:t>
            </a:r>
          </a:p>
        </p:txBody>
      </p:sp>
      <p:cxnSp>
        <p:nvCxnSpPr>
          <p:cNvPr id="8" name="Straight Arrow Connector 7">
            <a:extLst>
              <a:ext uri="{FF2B5EF4-FFF2-40B4-BE49-F238E27FC236}">
                <a16:creationId xmlns:a16="http://schemas.microsoft.com/office/drawing/2014/main" id="{FAA5AC2D-CD10-A1F0-98EE-8D4CCBD4EC58}"/>
              </a:ext>
            </a:extLst>
          </p:cNvPr>
          <p:cNvCxnSpPr>
            <a:cxnSpLocks/>
          </p:cNvCxnSpPr>
          <p:nvPr/>
        </p:nvCxnSpPr>
        <p:spPr bwMode="auto">
          <a:xfrm>
            <a:off x="7588719" y="11866880"/>
            <a:ext cx="15711548" cy="0"/>
          </a:xfrm>
          <a:prstGeom prst="straightConnector1">
            <a:avLst/>
          </a:prstGeom>
          <a:ln w="47625">
            <a:solidFill>
              <a:schemeClr val="bg2">
                <a:alpha val="92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E99398-CEAC-BA58-C445-63F585169A13}"/>
              </a:ext>
            </a:extLst>
          </p:cNvPr>
          <p:cNvSpPr txBox="1"/>
          <p:nvPr/>
        </p:nvSpPr>
        <p:spPr>
          <a:xfrm>
            <a:off x="325120" y="3393440"/>
            <a:ext cx="7263599" cy="5283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14" name="TextBox 13">
            <a:extLst>
              <a:ext uri="{FF2B5EF4-FFF2-40B4-BE49-F238E27FC236}">
                <a16:creationId xmlns:a16="http://schemas.microsoft.com/office/drawing/2014/main" id="{2BAC7F6A-041E-67CB-B33E-3C5286411047}"/>
              </a:ext>
            </a:extLst>
          </p:cNvPr>
          <p:cNvSpPr txBox="1"/>
          <p:nvPr/>
        </p:nvSpPr>
        <p:spPr>
          <a:xfrm>
            <a:off x="2763520" y="3738880"/>
            <a:ext cx="914400" cy="914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15" name="TextBox 14">
            <a:extLst>
              <a:ext uri="{FF2B5EF4-FFF2-40B4-BE49-F238E27FC236}">
                <a16:creationId xmlns:a16="http://schemas.microsoft.com/office/drawing/2014/main" id="{A66ACEFF-3D50-956F-86C3-BC819B242B2D}"/>
              </a:ext>
            </a:extLst>
          </p:cNvPr>
          <p:cNvSpPr txBox="1"/>
          <p:nvPr/>
        </p:nvSpPr>
        <p:spPr>
          <a:xfrm>
            <a:off x="325120" y="3210560"/>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Why now?</a:t>
            </a:r>
          </a:p>
          <a:p>
            <a:pPr marL="444465" marR="0" lvl="0" indent="-446749" algn="ctr"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sp>
        <p:nvSpPr>
          <p:cNvPr id="18" name="Rectangle 17">
            <a:extLst>
              <a:ext uri="{FF2B5EF4-FFF2-40B4-BE49-F238E27FC236}">
                <a16:creationId xmlns:a16="http://schemas.microsoft.com/office/drawing/2014/main" id="{89B5F26E-CF41-796F-1212-7E9785822A9A}"/>
              </a:ext>
            </a:extLst>
          </p:cNvPr>
          <p:cNvSpPr/>
          <p:nvPr/>
        </p:nvSpPr>
        <p:spPr bwMode="auto">
          <a:xfrm>
            <a:off x="8282234"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Business logic stays buried, change cycles get slower</a:t>
            </a: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Decision logic drifts across applications </a:t>
            </a: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Audit prep becomes heavier</a:t>
            </a:r>
            <a:endParaRPr kumimoji="0" lang="en-US" sz="3200" b="1"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19" name="Rectangle 18">
            <a:extLst>
              <a:ext uri="{FF2B5EF4-FFF2-40B4-BE49-F238E27FC236}">
                <a16:creationId xmlns:a16="http://schemas.microsoft.com/office/drawing/2014/main" id="{FB098EC4-A75B-419C-1991-C5E8033702D4}"/>
              </a:ext>
            </a:extLst>
          </p:cNvPr>
          <p:cNvSpPr/>
          <p:nvPr/>
        </p:nvSpPr>
        <p:spPr bwMode="auto">
          <a:xfrm>
            <a:off x="16264818" y="2938357"/>
            <a:ext cx="7686109" cy="8459772"/>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a:outerShdw blurRad="50800" dist="38100" algn="l" rotWithShape="0">
              <a:schemeClr val="accent1">
                <a:lumMod val="60000"/>
                <a:lumOff val="40000"/>
                <a:alpha val="40000"/>
              </a:schemeClr>
            </a:outerShdw>
          </a:effectLst>
          <a:scene3d>
            <a:camera prst="orthographicFront"/>
            <a:lightRig rig="threePt" dir="t"/>
          </a:scene3d>
          <a:sp3d extrusionH="76200" contourW="12700">
            <a:bevelT w="152400" h="50800" prst="softRound"/>
            <a:extrusionClr>
              <a:schemeClr val="accent1">
                <a:lumMod val="60000"/>
                <a:lumOff val="40000"/>
              </a:schemeClr>
            </a:extrusionClr>
            <a:contourClr>
              <a:schemeClr val="accent1">
                <a:lumMod val="60000"/>
                <a:lumOff val="40000"/>
              </a:schemeClr>
            </a:contourClr>
          </a:sp3d>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marL="0" marR="0" lvl="0" indent="0" algn="l" defTabSz="914356" rtl="0" eaLnBrk="1" fontAlgn="base" latinLnBrk="0" hangingPunct="1">
              <a:lnSpc>
                <a:spcPct val="100000"/>
              </a:lnSpc>
              <a:spcBef>
                <a:spcPts val="800"/>
              </a:spcBef>
              <a:spcAft>
                <a:spcPct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BM Plex Sans Light"/>
              <a:ea typeface="+mn-ea"/>
              <a:cs typeface="+mn-cs"/>
            </a:endParaRPr>
          </a:p>
          <a:p>
            <a:pPr marL="457200" marR="0" lvl="0" indent="-457200" algn="l" defTabSz="1829379" rtl="0" eaLnBrk="1" fontAlgn="auto" latinLnBrk="0" hangingPunct="1">
              <a:lnSpc>
                <a:spcPct val="100000"/>
              </a:lnSpc>
              <a:spcBef>
                <a:spcPts val="0"/>
              </a:spcBef>
              <a:spcAft>
                <a:spcPts val="0"/>
              </a:spcAft>
              <a:buClrTx/>
              <a:buSzTx/>
              <a:buFontTx/>
              <a:buChar char="-"/>
              <a:tabLst/>
              <a:defRPr/>
            </a:pPr>
            <a:endParaRPr kumimoji="0" lang="en-US" sz="32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F62FE"/>
              </a:solidFill>
              <a:effectLst/>
              <a:uLnTx/>
              <a:uFillTx/>
              <a:latin typeface="IBM Plex Sans Light"/>
              <a:ea typeface="+mn-ea"/>
              <a:cs typeface="+mn-cs"/>
            </a:endParaRPr>
          </a:p>
        </p:txBody>
      </p:sp>
      <p:sp>
        <p:nvSpPr>
          <p:cNvPr id="20" name="TextBox 19">
            <a:extLst>
              <a:ext uri="{FF2B5EF4-FFF2-40B4-BE49-F238E27FC236}">
                <a16:creationId xmlns:a16="http://schemas.microsoft.com/office/drawing/2014/main" id="{9FBD7BF5-DC5F-6467-E7AD-8B997E5B1A90}"/>
              </a:ext>
            </a:extLst>
          </p:cNvPr>
          <p:cNvSpPr txBox="1"/>
          <p:nvPr/>
        </p:nvSpPr>
        <p:spPr>
          <a:xfrm>
            <a:off x="8294968" y="3197082"/>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What breaks when you wait</a:t>
            </a:r>
          </a:p>
          <a:p>
            <a:pPr marL="0" marR="0" lvl="0" indent="0" algn="ctr"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sp>
        <p:nvSpPr>
          <p:cNvPr id="21" name="TextBox 20">
            <a:extLst>
              <a:ext uri="{FF2B5EF4-FFF2-40B4-BE49-F238E27FC236}">
                <a16:creationId xmlns:a16="http://schemas.microsoft.com/office/drawing/2014/main" id="{15EEDF99-E8AB-763E-A291-DB331958E20B}"/>
              </a:ext>
            </a:extLst>
          </p:cNvPr>
          <p:cNvSpPr txBox="1"/>
          <p:nvPr/>
        </p:nvSpPr>
        <p:spPr>
          <a:xfrm>
            <a:off x="16290288" y="3197082"/>
            <a:ext cx="7660639" cy="528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914356" rtl="0" eaLnBrk="1" fontAlgn="base" latinLnBrk="0" hangingPunct="1">
              <a:lnSpc>
                <a:spcPct val="100000"/>
              </a:lnSpc>
              <a:spcBef>
                <a:spcPts val="800"/>
              </a:spcBef>
              <a:spcAft>
                <a:spcPct val="0"/>
              </a:spcAft>
              <a:buClrTx/>
              <a:buSzTx/>
              <a:buFontTx/>
              <a:buNone/>
              <a:tabLst/>
              <a:defRPr/>
            </a:pPr>
            <a:r>
              <a:rPr kumimoji="0" lang="en-US" sz="3200" b="1" i="0" u="none" strike="noStrike" kern="0" cap="none" spc="0" normalizeH="0" baseline="0" noProof="0" dirty="0">
                <a:ln>
                  <a:noFill/>
                </a:ln>
                <a:solidFill>
                  <a:srgbClr val="0043CE"/>
                </a:solidFill>
                <a:effectLst/>
                <a:uLnTx/>
                <a:uFillTx/>
                <a:latin typeface="IBM Plex Sans Light"/>
                <a:ea typeface="+mn-ea"/>
                <a:cs typeface="+mn-cs"/>
              </a:rPr>
              <a:t>Why an upgrade pays back</a:t>
            </a:r>
          </a:p>
          <a:p>
            <a:pPr marL="444465" marR="0" lvl="0" indent="-446749" algn="ctr"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43CE"/>
              </a:solidFill>
              <a:effectLst/>
              <a:uLnTx/>
              <a:uFillTx/>
              <a:latin typeface="IBM Plex Sans Light"/>
              <a:ea typeface="+mn-ea"/>
              <a:cs typeface="+mn-cs"/>
              <a:sym typeface="IBM Plex Sans Light"/>
            </a:endParaRPr>
          </a:p>
        </p:txBody>
      </p:sp>
      <p:pic>
        <p:nvPicPr>
          <p:cNvPr id="28" name="Graphic 27" descr="Sad face with solid fill with solid fill">
            <a:extLst>
              <a:ext uri="{FF2B5EF4-FFF2-40B4-BE49-F238E27FC236}">
                <a16:creationId xmlns:a16="http://schemas.microsoft.com/office/drawing/2014/main" id="{E7CEA45B-7708-DAA8-6E5E-BAD591DC0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2979" y="3210560"/>
            <a:ext cx="528320" cy="528320"/>
          </a:xfrm>
          <a:prstGeom prst="rect">
            <a:avLst/>
          </a:prstGeom>
        </p:spPr>
      </p:pic>
      <p:pic>
        <p:nvPicPr>
          <p:cNvPr id="30" name="Graphic 29" descr="End with solid fill">
            <a:extLst>
              <a:ext uri="{FF2B5EF4-FFF2-40B4-BE49-F238E27FC236}">
                <a16:creationId xmlns:a16="http://schemas.microsoft.com/office/drawing/2014/main" id="{E7CCC2E9-F807-48DB-578D-24CE10756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736225" y="3210560"/>
            <a:ext cx="595618" cy="595618"/>
          </a:xfrm>
          <a:prstGeom prst="rect">
            <a:avLst/>
          </a:prstGeom>
        </p:spPr>
      </p:pic>
      <p:sp>
        <p:nvSpPr>
          <p:cNvPr id="31" name="TextBox 30">
            <a:extLst>
              <a:ext uri="{FF2B5EF4-FFF2-40B4-BE49-F238E27FC236}">
                <a16:creationId xmlns:a16="http://schemas.microsoft.com/office/drawing/2014/main" id="{C191BEDE-3DC8-E726-AA51-DED1F5A9124C}"/>
              </a:ext>
            </a:extLst>
          </p:cNvPr>
          <p:cNvSpPr txBox="1"/>
          <p:nvPr/>
        </p:nvSpPr>
        <p:spPr>
          <a:xfrm>
            <a:off x="427741" y="12323314"/>
            <a:ext cx="11697546" cy="8533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✓Scope one business flow and its full dependency chain</a:t>
            </a:r>
          </a:p>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 Run one coordinated upgrade w/clear ownership &amp; engineering sign off</a:t>
            </a:r>
          </a:p>
        </p:txBody>
      </p:sp>
      <p:sp>
        <p:nvSpPr>
          <p:cNvPr id="32" name="TextBox 31">
            <a:extLst>
              <a:ext uri="{FF2B5EF4-FFF2-40B4-BE49-F238E27FC236}">
                <a16:creationId xmlns:a16="http://schemas.microsoft.com/office/drawing/2014/main" id="{F8745AFA-CD97-2E7D-1D75-11FC653B8977}"/>
              </a:ext>
            </a:extLst>
          </p:cNvPr>
          <p:cNvSpPr txBox="1"/>
          <p:nvPr/>
        </p:nvSpPr>
        <p:spPr>
          <a:xfrm>
            <a:off x="12836813" y="12277187"/>
            <a:ext cx="11264473" cy="8533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✓Agree on “clean” acceptance criteria up front</a:t>
            </a:r>
          </a:p>
          <a:p>
            <a:pPr marL="0" marR="0" lvl="0" indent="0" algn="l" defTabSz="2438400" rtl="0" eaLnBrk="1" fontAlgn="auto" latinLnBrk="0" hangingPunct="1">
              <a:lnSpc>
                <a:spcPts val="2160"/>
              </a:lnSpc>
              <a:spcBef>
                <a:spcPts val="2900"/>
              </a:spcBef>
              <a:spcAft>
                <a:spcPts val="0"/>
              </a:spcAft>
              <a:buClrTx/>
              <a:buSzPct val="100000"/>
              <a:buFontTx/>
              <a:buNone/>
              <a:tabLst/>
              <a:defRPr/>
            </a:pPr>
            <a:r>
              <a:rPr kumimoji="0" lang="en-US" sz="2600" b="0" i="0" u="none" strike="noStrike" kern="0" cap="none" spc="0" normalizeH="0" baseline="0" noProof="0" dirty="0">
                <a:ln>
                  <a:noFill/>
                </a:ln>
                <a:solidFill>
                  <a:srgbClr val="FFFFFF"/>
                </a:solidFill>
                <a:effectLst/>
                <a:uLnTx/>
                <a:uFillTx/>
                <a:latin typeface="IBM Plex Sans Light"/>
                <a:ea typeface="+mn-ea"/>
                <a:cs typeface="+mn-cs"/>
                <a:sym typeface="IBM Plex Sans Light"/>
              </a:rPr>
              <a:t>✓ Produce operational stability results &amp; audit-ready artifacts</a:t>
            </a:r>
          </a:p>
        </p:txBody>
      </p:sp>
      <p:pic>
        <p:nvPicPr>
          <p:cNvPr id="36" name="Graphic 35" descr="Bar graph with upward trend with solid fill">
            <a:extLst>
              <a:ext uri="{FF2B5EF4-FFF2-40B4-BE49-F238E27FC236}">
                <a16:creationId xmlns:a16="http://schemas.microsoft.com/office/drawing/2014/main" id="{75282F5E-1F13-F391-9EF7-8B5485BDF0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0530" y="3210559"/>
            <a:ext cx="534660" cy="534660"/>
          </a:xfrm>
          <a:prstGeom prst="rect">
            <a:avLst/>
          </a:prstGeom>
        </p:spPr>
      </p:pic>
      <p:sp>
        <p:nvSpPr>
          <p:cNvPr id="37" name="TextBox 36">
            <a:extLst>
              <a:ext uri="{FF2B5EF4-FFF2-40B4-BE49-F238E27FC236}">
                <a16:creationId xmlns:a16="http://schemas.microsoft.com/office/drawing/2014/main" id="{7F0F102E-740F-D8BF-5D47-12315344ECD9}"/>
              </a:ext>
            </a:extLst>
          </p:cNvPr>
          <p:cNvSpPr txBox="1"/>
          <p:nvPr/>
        </p:nvSpPr>
        <p:spPr>
          <a:xfrm>
            <a:off x="427741" y="13369960"/>
            <a:ext cx="23523186" cy="2888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0" marR="0" lvl="0" indent="0" algn="ctr" defTabSz="2438400" rtl="0" eaLnBrk="1" fontAlgn="auto" latinLnBrk="0" hangingPunct="1">
              <a:lnSpc>
                <a:spcPts val="2160"/>
              </a:lnSpc>
              <a:spcBef>
                <a:spcPts val="2900"/>
              </a:spcBef>
              <a:spcAft>
                <a:spcPts val="0"/>
              </a:spcAft>
              <a:buClrTx/>
              <a:buSzPct val="100000"/>
              <a:buFontTx/>
              <a:buNone/>
              <a:tabLst/>
              <a:defRPr/>
            </a:pPr>
            <a:r>
              <a:rPr kumimoji="0" lang="en-US" sz="2600" b="1" i="1" u="none" strike="noStrike" kern="0" cap="none" spc="0" normalizeH="0" baseline="0" noProof="0" dirty="0">
                <a:ln>
                  <a:noFill/>
                </a:ln>
                <a:solidFill>
                  <a:srgbClr val="000000"/>
                </a:solidFill>
                <a:effectLst/>
                <a:uLnTx/>
                <a:uFillTx/>
                <a:latin typeface="IBM Plex Sans Light"/>
                <a:ea typeface="+mn-ea"/>
                <a:cs typeface="+mn-cs"/>
                <a:sym typeface="IBM Plex Sans Light"/>
              </a:rPr>
              <a:t>A clean upgrade lowers risk now and creates the foundation for faster governable modernization in the future</a:t>
            </a:r>
          </a:p>
        </p:txBody>
      </p:sp>
      <p:sp>
        <p:nvSpPr>
          <p:cNvPr id="44" name="TextBox 43">
            <a:extLst>
              <a:ext uri="{FF2B5EF4-FFF2-40B4-BE49-F238E27FC236}">
                <a16:creationId xmlns:a16="http://schemas.microsoft.com/office/drawing/2014/main" id="{3E3AE818-7C35-3738-B548-2AF301C3D0B2}"/>
              </a:ext>
            </a:extLst>
          </p:cNvPr>
          <p:cNvSpPr txBox="1"/>
          <p:nvPr/>
        </p:nvSpPr>
        <p:spPr>
          <a:xfrm>
            <a:off x="990530" y="4083372"/>
            <a:ext cx="6598189" cy="1211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End-to-end orchestration matters more now due to the ‘agentic’ disruption</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Governance &amp; traceability expectations </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Focus on end-to-end accountability</a:t>
            </a:r>
          </a:p>
        </p:txBody>
      </p:sp>
      <p:sp>
        <p:nvSpPr>
          <p:cNvPr id="2" name="Title 1">
            <a:extLst>
              <a:ext uri="{FF2B5EF4-FFF2-40B4-BE49-F238E27FC236}">
                <a16:creationId xmlns:a16="http://schemas.microsoft.com/office/drawing/2014/main" id="{D8BA1F99-F959-C93A-5C55-C8E8A1D2CAB3}"/>
              </a:ext>
            </a:extLst>
          </p:cNvPr>
          <p:cNvSpPr>
            <a:spLocks noGrp="1"/>
          </p:cNvSpPr>
          <p:nvPr>
            <p:ph type="title"/>
          </p:nvPr>
        </p:nvSpPr>
        <p:spPr>
          <a:xfrm>
            <a:off x="577583" y="755596"/>
            <a:ext cx="23523703" cy="1952416"/>
          </a:xfrm>
        </p:spPr>
        <p:txBody>
          <a:bodyPr/>
          <a:lstStyle/>
          <a:p>
            <a:r>
              <a:rPr lang="en-US" sz="4800" b="1" dirty="0">
                <a:solidFill>
                  <a:schemeClr val="accent1"/>
                </a:solidFill>
                <a:latin typeface="IBM Plex Sans Light" panose="020B0403050203000203" pitchFamily="34" charset="0"/>
                <a:ea typeface="+mn-ea"/>
                <a:cs typeface="+mn-cs"/>
              </a:rPr>
              <a:t>Upgrading</a:t>
            </a:r>
            <a:r>
              <a:rPr lang="en-US" sz="4800" dirty="0">
                <a:solidFill>
                  <a:srgbClr val="000000"/>
                </a:solidFill>
                <a:latin typeface="IBM Plex Sans Light" panose="020B0403050203000203" pitchFamily="34" charset="0"/>
                <a:ea typeface="+mn-ea"/>
                <a:cs typeface="+mn-cs"/>
              </a:rPr>
              <a:t> </a:t>
            </a:r>
            <a:r>
              <a:rPr lang="en-US" sz="4800" b="1" dirty="0">
                <a:solidFill>
                  <a:schemeClr val="accent1"/>
                </a:solidFill>
                <a:latin typeface="IBM Plex Sans Light" panose="020B0403050203000203" pitchFamily="34" charset="0"/>
                <a:ea typeface="+mn-ea"/>
                <a:cs typeface="+mn-cs"/>
              </a:rPr>
              <a:t>your workflow automation (BAW) platform now</a:t>
            </a:r>
            <a:r>
              <a:rPr lang="en-US" sz="4800" dirty="0">
                <a:solidFill>
                  <a:srgbClr val="000000"/>
                </a:solidFill>
                <a:latin typeface="IBM Plex Sans Light" panose="020B0403050203000203" pitchFamily="34" charset="0"/>
                <a:ea typeface="+mn-ea"/>
                <a:cs typeface="+mn-cs"/>
              </a:rPr>
              <a:t> works in your best interest</a:t>
            </a:r>
            <a:br>
              <a:rPr lang="en-US" sz="4800" dirty="0">
                <a:solidFill>
                  <a:srgbClr val="000000"/>
                </a:solidFill>
                <a:latin typeface="IBM Plex Sans Light" panose="020B0403050203000203" pitchFamily="34" charset="0"/>
                <a:ea typeface="+mn-ea"/>
                <a:cs typeface="+mn-cs"/>
              </a:rPr>
            </a:br>
            <a:r>
              <a:rPr lang="en-US" sz="3200" dirty="0">
                <a:solidFill>
                  <a:schemeClr val="tx1"/>
                </a:solidFill>
                <a:latin typeface="IBM Plex Sans Light" panose="020B0403050203000203" pitchFamily="34" charset="0"/>
                <a:ea typeface="+mn-ea"/>
                <a:cs typeface="+mn-cs"/>
              </a:rPr>
              <a:t>Reduce operational and audit risk, then unlock faster, governable execution</a:t>
            </a:r>
            <a:br>
              <a:rPr lang="en-US" sz="4800" i="1" dirty="0"/>
            </a:br>
            <a:r>
              <a:rPr lang="en-US" sz="4800" i="1" dirty="0"/>
              <a:t>  </a:t>
            </a:r>
            <a:endParaRPr lang="en-US" sz="4800" dirty="0">
              <a:solidFill>
                <a:srgbClr val="000000"/>
              </a:solidFill>
              <a:latin typeface="IBM Plex Sans Light" panose="020B0403050203000203" pitchFamily="34" charset="0"/>
              <a:ea typeface="+mn-ea"/>
              <a:cs typeface="+mn-cs"/>
            </a:endParaRPr>
          </a:p>
        </p:txBody>
      </p:sp>
      <p:pic>
        <p:nvPicPr>
          <p:cNvPr id="23" name="Picture 22">
            <a:extLst>
              <a:ext uri="{FF2B5EF4-FFF2-40B4-BE49-F238E27FC236}">
                <a16:creationId xmlns:a16="http://schemas.microsoft.com/office/drawing/2014/main" id="{59827A4D-70FD-4CA3-E18E-D936ED0C97F7}"/>
              </a:ext>
            </a:extLst>
          </p:cNvPr>
          <p:cNvPicPr>
            <a:picLocks noChangeAspect="1"/>
          </p:cNvPicPr>
          <p:nvPr/>
        </p:nvPicPr>
        <p:blipFill>
          <a:blip r:embed="rId6"/>
          <a:stretch>
            <a:fillRect/>
          </a:stretch>
        </p:blipFill>
        <p:spPr>
          <a:xfrm>
            <a:off x="379836" y="4130773"/>
            <a:ext cx="863600" cy="800100"/>
          </a:xfrm>
          <a:prstGeom prst="rect">
            <a:avLst/>
          </a:prstGeom>
        </p:spPr>
      </p:pic>
      <p:pic>
        <p:nvPicPr>
          <p:cNvPr id="25" name="Graphic 24" descr="Warning with solid fill">
            <a:extLst>
              <a:ext uri="{FF2B5EF4-FFF2-40B4-BE49-F238E27FC236}">
                <a16:creationId xmlns:a16="http://schemas.microsoft.com/office/drawing/2014/main" id="{2381224C-E654-0E81-8FEB-8AB295CD7D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13547" y="4039198"/>
            <a:ext cx="914400" cy="914400"/>
          </a:xfrm>
          <a:prstGeom prst="rect">
            <a:avLst/>
          </a:prstGeom>
        </p:spPr>
      </p:pic>
      <p:sp>
        <p:nvSpPr>
          <p:cNvPr id="26" name="TextBox 25">
            <a:extLst>
              <a:ext uri="{FF2B5EF4-FFF2-40B4-BE49-F238E27FC236}">
                <a16:creationId xmlns:a16="http://schemas.microsoft.com/office/drawing/2014/main" id="{F62CA8DC-27E1-7200-D4D8-4590CD4E60D5}"/>
              </a:ext>
            </a:extLst>
          </p:cNvPr>
          <p:cNvSpPr txBox="1"/>
          <p:nvPr/>
        </p:nvSpPr>
        <p:spPr>
          <a:xfrm>
            <a:off x="9206995" y="4930873"/>
            <a:ext cx="5832283" cy="6831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27" name="TextBox 26">
            <a:extLst>
              <a:ext uri="{FF2B5EF4-FFF2-40B4-BE49-F238E27FC236}">
                <a16:creationId xmlns:a16="http://schemas.microsoft.com/office/drawing/2014/main" id="{F766700C-983B-3E61-72C6-9F79BC0EF9CC}"/>
              </a:ext>
            </a:extLst>
          </p:cNvPr>
          <p:cNvSpPr txBox="1"/>
          <p:nvPr/>
        </p:nvSpPr>
        <p:spPr>
          <a:xfrm>
            <a:off x="9361709" y="4042800"/>
            <a:ext cx="6301798" cy="6831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rPr>
              <a:t>Workflow becomes a hidden  bottleneck</a:t>
            </a: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pic>
        <p:nvPicPr>
          <p:cNvPr id="33" name="Graphic 32" descr="Broken Fire Hydrant with solid fill">
            <a:extLst>
              <a:ext uri="{FF2B5EF4-FFF2-40B4-BE49-F238E27FC236}">
                <a16:creationId xmlns:a16="http://schemas.microsoft.com/office/drawing/2014/main" id="{BDB5A652-3CC9-2847-D119-8D9BFB3867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443130" y="4039198"/>
            <a:ext cx="914400" cy="914400"/>
          </a:xfrm>
          <a:prstGeom prst="rect">
            <a:avLst/>
          </a:prstGeom>
        </p:spPr>
      </p:pic>
      <p:sp>
        <p:nvSpPr>
          <p:cNvPr id="34" name="TextBox 33">
            <a:extLst>
              <a:ext uri="{FF2B5EF4-FFF2-40B4-BE49-F238E27FC236}">
                <a16:creationId xmlns:a16="http://schemas.microsoft.com/office/drawing/2014/main" id="{EDC4D02C-3858-8735-D9E0-AEEDD9F21C67}"/>
              </a:ext>
            </a:extLst>
          </p:cNvPr>
          <p:cNvSpPr txBox="1"/>
          <p:nvPr/>
        </p:nvSpPr>
        <p:spPr>
          <a:xfrm>
            <a:off x="17628781" y="4083372"/>
            <a:ext cx="5671486" cy="1020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Risk reduction move, not a feature chase</a:t>
            </a:r>
          </a:p>
        </p:txBody>
      </p:sp>
      <p:sp>
        <p:nvSpPr>
          <p:cNvPr id="35" name="TextBox 34">
            <a:extLst>
              <a:ext uri="{FF2B5EF4-FFF2-40B4-BE49-F238E27FC236}">
                <a16:creationId xmlns:a16="http://schemas.microsoft.com/office/drawing/2014/main" id="{DA90FA96-DF0C-8EF2-FB27-3D43F3CC75A6}"/>
              </a:ext>
            </a:extLst>
          </p:cNvPr>
          <p:cNvSpPr txBox="1"/>
          <p:nvPr/>
        </p:nvSpPr>
        <p:spPr>
          <a:xfrm>
            <a:off x="16443130" y="5982685"/>
            <a:ext cx="7076089" cy="49590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Supported versions &amp; compatibility</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Position for modernization (containers, hybrid)</a:t>
            </a:r>
          </a:p>
          <a:p>
            <a:pPr marL="457200" marR="0" lvl="0" indent="-457200" algn="l" defTabSz="2438400" rtl="0" eaLnBrk="1" fontAlgn="auto" latinLnBrk="0" hangingPunct="1">
              <a:lnSpc>
                <a:spcPct val="100000"/>
              </a:lnSpc>
              <a:spcBef>
                <a:spcPts val="2900"/>
              </a:spcBef>
              <a:spcAft>
                <a:spcPts val="0"/>
              </a:spcAft>
              <a:buClrTx/>
              <a:buSzPct val="100000"/>
              <a:buFontTx/>
              <a:buChar char="-"/>
              <a:tabLst/>
              <a:defRPr/>
            </a:pPr>
            <a:r>
              <a:rPr kumimoji="0" lang="en-US" sz="3200" b="1" i="0" u="none" strike="noStrike" kern="0" cap="none" spc="0" normalizeH="0" baseline="0" noProof="0" dirty="0">
                <a:ln>
                  <a:noFill/>
                </a:ln>
                <a:solidFill>
                  <a:srgbClr val="000000"/>
                </a:solidFill>
                <a:effectLst/>
                <a:uLnTx/>
                <a:uFillTx/>
                <a:latin typeface="IBM Plex Sans Light"/>
                <a:ea typeface="+mn-ea"/>
                <a:cs typeface="+mn-cs"/>
                <a:sym typeface="IBM Plex Sans Light"/>
              </a:rPr>
              <a:t>Enables governable orchestration + guardrails </a:t>
            </a:r>
          </a:p>
        </p:txBody>
      </p:sp>
    </p:spTree>
    <p:extLst>
      <p:ext uri="{BB962C8B-B14F-4D97-AF65-F5344CB8AC3E}">
        <p14:creationId xmlns:p14="http://schemas.microsoft.com/office/powerpoint/2010/main" val="1779613341"/>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2.xml><?xml version="1.0" encoding="utf-8"?>
<a:theme xmlns:a="http://schemas.openxmlformats.org/drawingml/2006/main" name="6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6_Plex_Embed.pptx" id="{089A0663-2A32-0C4E-AE8B-7F52E0BE2E4C}" vid="{14B6C238-1C9F-6346-A7A1-8C7C8538A43B}"/>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29078</TotalTime>
  <Words>937</Words>
  <Application>Microsoft Macintosh PowerPoint</Application>
  <PresentationFormat>Custom</PresentationFormat>
  <Paragraphs>105</Paragraphs>
  <Slides>4</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Arial</vt:lpstr>
      <vt:lpstr>Courier New</vt:lpstr>
      <vt:lpstr>IBM Plex Sans</vt:lpstr>
      <vt:lpstr>IBM Plex Sans ExtLt</vt:lpstr>
      <vt:lpstr>IBM Plex Sans Light</vt:lpstr>
      <vt:lpstr>IBM presentation template</vt:lpstr>
      <vt:lpstr>6_IBM presentation template</vt:lpstr>
      <vt:lpstr>Modernization With Trust Blueprint  </vt:lpstr>
      <vt:lpstr>Modernization approach – zoom in   </vt:lpstr>
      <vt:lpstr>Example: BAW Modernization With Trust   </vt:lpstr>
      <vt:lpstr>Upgrading your workflow automation (BAW) platform now works in your best interest Reduce operational and audit risk, then unlock faster, governable execution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Carson Masterson</dc:creator>
  <cp:keywords/>
  <dc:description/>
  <cp:lastModifiedBy>Monika Aggarwal</cp:lastModifiedBy>
  <cp:revision>241</cp:revision>
  <cp:lastPrinted>2026-02-04T19:49:50Z</cp:lastPrinted>
  <dcterms:created xsi:type="dcterms:W3CDTF">2025-12-12T20:15:02Z</dcterms:created>
  <dcterms:modified xsi:type="dcterms:W3CDTF">2026-08-31T01:51:00Z</dcterms:modified>
  <cp:category/>
</cp:coreProperties>
</file>