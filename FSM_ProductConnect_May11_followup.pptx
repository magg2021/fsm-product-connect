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FSM Product Connect: Accelerating Core-to-Mod Modernization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4114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🎯 Objective</a:t>
            </a:r>
          </a:p>
          <a:p>
            <a:r>
              <a:t>Drive modernization across top 30 FSM accounts</a:t>
            </a:r>
          </a:p>
          <a:p>
            <a:r>
              <a:t>- Product Connect as execution engine</a:t>
            </a:r>
          </a:p>
          <a:p>
            <a:r>
              <a:t>- Reference Architecture + BVE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0" y="1371600"/>
            <a:ext cx="4114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✅ Key Decisions</a:t>
            </a:r>
          </a:p>
          <a:p>
            <a:r>
              <a:t>- Biweekly governance cadence</a:t>
            </a:r>
          </a:p>
          <a:p>
            <a:r>
              <a:t>- Standard view of top 30 accounts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291840"/>
            <a:ext cx="4114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⚙️ Execution</a:t>
            </a:r>
          </a:p>
          <a:p>
            <a:r>
              <a:t>Reference Architecture: CSE draft → PM validate</a:t>
            </a:r>
          </a:p>
          <a:p>
            <a:r>
              <a:t>BVE: CSE draft → PM validate assumptions &amp; outcomes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0" y="3291840"/>
            <a:ext cx="4114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🚀 Go-to-Market</a:t>
            </a:r>
          </a:p>
          <a:p>
            <a:r>
              <a:t>- Client briefings using assets</a:t>
            </a:r>
          </a:p>
          <a:p>
            <a:r>
              <a:t>- Align PMs/SMEs</a:t>
            </a:r>
          </a:p>
          <a:p>
            <a:r>
              <a:t>- Connect to AI Editions &amp; launches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Outcome: Structured, field-ready, outcome-driven modernization motion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