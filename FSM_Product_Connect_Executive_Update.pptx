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5"/>
  </p:normalViewPr>
  <p:slideViewPr>
    <p:cSldViewPr snapToGrid="0" snapToObjects="1">
      <p:cViewPr varScale="1">
        <p:scale>
          <a:sx n="133" d="100"/>
          <a:sy n="133" d="100"/>
        </p:scale>
        <p:origin x="204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2CE"/>
                </a:solidFill>
              </a:defRPr>
            </a:pPr>
            <a:r>
              <a:t>FSM Core Software Product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Executive update |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430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rPr b="1" dirty="0"/>
              <a:t>Objective: convert reactive product escalations into a proactive modernization motion across FSM with clearer roadmap alignment, named product coverage, and reusable field assets.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92783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2CE"/>
                </a:solidFill>
              </a:defRPr>
            </a:pPr>
            <a:r>
              <a:rPr dirty="0"/>
              <a:t>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9202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rPr sz="1000" b="1"/>
              <a:t>AI Editions sessions</a:t>
            </a:r>
          </a:p>
          <a:p>
            <a:pPr algn="ctr"/>
            <a:r>
              <a:rPr sz="1000" b="1"/>
              <a:t>completed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825347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2CE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2286000"/>
            <a:ext cx="1920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rPr b="1" dirty="0"/>
              <a:t>session scheduled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39785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2CE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1920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rPr b="1" dirty="0"/>
              <a:t>weekly cadence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39785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72CE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286000"/>
            <a:ext cx="1920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323232"/>
                </a:solidFill>
              </a:defRPr>
            </a:pPr>
            <a:r>
              <a:rPr b="1" dirty="0"/>
              <a:t>executive checkpoint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2CE"/>
                </a:solidFill>
              </a:defRPr>
            </a:pPr>
            <a:r>
              <a:t>✓ Progress to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265176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000" dirty="0"/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AI Editions enablement completed for DB2 and MQ. Cognos session is scheduled next.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Core product ownership mapped. Who is Who shared. Product versions validated.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Biweekly Product Connect cadence is live with Carrie, Stacy, Carson, and Monika.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Executive checkpoint with Priya and Krishnan is scheduled for May 11.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Client Blockers: resolved for State Farm (PA), Citi (PA)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AI core software Seismic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Who's who for Product 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2CE"/>
                </a:solidFill>
              </a:defRPr>
            </a:pPr>
            <a:r>
              <a:t>⚡ In flight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337560"/>
            <a:ext cx="265176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000" dirty="0"/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dirty="0"/>
              <a:t>• AI Editions packaging and dependency guidance to remove licensing ambiguity.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dirty="0"/>
              <a:t>• Business value models and PM owner alignment for priority products.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dirty="0"/>
              <a:t>• Reference architecture assets across DB2, Cognos, Planning Analytics, MQ, Sterling, FileNet, BAMOE, ODM, and BAW.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dirty="0"/>
              <a:t>• PM engagement model shaped around field asks: roadmap, blockers, architecture, packaging, and assets.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dirty="0"/>
              <a:t>• Client blockers: working with Citi (BWL)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dirty="0"/>
              <a:t>• Client facing workshops – WAS for Schwab (Austin)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9260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2CE"/>
                </a:solidFill>
              </a:defRPr>
            </a:pPr>
            <a:r>
              <a:t>🚀 Next 30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337560"/>
            <a:ext cx="26517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sz="1000" dirty="0"/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Launch Decision Review Board with 2 to 3 priority accounts.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Finalize named PM primary and delegate coverage by product.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Publish one field entry point for roadmap and AI Editions assets.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Use one product blueprint and one success story in the executive checkpoint.</a:t>
            </a:r>
          </a:p>
          <a:p>
            <a:pPr>
              <a:spcAft>
                <a:spcPts val="600"/>
              </a:spcAft>
              <a:defRPr sz="900">
                <a:solidFill>
                  <a:srgbClr val="323232"/>
                </a:solidFill>
              </a:defRPr>
            </a:pPr>
            <a:r>
              <a:rPr sz="1000" dirty="0"/>
              <a:t>• Client facing workshops – Schedule for BAW suite of products – 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defRPr sz="900" i="1">
                <a:solidFill>
                  <a:srgbClr val="646464"/>
                </a:solidFill>
              </a:defRPr>
            </a:pPr>
            <a:r>
              <a:rPr b="1">
                <a:solidFill>
                  <a:schemeClr val="bg1"/>
                </a:solidFill>
              </a:rPr>
              <a:t>Why this matters: faster product decisions, fewer stalled upgrades, and a cleaner Core to Mod execution path across vitality, containerization, managed or SaaS, and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336</Words>
  <Application>Microsoft Macintosh PowerPoint</Application>
  <PresentationFormat>On-screen Show (4:3)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Monika Aggarwal</cp:lastModifiedBy>
  <cp:revision>2</cp:revision>
  <dcterms:created xsi:type="dcterms:W3CDTF">2013-01-27T09:14:16Z</dcterms:created>
  <dcterms:modified xsi:type="dcterms:W3CDTF">2026-04-23T20:44:14Z</dcterms:modified>
  <cp:category/>
</cp:coreProperties>
</file>