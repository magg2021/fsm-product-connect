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notesMasterIdLst>
    <p:notesMasterId r:id="rId3"/>
  </p:notesMasterIdLst>
  <p:sldIdLst>
    <p:sldId id="2147483643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346056-7ADC-674A-AF07-0108C2217FE8}">
          <p14:sldIdLst>
            <p14:sldId id="21474836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/>
    <p:restoredTop sz="94247"/>
  </p:normalViewPr>
  <p:slideViewPr>
    <p:cSldViewPr snapToGrid="0" snapToObjects="1">
      <p:cViewPr varScale="1">
        <p:scale>
          <a:sx n="120" d="100"/>
          <a:sy n="120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137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27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7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37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FSM Product </a:t>
            </a: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Connect |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Meeting Agenda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Focus: validate where Core Product is involved, what needs leadership help, and how we support client-facing modernization.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20140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6089904"/>
            <a:ext cx="1120140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27632"/>
            <a:ext cx="3246120" cy="0"/>
          </a:xfrm>
          <a:prstGeom prst="line">
            <a:avLst/>
          </a:prstGeom>
          <a:noFill/>
          <a:ln w="26670">
            <a:solidFill>
              <a:srgbClr val="0F62F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4088" y="1819656"/>
            <a:ext cx="475488" cy="292608"/>
          </a:xfrm>
          <a:prstGeom prst="rect">
            <a:avLst/>
          </a:prstGeom>
          <a:solidFill>
            <a:srgbClr val="E8F0FF"/>
          </a:solidFill>
          <a:ln w="10160">
            <a:solidFill>
              <a:srgbClr val="CFE1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0" name="Image 0" descr="/mnt/data/icon_bullsey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78308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52728" y="1819656"/>
            <a:ext cx="2103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Status: Blueprint assets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32104" y="2423160"/>
            <a:ext cx="295351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Quick recap of core assets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Business Value Assessment (BVA)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Product Modernization Technical View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/>
                <a:ea typeface="+mn-ea"/>
                <a:cs typeface="+mn-cs"/>
              </a:rPr>
              <a:t>CSE credibility: Product Modernization Technical View + </a:t>
            </a:r>
            <a:r>
              <a:rPr lang="en-US" sz="1250" dirty="0">
                <a:solidFill>
                  <a:prstClr val="black"/>
                </a:solidFill>
                <a:highlight>
                  <a:srgbClr val="FFFF00"/>
                </a:highlight>
                <a:latin typeface="Aptos"/>
              </a:rPr>
              <a:t>BVA 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/>
                <a:ea typeface="+mn-ea"/>
                <a:cs typeface="+mn-cs"/>
              </a:rPr>
              <a:t>+ product proof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5001768"/>
            <a:ext cx="3154680" cy="457200"/>
          </a:xfrm>
          <a:prstGeom prst="rect">
            <a:avLst/>
          </a:prstGeom>
          <a:solidFill>
            <a:srgbClr val="F3F7FF"/>
          </a:solidFill>
          <a:ln w="8890">
            <a:solidFill>
              <a:srgbClr val="D8E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Outcome: validate asset purpose and usage.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389120" y="137160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0" y="1627632"/>
            <a:ext cx="3246120" cy="0"/>
          </a:xfrm>
          <a:prstGeom prst="line">
            <a:avLst/>
          </a:prstGeom>
          <a:noFill/>
          <a:ln w="26670">
            <a:solidFill>
              <a:srgbClr val="0E7C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90288" y="1819656"/>
            <a:ext cx="475488" cy="292608"/>
          </a:xfrm>
          <a:prstGeom prst="rect">
            <a:avLst/>
          </a:prstGeom>
          <a:solidFill>
            <a:srgbClr val="E5F4EF"/>
          </a:solidFill>
          <a:ln w="10160">
            <a:solidFill>
              <a:srgbClr val="C8E6D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E7C6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17" name="Image 1" descr="/mnt/data/icon_barchart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792224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38928" y="1760220"/>
            <a:ext cx="2221992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Product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+mn-ea"/>
                <a:cs typeface="+mn-cs"/>
              </a:rPr>
              <a:t>Engagement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 on Modernization pilots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718304" y="2423160"/>
            <a:ext cx="295351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Product Engagement Review: where Product is already engaged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Executive Ask View: what needs Product leadership help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Portfolio Heatmap: patterns across products and pillars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617720" y="5001768"/>
            <a:ext cx="3154680" cy="457200"/>
          </a:xfrm>
          <a:prstGeom prst="rect">
            <a:avLst/>
          </a:prstGeom>
          <a:solidFill>
            <a:srgbClr val="F2FAF7"/>
          </a:solidFill>
          <a:ln w="8890">
            <a:solidFill>
              <a:srgbClr val="D6EDE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Outcome: agree on visibility and routing.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275320" y="137160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458200" y="1627632"/>
            <a:ext cx="3246120" cy="0"/>
          </a:xfrm>
          <a:prstGeom prst="line">
            <a:avLst/>
          </a:prstGeom>
          <a:noFill/>
          <a:ln w="26670">
            <a:solidFill>
              <a:srgbClr val="B7791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476488" y="1819656"/>
            <a:ext cx="475488" cy="292608"/>
          </a:xfrm>
          <a:prstGeom prst="rect">
            <a:avLst/>
          </a:prstGeom>
          <a:solidFill>
            <a:srgbClr val="FFF4DA"/>
          </a:solidFill>
          <a:ln w="10160">
            <a:solidFill>
              <a:srgbClr val="F5D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B7791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4" name="Image 2" descr="/mnt/data/icon_rocket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1783080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25128" y="1819656"/>
            <a:ext cx="210312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Client briefing sessions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604504" y="2423160"/>
            <a:ext cx="2953512" cy="2304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Align on Product role in client-facing modernization sessions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Confirm PM, roadmap, and product proof support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Identify where executive presence or sponsorship is needed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• Connect briefings to account motion and follow-up ownership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503920" y="5001768"/>
            <a:ext cx="3154680" cy="457200"/>
          </a:xfrm>
          <a:prstGeom prst="rect">
            <a:avLst/>
          </a:prstGeom>
          <a:solidFill>
            <a:srgbClr val="FFF9EC"/>
          </a:solidFill>
          <a:ln w="8890">
            <a:solidFill>
              <a:srgbClr val="F6E2B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Outcome: confirm support model and next events.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566928" y="6245352"/>
            <a:ext cx="256032" cy="256032"/>
          </a:xfrm>
          <a:prstGeom prst="rect">
            <a:avLst/>
          </a:prstGeom>
          <a:solidFill>
            <a:srgbClr val="0F62FE"/>
          </a:solidFill>
          <a:ln>
            <a:solidFill>
              <a:srgbClr val="0F62FE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932688" y="62544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F2742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Target close: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2011680" y="6254496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Validate Product involvement views, confirm leadership asks, and align on client briefing support model.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9464040" y="65196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A94A6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Core Software Modernization | Product Connect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192</Words>
  <Application>Microsoft Macintosh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 Core Software Product Connect | Executive Update</dc:title>
  <dc:subject>FSM Core Software Product Connect Executive Update</dc:subject>
  <dc:creator>OpenAI</dc:creator>
  <cp:lastModifiedBy>Monika Aggarwal</cp:lastModifiedBy>
  <cp:revision>81</cp:revision>
  <cp:lastPrinted>2026-05-01T17:01:22Z</cp:lastPrinted>
  <dcterms:created xsi:type="dcterms:W3CDTF">2026-04-23T16:35:33Z</dcterms:created>
  <dcterms:modified xsi:type="dcterms:W3CDTF">2026-06-19T00:16:02Z</dcterms:modified>
</cp:coreProperties>
</file>