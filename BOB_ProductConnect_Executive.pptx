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80"/>
                </a:solidFill>
              </a:defRPr>
            </a:pPr>
            <a:r>
              <a:t>Product Connect -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Core Software AI Editions Enablement &amp; Strategic Initiatives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🎯 Key Initiatives</a:t>
            </a:r>
          </a:p>
          <a:p>
            <a:pPr>
              <a:spcAft>
                <a:spcPts val="600"/>
              </a:spcAft>
              <a:defRPr sz="1200"/>
            </a:pPr>
            <a:r>
              <a:t>AI Editions Enablement (Weekly)</a:t>
            </a:r>
          </a:p>
          <a:p>
            <a:pPr>
              <a:spcAft>
                <a:spcPts val="600"/>
              </a:spcAft>
              <a:defRPr sz="1200"/>
            </a:pPr>
            <a:r>
              <a:t>Product roadmap tours &amp; industry use cases</a:t>
            </a:r>
          </a:p>
          <a:p>
            <a:pPr>
              <a:spcAft>
                <a:spcPts val="600"/>
              </a:spcAft>
              <a:defRPr sz="1200"/>
            </a:pPr>
            <a:r>
              <a:t>Tech Sales Seismic feedback integration</a:t>
            </a:r>
          </a:p>
          <a:p>
            <a:pPr>
              <a:spcAft>
                <a:spcPts val="600"/>
              </a:spcAft>
              <a:defRPr sz="1200"/>
            </a:pPr>
            <a:r>
              <a:t>Business Value Modeling for C2M motions</a:t>
            </a:r>
          </a:p>
          <a:p>
            <a:pPr>
              <a:spcAft>
                <a:spcPts val="600"/>
              </a:spcAft>
              <a:defRPr sz="1200"/>
            </a:pPr>
            <a:r>
              <a:t>Reference Architecture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4630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📊 Status &amp; Priorities</a:t>
            </a:r>
          </a:p>
          <a:p>
            <a:pPr>
              <a:spcAft>
                <a:spcPts val="600"/>
              </a:spcAft>
              <a:defRPr sz="1100"/>
            </a:pPr>
            <a:r>
              <a:t>✅ DB2 Enablement: Complete (March 27)</a:t>
            </a:r>
          </a:p>
          <a:p>
            <a:pPr>
              <a:spcAft>
                <a:spcPts val="600"/>
              </a:spcAft>
              <a:defRPr sz="1100"/>
            </a:pPr>
            <a:r>
              <a:t>🔄 Product versions validation: In Progress</a:t>
            </a:r>
          </a:p>
          <a:p>
            <a:pPr>
              <a:spcAft>
                <a:spcPts val="600"/>
              </a:spcAft>
              <a:defRPr sz="1100"/>
            </a:pPr>
            <a:r>
              <a:t>🔄 AI core software Seismic feedback: In Progress</a:t>
            </a:r>
          </a:p>
          <a:p>
            <a:pPr>
              <a:spcAft>
                <a:spcPts val="600"/>
              </a:spcAft>
              <a:defRPr sz="1100"/>
            </a:pPr>
            <a:r>
              <a:t>⚡ Rules of engagement: High Priority</a:t>
            </a:r>
          </a:p>
          <a:p>
            <a:pPr>
              <a:spcAft>
                <a:spcPts val="600"/>
              </a:spcAft>
              <a:defRPr sz="1100"/>
            </a:pPr>
            <a:r>
              <a:t>⚡ Reference Architecture: High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👥 Team &amp; Governance</a:t>
            </a:r>
          </a:p>
          <a:p>
            <a:pPr>
              <a:spcAft>
                <a:spcPts val="400"/>
              </a:spcAft>
              <a:defRPr sz="1100"/>
            </a:pPr>
            <a:r>
              <a:t>Owners: Carrie Rogers, Stacy Nawrocki,</a:t>
            </a:r>
          </a:p>
          <a:p>
            <a:pPr>
              <a:spcAft>
                <a:spcPts val="400"/>
              </a:spcAft>
              <a:defRPr sz="1100"/>
            </a:pPr>
            <a:r>
              <a:t>Carson Masterson, Monika Aggarwal</a:t>
            </a:r>
          </a:p>
          <a:p>
            <a:pPr>
              <a:spcAft>
                <a:spcPts val="400"/>
              </a:spcAft>
              <a:defRPr sz="1100"/>
            </a:pPr>
          </a:p>
          <a:p>
            <a:pPr>
              <a:spcAft>
                <a:spcPts val="400"/>
              </a:spcAft>
              <a:defRPr sz="1100"/>
            </a:pPr>
            <a:r>
              <a:t>Cadence: Biweekly touchpoints</a:t>
            </a:r>
          </a:p>
          <a:p>
            <a:pPr>
              <a:spcAft>
                <a:spcPts val="400"/>
              </a:spcAft>
              <a:defRPr sz="1100"/>
            </a:pPr>
            <a:r>
              <a:t>Focus: Remove bottlenecks, share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9319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🚀 Next Steps</a:t>
            </a:r>
          </a:p>
          <a:p>
            <a:pPr>
              <a:spcAft>
                <a:spcPts val="600"/>
              </a:spcAft>
              <a:defRPr sz="1100"/>
            </a:pPr>
            <a:r>
              <a:t>Publish packaging &amp; dependencies table</a:t>
            </a:r>
          </a:p>
          <a:p>
            <a:pPr>
              <a:spcAft>
                <a:spcPts val="600"/>
              </a:spcAft>
              <a:defRPr sz="1100"/>
            </a:pPr>
            <a:r>
              <a:t>Define engagement rules for account teams</a:t>
            </a:r>
          </a:p>
          <a:p>
            <a:pPr>
              <a:spcAft>
                <a:spcPts val="600"/>
              </a:spcAft>
              <a:defRPr sz="1100"/>
            </a:pPr>
            <a:r>
              <a:t>Share BVM document with product teams</a:t>
            </a:r>
          </a:p>
          <a:p>
            <a:pPr>
              <a:spcAft>
                <a:spcPts val="600"/>
              </a:spcAft>
              <a:defRPr sz="1100"/>
            </a:pPr>
            <a:r>
              <a:t>Identify Core Software in Priya's portfolio</a:t>
            </a:r>
          </a:p>
          <a:p>
            <a:pPr>
              <a:spcAft>
                <a:spcPts val="600"/>
              </a:spcAft>
              <a:defRPr sz="1100"/>
            </a:pPr>
            <a:r>
              <a:t>Establish executive touchpoint cadence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Product Connect Running Log | Updated: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