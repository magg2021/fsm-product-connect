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3.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4.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2" r:id="rId1"/>
    <p:sldMasterId id="2147483664" r:id="rId2"/>
    <p:sldMasterId id="2147483722" r:id="rId3"/>
    <p:sldMasterId id="2147483777" r:id="rId4"/>
    <p:sldMasterId id="2147483795" r:id="rId5"/>
  </p:sldMasterIdLst>
  <p:notesMasterIdLst>
    <p:notesMasterId r:id="rId20"/>
  </p:notesMasterIdLst>
  <p:sldIdLst>
    <p:sldId id="2142532839" r:id="rId6"/>
    <p:sldId id="2147483643" r:id="rId7"/>
    <p:sldId id="2147483641" r:id="rId8"/>
    <p:sldId id="2147483001" r:id="rId9"/>
    <p:sldId id="2147482999" r:id="rId10"/>
    <p:sldId id="2147483644" r:id="rId11"/>
    <p:sldId id="256" r:id="rId12"/>
    <p:sldId id="2147482997" r:id="rId13"/>
    <p:sldId id="2147482308" r:id="rId14"/>
    <p:sldId id="2147482982" r:id="rId15"/>
    <p:sldId id="2147482971" r:id="rId16"/>
    <p:sldId id="2147482984" r:id="rId17"/>
    <p:sldId id="2147482985" r:id="rId18"/>
    <p:sldId id="2147482991"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C346056-7ADC-674A-AF07-0108C2217FE8}">
          <p14:sldIdLst>
            <p14:sldId id="2142532839"/>
            <p14:sldId id="2147483643"/>
            <p14:sldId id="2147483641"/>
            <p14:sldId id="2147483001"/>
          </p14:sldIdLst>
        </p14:section>
        <p14:section name="Client engagement / briefing" id="{1887A801-C3D2-0449-9A4D-2FFE2DB99A6E}">
          <p14:sldIdLst>
            <p14:sldId id="2147482999"/>
            <p14:sldId id="2147483644"/>
            <p14:sldId id="256"/>
            <p14:sldId id="2147482997"/>
          </p14:sldIdLst>
        </p14:section>
        <p14:section name="Appendix" id="{654A30CF-9625-0C43-8B39-2CB268231C2A}">
          <p14:sldIdLst>
            <p14:sldId id="2147482308"/>
            <p14:sldId id="2147482982"/>
            <p14:sldId id="2147482971"/>
            <p14:sldId id="2147482984"/>
            <p14:sldId id="2147482985"/>
            <p14:sldId id="21474829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350"/>
    <p:restoredTop sz="94265"/>
  </p:normalViewPr>
  <p:slideViewPr>
    <p:cSldViewPr snapToGrid="0" snapToObjects="1">
      <p:cViewPr>
        <p:scale>
          <a:sx n="190" d="100"/>
          <a:sy n="190" d="100"/>
        </p:scale>
        <p:origin x="-496" y="-20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137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ibm.box.com/s/ptgdtx2i67b5lw5nxseuptzd2xuwcm9c"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258566-E6C3-F0B8-E31B-EF0EB941391D}"/>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3792958A-207B-B04A-B69D-6EC7ABA1F4FC}"/>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689CCD63-19DC-928B-8C73-8B36913D27D0}"/>
              </a:ext>
            </a:extLst>
          </p:cNvPr>
          <p:cNvSpPr txBox="1"/>
          <p:nvPr/>
        </p:nvSpPr>
        <p:spPr>
          <a:xfrm>
            <a:off x="6300216" y="8705088"/>
            <a:ext cx="338328" cy="228600"/>
          </a:xfrm>
          <a:prstGeom prst="rect">
            <a:avLst/>
          </a:prstGeom>
          <a:noFill/>
          <a:ln cap="flat">
            <a:noFill/>
          </a:ln>
        </p:spPr>
        <p:txBody>
          <a:bodyPr vert="horz" wrap="square" lIns="0" tIns="0" rIns="0" bIns="0" anchor="b" anchorCtr="0" compatLnSpc="1">
            <a:noAutofit/>
          </a:bodyPr>
          <a:lstStyle/>
          <a:p>
            <a:pPr marL="0" marR="0" lvl="0" indent="0" algn="r" defTabSz="1829376"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CCD47E9F-2FC5-BD48-B736-F08E6A241290}" type="slidenum">
              <a:rPr kumimoji="0" sz="1800" b="0" i="0" u="none" strike="noStrike" kern="0" cap="none" spc="0" normalizeH="0" baseline="0" noProof="0">
                <a:ln>
                  <a:noFill/>
                </a:ln>
                <a:solidFill>
                  <a:srgbClr val="000000"/>
                </a:solidFill>
                <a:effectLst/>
                <a:uLnTx/>
                <a:uFillTx/>
                <a:latin typeface="Aptos" panose="02110004020202020204"/>
                <a:ea typeface="+mn-ea"/>
                <a:cs typeface="+mn-cs"/>
              </a:rPr>
              <a:pPr marL="0" marR="0" lvl="0" indent="0" algn="r" defTabSz="1829376"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1</a:t>
            </a:fld>
            <a:endParaRPr kumimoji="0" lang="en-US" sz="600" b="0" i="0" u="none" strike="noStrike" kern="1200" cap="none" spc="0" normalizeH="0" baseline="0" noProof="0">
              <a:ln>
                <a:noFill/>
              </a:ln>
              <a:solidFill>
                <a:srgbClr val="000000"/>
              </a:solidFill>
              <a:effectLst/>
              <a:uLnTx/>
              <a:uFillTx/>
              <a:latin typeface="IBM Plex Sans Light" pitchFamily="34"/>
              <a:ea typeface="IBM Plex Sans Light" pitchFamily="34"/>
              <a:cs typeface="IBM Plex Sans Light" pitchFamily="34"/>
            </a:endParaRPr>
          </a:p>
        </p:txBody>
      </p:sp>
      <p:sp>
        <p:nvSpPr>
          <p:cNvPr id="5" name="Footer Placeholder 4">
            <a:extLst>
              <a:ext uri="{FF2B5EF4-FFF2-40B4-BE49-F238E27FC236}">
                <a16:creationId xmlns:a16="http://schemas.microsoft.com/office/drawing/2014/main" id="{592FA7B2-9A8B-62C1-26F8-1A4073747524}"/>
              </a:ext>
            </a:extLst>
          </p:cNvPr>
          <p:cNvSpPr txBox="1"/>
          <p:nvPr/>
        </p:nvSpPr>
        <p:spPr>
          <a:xfrm>
            <a:off x="219456" y="8705088"/>
            <a:ext cx="3657600" cy="228600"/>
          </a:xfrm>
          <a:prstGeom prst="rect">
            <a:avLst/>
          </a:prstGeom>
          <a:noFill/>
          <a:ln cap="flat">
            <a:noFill/>
          </a:ln>
        </p:spPr>
        <p:txBody>
          <a:bodyPr vert="horz" wrap="square" lIns="0" tIns="0" rIns="0" bIns="0" anchor="b" anchorCtr="0" compatLnSpc="1">
            <a:noAutofit/>
          </a:bodyPr>
          <a:lstStyle/>
          <a:p>
            <a:pPr marL="0" marR="0" lvl="0" indent="0" algn="l" defTabSz="1829376"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600" b="0" i="0" u="none" strike="noStrike" kern="1200" cap="none" spc="0" normalizeH="0" baseline="0" noProof="0">
                <a:ln>
                  <a:noFill/>
                </a:ln>
                <a:solidFill>
                  <a:srgbClr val="000000"/>
                </a:solidFill>
                <a:effectLst/>
                <a:uLnTx/>
                <a:uFillTx/>
                <a:latin typeface="IBM Plex Sans Light" pitchFamily="34"/>
                <a:ea typeface="IBM Plex Sans Light" pitchFamily="34"/>
                <a:cs typeface="IBM Plex Sans Light" pitchFamily="34"/>
              </a:rPr>
              <a:t>Group Name / DOC ID / Month XX, 2022 / © 2022 IBM Corporation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C85C8-4B21-528D-171A-B4F89157A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C827FC-6D0D-5B4E-7012-FD713D84656B}"/>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398CC603-9220-9537-9749-ECA63D0C6351}"/>
              </a:ext>
            </a:extLst>
          </p:cNvPr>
          <p:cNvSpPr txBox="1">
            <a:spLocks noGrp="1"/>
          </p:cNvSpPr>
          <p:nvPr>
            <p:ph type="body" sz="quarter" idx="1"/>
          </p:nvPr>
        </p:nvSpPr>
        <p:spPr/>
        <p:txBody>
          <a:bodyPr/>
          <a:lstStyle/>
          <a:p>
            <a:endParaRPr lang="en-US" sz="6000" dirty="0"/>
          </a:p>
        </p:txBody>
      </p:sp>
      <p:sp>
        <p:nvSpPr>
          <p:cNvPr id="4" name="Slide Number Placeholder 3">
            <a:extLst>
              <a:ext uri="{FF2B5EF4-FFF2-40B4-BE49-F238E27FC236}">
                <a16:creationId xmlns:a16="http://schemas.microsoft.com/office/drawing/2014/main" id="{F654DF5A-1C2F-79D9-BF3D-8F4F685ED24D}"/>
              </a:ext>
            </a:extLst>
          </p:cNvPr>
          <p:cNvSpPr txBox="1"/>
          <p:nvPr/>
        </p:nvSpPr>
        <p:spPr>
          <a:xfrm>
            <a:off x="6300216" y="8705088"/>
            <a:ext cx="338328" cy="228600"/>
          </a:xfrm>
          <a:prstGeom prst="rect">
            <a:avLst/>
          </a:prstGeom>
          <a:noFill/>
          <a:ln cap="flat">
            <a:noFill/>
          </a:ln>
        </p:spPr>
        <p:txBody>
          <a:bodyPr vert="horz" wrap="square" lIns="0" tIns="0" rIns="0" bIns="0" anchor="b" anchorCtr="0" compatLnSpc="1">
            <a:noAutofit/>
          </a:bodyPr>
          <a:lstStyle/>
          <a:p>
            <a:pPr marL="0" marR="0" lvl="0" indent="0" algn="r" defTabSz="1829376"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1AFF3864-0A5B-FB4F-9FAE-ABAF0B1E8F6C}" type="slidenum">
              <a:rPr kumimoji="0" sz="1800" b="0" i="0" u="none" strike="noStrike" kern="0" cap="none" spc="0" normalizeH="0" baseline="0" noProof="0">
                <a:ln>
                  <a:noFill/>
                </a:ln>
                <a:solidFill>
                  <a:srgbClr val="000000"/>
                </a:solidFill>
                <a:effectLst/>
                <a:uLnTx/>
                <a:uFillTx/>
                <a:latin typeface="IBM Plex Sans Light"/>
                <a:ea typeface="+mn-ea"/>
                <a:cs typeface="+mn-cs"/>
              </a:rPr>
              <a:pPr marL="0" marR="0" lvl="0" indent="0" algn="r" defTabSz="1829376"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3</a:t>
            </a:fld>
            <a:endParaRPr kumimoji="0" lang="en-US" sz="600" b="0" i="0" u="none" strike="noStrike" kern="1200" cap="none" spc="0" normalizeH="0" baseline="0" noProof="0">
              <a:ln>
                <a:noFill/>
              </a:ln>
              <a:solidFill>
                <a:srgbClr val="000000"/>
              </a:solidFill>
              <a:effectLst/>
              <a:uLnTx/>
              <a:uFillTx/>
              <a:latin typeface="IBM Plex Sans Light" pitchFamily="34"/>
              <a:ea typeface="IBM Plex Sans Light" pitchFamily="34"/>
              <a:cs typeface="IBM Plex Sans Light" pitchFamily="34"/>
            </a:endParaRPr>
          </a:p>
        </p:txBody>
      </p:sp>
      <p:sp>
        <p:nvSpPr>
          <p:cNvPr id="5" name="Footer Placeholder 4">
            <a:extLst>
              <a:ext uri="{FF2B5EF4-FFF2-40B4-BE49-F238E27FC236}">
                <a16:creationId xmlns:a16="http://schemas.microsoft.com/office/drawing/2014/main" id="{E7B0A8A1-047B-ADDA-AB4A-53D4E06742C6}"/>
              </a:ext>
            </a:extLst>
          </p:cNvPr>
          <p:cNvSpPr txBox="1"/>
          <p:nvPr/>
        </p:nvSpPr>
        <p:spPr>
          <a:xfrm>
            <a:off x="219456" y="8705088"/>
            <a:ext cx="3657600" cy="228600"/>
          </a:xfrm>
          <a:prstGeom prst="rect">
            <a:avLst/>
          </a:prstGeom>
          <a:noFill/>
          <a:ln cap="flat">
            <a:noFill/>
          </a:ln>
        </p:spPr>
        <p:txBody>
          <a:bodyPr vert="horz" wrap="square" lIns="0" tIns="0" rIns="0" bIns="0" anchor="b" anchorCtr="0" compatLnSpc="1">
            <a:noAutofit/>
          </a:bodyPr>
          <a:lstStyle/>
          <a:p>
            <a:pPr marL="0" marR="0" lvl="0" indent="0" algn="l" defTabSz="1829376"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600" b="0" i="0" u="none" strike="noStrike" kern="1200" cap="none" spc="0" normalizeH="0" baseline="0" noProof="0">
                <a:ln>
                  <a:noFill/>
                </a:ln>
                <a:solidFill>
                  <a:srgbClr val="000000"/>
                </a:solidFill>
                <a:effectLst/>
                <a:uLnTx/>
                <a:uFillTx/>
                <a:latin typeface="IBM Plex Sans Light" pitchFamily="34"/>
                <a:ea typeface="IBM Plex Sans Light" pitchFamily="34"/>
                <a:cs typeface="IBM Plex Sans Light" pitchFamily="34"/>
              </a:rPr>
              <a:t>Footer</a:t>
            </a:r>
          </a:p>
        </p:txBody>
      </p:sp>
    </p:spTree>
    <p:extLst>
      <p:ext uri="{BB962C8B-B14F-4D97-AF65-F5344CB8AC3E}">
        <p14:creationId xmlns:p14="http://schemas.microsoft.com/office/powerpoint/2010/main" val="3194194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hlinkClick r:id="rId3"/>
              </a:rPr>
              <a:t>Product Modernization Technical View and Benefits</a:t>
            </a:r>
            <a:endParaRPr lang="en-US" sz="1200" dirty="0">
              <a:effectLst/>
            </a:endParaRPr>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54006-50F3-313D-1E6E-DD141D13F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0C72DC-8DA0-1752-D6F1-2F2629FD2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76DC07-CB5D-1BC3-2AA0-7845C2D1F5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B00AB7-4D9E-0EC6-35FD-67D15047ACD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69913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PM engagement already working in the field. we should scale this pattern, not create another process burden.
Use these examples to connect Product Connect to client outcomes: Wells Fargo and Citi for Connect:Direct containers, BofA for DataStage modernization, MetLife/ADP/JPMC/Fiserv for Cognos containers, and Travelers for FileNet SaaS plus containers on AWS.
The ask is focused PM partnership at high-leverage moments: enablement, reference architecture validation, BVE assumptions, and priority client blockers.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10</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755331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11</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1074222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7632F-AAEF-5C38-ED8A-2718DCE27A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3B75F-CF57-9BCB-56FC-7DA48B0D3409}"/>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948BDDBC-33F9-C7CD-F196-B506F4B85409}"/>
              </a:ext>
            </a:extLst>
          </p:cNvPr>
          <p:cNvSpPr>
            <a:spLocks noGrp="1"/>
          </p:cNvSpPr>
          <p:nvPr>
            <p:ph type="body" idx="1"/>
          </p:nvPr>
        </p:nvSpPr>
        <p:spPr/>
        <p:txBody>
          <a:bodyPr/>
          <a:lstStyle/>
          <a:p>
            <a:r>
              <a:rPr lang="en-US" dirty="0"/>
              <a:t>We start with the client’s operating reality, not a product pitch. Core upgrades fail when ownership is fragmented and the client feels exposed. Our first goal is trust. We earn it by delivering one scoped upgrade with clean controls, evidence, and a rollback path. Once we prove we can modernize without disruption, we get a seat at the table for the broader roadmap. </a:t>
            </a:r>
          </a:p>
          <a:p>
            <a:br>
              <a:rPr lang="en-US" dirty="0"/>
            </a:br>
            <a:r>
              <a:rPr lang="en-US" dirty="0"/>
              <a:t>What runs the business today: Versions, integrations, dependencies, operating model</a:t>
            </a:r>
          </a:p>
          <a:p>
            <a:r>
              <a:rPr lang="en-US" dirty="0"/>
              <a:t>Business challenges: Change friction, outages, skills gaps, vendor coordination gaps</a:t>
            </a:r>
          </a:p>
          <a:p>
            <a:r>
              <a:rPr lang="en-US" dirty="0"/>
              <a:t>Regulatory and audit requirements: Change control, evidence, segregation of duties, rollback, data retention, resiliency</a:t>
            </a:r>
          </a:p>
          <a:p>
            <a:endParaRPr lang="en-BR"/>
          </a:p>
        </p:txBody>
      </p:sp>
      <p:sp>
        <p:nvSpPr>
          <p:cNvPr id="4" name="Slide Number Placeholder 3">
            <a:extLst>
              <a:ext uri="{FF2B5EF4-FFF2-40B4-BE49-F238E27FC236}">
                <a16:creationId xmlns:a16="http://schemas.microsoft.com/office/drawing/2014/main" id="{D7E2C542-D97B-A136-ED95-3F7437C5A232}"/>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12</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08AE1037-E04C-A6B6-A3C8-6AC14DB128D4}"/>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120237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8464E-B17D-030B-CCEA-C49D995F5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9049F-C5E0-11F2-A25E-0592ACA7E035}"/>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A7FFD41A-77F6-C440-1C81-E22B35B01677}"/>
              </a:ext>
            </a:extLst>
          </p:cNvPr>
          <p:cNvSpPr>
            <a:spLocks noGrp="1"/>
          </p:cNvSpPr>
          <p:nvPr>
            <p:ph type="body" idx="1"/>
          </p:nvPr>
        </p:nvSpPr>
        <p:spPr/>
        <p:txBody>
          <a:bodyPr/>
          <a:lstStyle/>
          <a:p>
            <a:r>
              <a:rPr lang="en-US" b="1" dirty="0"/>
              <a:t>One dependency chain </a:t>
            </a:r>
            <a:r>
              <a:rPr lang="en-US" dirty="0"/>
              <a:t>means one complete, end-to-end slice of the system that must work together for the business flow to run. It’s the smallest unit you can modernize without breaking production.</a:t>
            </a:r>
            <a:br>
              <a:rPr lang="en-US" dirty="0"/>
            </a:br>
            <a:endParaRPr lang="en-US" dirty="0"/>
          </a:p>
          <a:p>
            <a:r>
              <a:rPr lang="en-US" dirty="0"/>
              <a:t>This is critical, as if you modernize one product but ignore the chain, you create hidden outages. The client experiences it as “the upgrade broke my workflow,” not “a dependency was missed.</a:t>
            </a:r>
          </a:p>
          <a:p>
            <a:endParaRPr lang="en-US" dirty="0"/>
          </a:p>
          <a:p>
            <a:endParaRPr lang="en-US" dirty="0"/>
          </a:p>
          <a:p>
            <a:r>
              <a:rPr lang="en-US" b="1" dirty="0"/>
              <a:t>CLEAN MEANS SUPPORTED, COMPATIBLE, CONTROLLED, REVERSIBLE, TESTED, AND AUDITABLE</a:t>
            </a:r>
          </a:p>
          <a:p>
            <a:endParaRPr lang="en-BR"/>
          </a:p>
        </p:txBody>
      </p:sp>
      <p:sp>
        <p:nvSpPr>
          <p:cNvPr id="4" name="Slide Number Placeholder 3">
            <a:extLst>
              <a:ext uri="{FF2B5EF4-FFF2-40B4-BE49-F238E27FC236}">
                <a16:creationId xmlns:a16="http://schemas.microsoft.com/office/drawing/2014/main" id="{4A5C60DF-96EE-3A11-D83C-F9C6554C0C33}"/>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13</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120D693C-0655-28C3-FE46-DE2B31AC6EEC}"/>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16270848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57056-29DE-B689-180F-FB25A8E40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1E379F-E6C6-EAA6-97D9-F7642E82F5E7}"/>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E1610887-0551-7215-4008-F04119CD5EA9}"/>
              </a:ext>
            </a:extLst>
          </p:cNvPr>
          <p:cNvSpPr>
            <a:spLocks noGrp="1"/>
          </p:cNvSpPr>
          <p:nvPr>
            <p:ph type="body" idx="1"/>
          </p:nvPr>
        </p:nvSpPr>
        <p:spPr/>
        <p:txBody>
          <a:bodyPr/>
          <a:lstStyle/>
          <a:p>
            <a:endParaRPr lang="en-BR"/>
          </a:p>
        </p:txBody>
      </p:sp>
      <p:sp>
        <p:nvSpPr>
          <p:cNvPr id="4" name="Slide Number Placeholder 3">
            <a:extLst>
              <a:ext uri="{FF2B5EF4-FFF2-40B4-BE49-F238E27FC236}">
                <a16:creationId xmlns:a16="http://schemas.microsoft.com/office/drawing/2014/main" id="{C7C7AC85-5009-D44E-F725-6D4C0E3BAA39}"/>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14</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4BD7D0B4-FF02-021F-EAF9-B4754E855110}"/>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2983638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33165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2151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39184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63499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1378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7006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74505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99311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34619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1002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57115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5" y="3084231"/>
            <a:ext cx="1727991" cy="689541"/>
          </a:xfrm>
          <a:prstGeom prst="rect">
            <a:avLst/>
          </a:prstGeom>
        </p:spPr>
      </p:pic>
    </p:spTree>
    <p:extLst>
      <p:ext uri="{BB962C8B-B14F-4D97-AF65-F5344CB8AC3E}">
        <p14:creationId xmlns:p14="http://schemas.microsoft.com/office/powerpoint/2010/main" val="237960745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46522411"/>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97588"/>
          </a:xfrm>
          <a:solidFill>
            <a:srgbClr val="E0E0E0"/>
          </a:solidFill>
        </p:spPr>
        <p:txBody>
          <a:bodyPr anchor="ctr"/>
          <a:lstStyle>
            <a:lvl1pPr algn="ctr">
              <a:defRPr>
                <a:solidFill>
                  <a:schemeClr val="accent5"/>
                </a:solidFill>
              </a:defRPr>
            </a:lvl1pPr>
          </a:lstStyle>
          <a:p>
            <a:r>
              <a:rPr lang="en-US" dirty="0"/>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287963" y="155575"/>
            <a:ext cx="5049878" cy="3654425"/>
          </a:xfrm>
        </p:spPr>
        <p:txBody>
          <a:bodyPr/>
          <a:lstStyle>
            <a:lvl1pPr>
              <a:lnSpc>
                <a:spcPct val="100000"/>
              </a:lnSpc>
              <a:defRPr sz="41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1232308005"/>
      </p:ext>
    </p:extLst>
  </p:cSld>
  <p:clrMapOvr>
    <a:masterClrMapping/>
  </p:clrMapOvr>
  <p:transition spd="med"/>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12192000" cy="6097588"/>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287963" y="155575"/>
            <a:ext cx="5049878" cy="3654425"/>
          </a:xfrm>
        </p:spPr>
        <p:txBody>
          <a:bodyPr/>
          <a:lstStyle>
            <a:lvl1pPr>
              <a:lnSpc>
                <a:spcPct val="100000"/>
              </a:lnSpc>
              <a:defRPr sz="41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200722809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20321923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63" y="6239574"/>
            <a:ext cx="5518504" cy="381000"/>
          </a:xfrm>
        </p:spPr>
        <p:txBody>
          <a:bodyPr anchor="b"/>
          <a:lstStyle>
            <a:lvl1pPr>
              <a:lnSpc>
                <a:spcPct val="110000"/>
              </a:lnSpc>
              <a:spcBef>
                <a:spcPts val="0"/>
              </a:spcBef>
              <a:defRPr sz="1400">
                <a:solidFill>
                  <a:schemeClr val="tx1"/>
                </a:solidFill>
              </a:defRPr>
            </a:lvl1pPr>
          </a:lstStyle>
          <a:p>
            <a:pPr lvl="0"/>
            <a:r>
              <a:rPr lang="en-US"/>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202000791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5750"/>
            <a:ext cx="5520847" cy="6289332"/>
          </a:xfrm>
          <a:solidFill>
            <a:srgbClr val="E0E0E0"/>
          </a:solidFill>
        </p:spPr>
        <p:txBody>
          <a:bodyPr anchor="ctr"/>
          <a:lstStyle>
            <a:lvl1pPr algn="ctr">
              <a:defRPr>
                <a:solidFill>
                  <a:schemeClr val="accent5"/>
                </a:solidFill>
              </a:defRPr>
            </a:lvl1pPr>
          </a:lstStyle>
          <a:p>
            <a:r>
              <a:rPr lang="en-US" dirty="0"/>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290006" y="6288882"/>
            <a:ext cx="769062" cy="2862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1664064023"/>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287963" y="288036"/>
            <a:ext cx="5049180" cy="285750"/>
          </a:xfrm>
        </p:spPr>
        <p:txBody>
          <a:bodyPr/>
          <a:lstStyle>
            <a:lvl1pPr>
              <a:spcBef>
                <a:spcPts val="0"/>
              </a:spcBef>
              <a:defRPr sz="14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63" y="756000"/>
            <a:ext cx="5049180" cy="4573588"/>
          </a:xfrm>
        </p:spPr>
        <p:txBody>
          <a:bodyPr/>
          <a:lstStyle>
            <a:lvl1pPr>
              <a:lnSpc>
                <a:spcPct val="100000"/>
              </a:lnSpc>
              <a:defRPr sz="4199">
                <a:solidFill>
                  <a:schemeClr val="tx2"/>
                </a:solidFill>
              </a:defRPr>
            </a:lvl1pPr>
          </a:lstStyle>
          <a:p>
            <a:r>
              <a:rPr lang="en-US"/>
              <a:t>Click to edit Master title style</a:t>
            </a:r>
            <a:endParaRPr lang="en-US" dirty="0"/>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290006" y="6288882"/>
            <a:ext cx="769062" cy="2862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6380919" y="284957"/>
            <a:ext cx="5520847" cy="6290125"/>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1465279331"/>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2470717" cy="2105025"/>
          </a:xfrm>
        </p:spPr>
        <p:txBody>
          <a:bodyPr/>
          <a:lstStyle>
            <a:lvl1pPr>
              <a:lnSpc>
                <a:spcPct val="100000"/>
              </a:lnSpc>
              <a:defRPr sz="3399">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6382506" y="287338"/>
            <a:ext cx="2476178" cy="5808659"/>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9430110" y="287337"/>
            <a:ext cx="2470622" cy="5810250"/>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287963" y="6408000"/>
            <a:ext cx="2477765" cy="190500"/>
          </a:xfrm>
        </p:spPr>
        <p:txBody>
          <a:bodyPr/>
          <a:lstStyle/>
          <a:p>
            <a:endParaRPr lang="en-US" dirty="0"/>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346627317"/>
      </p:ext>
    </p:extLst>
  </p:cSld>
  <p:clrMapOvr>
    <a:masterClrMapping/>
  </p:clrMapOvr>
  <p:transition spd="med"/>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5517527" cy="1331913"/>
          </a:xfrm>
        </p:spPr>
        <p:txBody>
          <a:bodyPr rIns="457200"/>
          <a:lstStyle>
            <a:lvl1pPr>
              <a:lnSpc>
                <a:spcPct val="100000"/>
              </a:lnSpc>
              <a:defRPr sz="3399">
                <a:solidFill>
                  <a:schemeClr val="tx2"/>
                </a:solidFill>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837153896"/>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963" y="154800"/>
            <a:ext cx="8569797" cy="4416425"/>
          </a:xfrm>
        </p:spPr>
        <p:txBody>
          <a:bodyPr/>
          <a:lstStyle>
            <a:lvl1pPr>
              <a:defRPr sz="8398"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4999572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4953942" cy="2104835"/>
          </a:xfrm>
        </p:spPr>
        <p:txBody>
          <a:bodyPr/>
          <a:lstStyle>
            <a:lvl1pPr>
              <a:lnSpc>
                <a:spcPct val="100000"/>
              </a:lnSpc>
              <a:defRPr sz="3399">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9168" y="192024"/>
            <a:ext cx="5520318" cy="4389247"/>
          </a:xfrm>
        </p:spPr>
        <p:txBody>
          <a:bodyPr/>
          <a:lstStyle>
            <a:lvl1pPr>
              <a:lnSpc>
                <a:spcPct val="100000"/>
              </a:lnSpc>
              <a:spcBef>
                <a:spcPts val="0"/>
              </a:spcBef>
              <a:defRPr sz="3399">
                <a:solidFill>
                  <a:schemeClr val="tx2"/>
                </a:solidFill>
              </a:defRPr>
            </a:lvl1pPr>
            <a:lvl2pPr marL="292549" indent="-292549">
              <a:lnSpc>
                <a:spcPct val="100000"/>
              </a:lnSpc>
              <a:spcBef>
                <a:spcPts val="0"/>
              </a:spcBef>
              <a:defRPr sz="3399">
                <a:solidFill>
                  <a:schemeClr val="tx2"/>
                </a:solidFill>
              </a:defRPr>
            </a:lvl2pPr>
            <a:lvl3pPr marL="548530" indent="-292549">
              <a:lnSpc>
                <a:spcPct val="100000"/>
              </a:lnSpc>
              <a:spcBef>
                <a:spcPts val="0"/>
              </a:spcBef>
              <a:defRPr sz="3399">
                <a:solidFill>
                  <a:schemeClr val="tx2"/>
                </a:solidFill>
              </a:defRPr>
            </a:lvl3pPr>
            <a:lvl4pPr marL="877648">
              <a:lnSpc>
                <a:spcPct val="100000"/>
              </a:lnSpc>
              <a:spcBef>
                <a:spcPts val="0"/>
              </a:spcBef>
              <a:defRPr sz="3399">
                <a:solidFill>
                  <a:schemeClr val="tx2"/>
                </a:solidFill>
              </a:defRPr>
            </a:lvl4pPr>
            <a:lvl5pPr>
              <a:lnSpc>
                <a:spcPct val="100000"/>
              </a:lnSpc>
              <a:spcBef>
                <a:spcPts val="0"/>
              </a:spcBef>
              <a:defRPr sz="3199"/>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01429088"/>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287963" y="6408000"/>
            <a:ext cx="2471416" cy="190500"/>
          </a:xfrm>
        </p:spPr>
        <p:txBody>
          <a:bodyPr/>
          <a:lstStyle/>
          <a:p>
            <a:endParaRPr lang="en-US" dirty="0"/>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287963" y="154800"/>
            <a:ext cx="7323771" cy="5178133"/>
          </a:xfrm>
        </p:spPr>
        <p:txBody>
          <a:bodyPr/>
          <a:lstStyle>
            <a:lvl1pPr>
              <a:lnSpc>
                <a:spcPct val="100000"/>
              </a:lnSpc>
              <a:defRPr sz="4199"/>
            </a:lvl1pPr>
          </a:lstStyle>
          <a:p>
            <a:pPr lvl="0"/>
            <a:r>
              <a:rPr lang="en-US"/>
              <a:t>Click to edit Master text styles</a:t>
            </a:r>
          </a:p>
        </p:txBody>
      </p:sp>
    </p:spTree>
    <p:extLst>
      <p:ext uri="{BB962C8B-B14F-4D97-AF65-F5344CB8AC3E}">
        <p14:creationId xmlns:p14="http://schemas.microsoft.com/office/powerpoint/2010/main" val="4041296529"/>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287963" y="288036"/>
            <a:ext cx="3811091" cy="3521964"/>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87962" y="4814111"/>
            <a:ext cx="5524575" cy="1676533"/>
          </a:xfrm>
        </p:spPr>
        <p:txBody>
          <a:bodyPr anchor="b"/>
          <a:lstStyle>
            <a:lvl1pPr>
              <a:lnSpc>
                <a:spcPct val="90000"/>
              </a:lnSpc>
              <a:spcBef>
                <a:spcPts val="0"/>
              </a:spcBef>
              <a:defRPr sz="12597"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6096000" y="284956"/>
            <a:ext cx="0" cy="581263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6389168" y="288036"/>
            <a:ext cx="3809504" cy="3521964"/>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89168" y="4814111"/>
            <a:ext cx="5523781" cy="1677147"/>
          </a:xfrm>
        </p:spPr>
        <p:txBody>
          <a:bodyPr anchor="b"/>
          <a:lstStyle>
            <a:lvl1pPr>
              <a:lnSpc>
                <a:spcPct val="90000"/>
              </a:lnSpc>
              <a:spcBef>
                <a:spcPts val="0"/>
              </a:spcBef>
              <a:defRPr sz="12597" b="0" i="0">
                <a:solidFill>
                  <a:schemeClr val="accent1"/>
                </a:solidFill>
                <a:latin typeface="IBM Plex Sans ExtLt" panose="020B0303050203000203" pitchFamily="34" charset="0"/>
              </a:defRPr>
            </a:lvl1pPr>
          </a:lstStyle>
          <a:p>
            <a:r>
              <a:rPr lang="en-US" dirty="0"/>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287963" y="6408000"/>
            <a:ext cx="2477765" cy="190500"/>
          </a:xfrm>
        </p:spPr>
        <p:txBody>
          <a:bodyPr/>
          <a:lstStyle/>
          <a:p>
            <a:endParaRPr lang="en-US" dirty="0"/>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28083390"/>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64236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600"/>
            <a:ext cx="2475384" cy="953956"/>
          </a:xfrm>
        </p:spPr>
        <p:txBody>
          <a:bodyPr/>
          <a:lstStyle>
            <a:lvl1pPr>
              <a:lnSpc>
                <a:spcPct val="90000"/>
              </a:lnSpc>
              <a:defRPr sz="6599">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3"/>
            <a:ext cx="2475384"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9168" y="192600"/>
            <a:ext cx="2474590" cy="953294"/>
          </a:xfrm>
        </p:spPr>
        <p:txBody>
          <a:bodyPr/>
          <a:lstStyle>
            <a:lvl1pPr>
              <a:lnSpc>
                <a:spcPct val="90000"/>
              </a:lnSpc>
              <a:defRPr sz="6599">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9168" y="1167327"/>
            <a:ext cx="2476178"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192600"/>
            <a:ext cx="2474590" cy="951707"/>
          </a:xfrm>
        </p:spPr>
        <p:txBody>
          <a:bodyPr/>
          <a:lstStyle>
            <a:lvl1pPr>
              <a:lnSpc>
                <a:spcPct val="90000"/>
              </a:lnSpc>
              <a:defRPr sz="6599">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4904" y="6029325"/>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2367367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33316" y="3297238"/>
            <a:ext cx="5522257" cy="2670048"/>
          </a:xfrm>
        </p:spPr>
        <p:txBody>
          <a:bodyPr/>
          <a:lstStyle>
            <a:lvl1pPr>
              <a:lnSpc>
                <a:spcPct val="100000"/>
              </a:lnSpc>
              <a:spcBef>
                <a:spcPts val="0"/>
              </a:spcBef>
              <a:defRPr sz="4199">
                <a:solidFill>
                  <a:schemeClr val="tx1"/>
                </a:solidFill>
              </a:defRPr>
            </a:lvl1pPr>
            <a:lvl2pPr marL="393113" indent="-393113">
              <a:lnSpc>
                <a:spcPct val="100000"/>
              </a:lnSpc>
              <a:spcBef>
                <a:spcPts val="0"/>
              </a:spcBef>
              <a:defRPr sz="4199">
                <a:solidFill>
                  <a:schemeClr val="tx1"/>
                </a:solidFill>
              </a:defRPr>
            </a:lvl2pPr>
            <a:lvl3pPr marL="749658" indent="-393113">
              <a:lnSpc>
                <a:spcPct val="100000"/>
              </a:lnSpc>
              <a:spcBef>
                <a:spcPts val="0"/>
              </a:spcBef>
              <a:defRPr sz="4199">
                <a:solidFill>
                  <a:schemeClr val="tx1"/>
                </a:solidFill>
              </a:defRPr>
            </a:lvl3pPr>
            <a:lvl4pPr marL="1142771" indent="-393113">
              <a:lnSpc>
                <a:spcPct val="100000"/>
              </a:lnSpc>
              <a:spcBef>
                <a:spcPts val="0"/>
              </a:spcBef>
              <a:defRPr sz="41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87963" y="154800"/>
            <a:ext cx="2474590" cy="2667793"/>
          </a:xfrm>
        </p:spPr>
        <p:txBody>
          <a:bodyPr/>
          <a:lstStyle>
            <a:lvl1pPr>
              <a:lnSpc>
                <a:spcPct val="100000"/>
              </a:lnSpc>
              <a:defRPr sz="4199">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33316" y="154800"/>
            <a:ext cx="5523781" cy="2667794"/>
          </a:xfrm>
        </p:spPr>
        <p:txBody>
          <a:bodyPr/>
          <a:lstStyle>
            <a:lvl1pPr>
              <a:lnSpc>
                <a:spcPct val="100000"/>
              </a:lnSpc>
              <a:spcBef>
                <a:spcPts val="0"/>
              </a:spcBef>
              <a:defRPr sz="4199">
                <a:solidFill>
                  <a:schemeClr val="tx1"/>
                </a:solidFill>
              </a:defRPr>
            </a:lvl1pPr>
            <a:lvl2pPr marL="393113" indent="-393113">
              <a:lnSpc>
                <a:spcPct val="100000"/>
              </a:lnSpc>
              <a:spcBef>
                <a:spcPts val="0"/>
              </a:spcBef>
              <a:defRPr sz="4199">
                <a:solidFill>
                  <a:schemeClr val="tx1"/>
                </a:solidFill>
              </a:defRPr>
            </a:lvl2pPr>
            <a:lvl3pPr marL="749658" indent="-393113">
              <a:lnSpc>
                <a:spcPct val="100000"/>
              </a:lnSpc>
              <a:spcBef>
                <a:spcPts val="0"/>
              </a:spcBef>
              <a:defRPr sz="4199">
                <a:solidFill>
                  <a:schemeClr val="tx1"/>
                </a:solidFill>
              </a:defRPr>
            </a:lvl3pPr>
            <a:lvl4pPr marL="1142771" indent="-393113">
              <a:lnSpc>
                <a:spcPct val="100000"/>
              </a:lnSpc>
              <a:spcBef>
                <a:spcPts val="0"/>
              </a:spcBef>
              <a:defRPr sz="41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288887" y="3048866"/>
            <a:ext cx="1161581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87962" y="3297238"/>
            <a:ext cx="2473130" cy="2670048"/>
          </a:xfrm>
        </p:spPr>
        <p:txBody>
          <a:bodyPr/>
          <a:lstStyle>
            <a:lvl1pPr>
              <a:lnSpc>
                <a:spcPct val="100000"/>
              </a:lnSpc>
              <a:defRPr sz="4199">
                <a:solidFill>
                  <a:schemeClr val="accent1"/>
                </a:solidFill>
              </a:defRPr>
            </a:lvl1pPr>
            <a:lvl2pPr>
              <a:lnSpc>
                <a:spcPct val="100000"/>
              </a:lnSpc>
              <a:defRPr sz="4299">
                <a:solidFill>
                  <a:schemeClr val="accent1"/>
                </a:solidFill>
              </a:defRPr>
            </a:lvl2pPr>
            <a:lvl3pPr>
              <a:lnSpc>
                <a:spcPct val="100000"/>
              </a:lnSpc>
              <a:defRPr sz="4299">
                <a:solidFill>
                  <a:schemeClr val="accent1"/>
                </a:solidFill>
              </a:defRPr>
            </a:lvl3pPr>
            <a:lvl4pPr>
              <a:lnSpc>
                <a:spcPct val="100000"/>
              </a:lnSpc>
              <a:defRPr sz="4299">
                <a:solidFill>
                  <a:schemeClr val="accent1"/>
                </a:solidFill>
              </a:defRPr>
            </a:lvl4pPr>
            <a:lvl5pPr>
              <a:lnSpc>
                <a:spcPct val="100000"/>
              </a:lnSpc>
              <a:defRPr sz="4299">
                <a:solidFill>
                  <a:schemeClr val="accent1"/>
                </a:solidFill>
              </a:defRPr>
            </a:lvl5pPr>
          </a:lstStyle>
          <a:p>
            <a:pPr lvl="0"/>
            <a:r>
              <a:rPr lang="en-US" dirty="0"/>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051888797"/>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64236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024"/>
            <a:ext cx="2475384" cy="1429544"/>
          </a:xfrm>
        </p:spPr>
        <p:txBody>
          <a:bodyPr/>
          <a:lstStyle>
            <a:lvl1pPr>
              <a:lnSpc>
                <a:spcPct val="90000"/>
              </a:lnSpc>
              <a:defRPr sz="6599">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286449"/>
            <a:ext cx="3809504" cy="142954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3333316" y="2287588"/>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478911"/>
            <a:ext cx="2475384" cy="1428753"/>
          </a:xfrm>
        </p:spPr>
        <p:txBody>
          <a:bodyPr/>
          <a:lstStyle>
            <a:lvl1pPr>
              <a:lnSpc>
                <a:spcPct val="90000"/>
              </a:lnSpc>
              <a:defRPr sz="6599">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562985"/>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3333316" y="4570413"/>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7" y="4763323"/>
            <a:ext cx="2475383" cy="1334265"/>
          </a:xfrm>
        </p:spPr>
        <p:txBody>
          <a:bodyPr/>
          <a:lstStyle>
            <a:lvl1pPr>
              <a:lnSpc>
                <a:spcPct val="90000"/>
              </a:lnSpc>
              <a:defRPr sz="6599">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835205"/>
            <a:ext cx="3809504" cy="126238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9325"/>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a:lnSpc>
                <a:spcPct val="120000"/>
              </a:lnSpc>
              <a:spcBef>
                <a:spcPts val="0"/>
              </a:spcBef>
              <a:defRPr sz="800" b="0" i="0">
                <a:solidFill>
                  <a:schemeClr val="tx1"/>
                </a:solidFill>
                <a:latin typeface="IBM Plex Sans" panose="020B0503050203000203" pitchFamily="34" charset="0"/>
              </a:defRPr>
            </a:lvl2pPr>
            <a:lvl3pPr>
              <a:lnSpc>
                <a:spcPct val="120000"/>
              </a:lnSpc>
              <a:spcBef>
                <a:spcPts val="0"/>
              </a:spcBef>
              <a:defRPr sz="800" b="0" i="0">
                <a:solidFill>
                  <a:schemeClr val="tx1"/>
                </a:solidFill>
                <a:latin typeface="IBM Plex Sans" panose="020B0503050203000203" pitchFamily="34" charset="0"/>
              </a:defRPr>
            </a:lvl3pPr>
            <a:lvl4pPr>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005679002"/>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0717"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7963" y="1524000"/>
            <a:ext cx="2477765"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904" y="1524000"/>
            <a:ext cx="2475384"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30110"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54212236"/>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903" y="288036"/>
            <a:ext cx="2477765" cy="762794"/>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3047603" y="1522413"/>
            <a:ext cx="0" cy="45727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6093683" y="1522413"/>
            <a:ext cx="0" cy="4575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9142810" y="1522413"/>
            <a:ext cx="0" cy="4575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291173" y="1524000"/>
            <a:ext cx="2477765"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3334904" y="1524000"/>
            <a:ext cx="2475384"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9430110"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22926819"/>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523999"/>
            <a:ext cx="2475384" cy="4578351"/>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83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3047603"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6093683"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9428522" y="288036"/>
            <a:ext cx="2479352"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9428522" y="1524000"/>
            <a:ext cx="2479352" cy="45783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32121939"/>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288036"/>
            <a:ext cx="2474590" cy="1048544"/>
          </a:xfrm>
        </p:spPr>
        <p:txBody>
          <a:bodyPr/>
          <a:lstStyle>
            <a:lvl1pPr>
              <a:lnSpc>
                <a:spcPct val="110000"/>
              </a:lnSpc>
              <a:defRPr sz="12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7963" y="1524000"/>
            <a:ext cx="2470717" cy="2289175"/>
          </a:xfrm>
        </p:spPr>
        <p:txBody>
          <a:bodyPr/>
          <a:lstStyle>
            <a:lvl1pPr>
              <a:lnSpc>
                <a:spcPct val="100000"/>
              </a:lnSpc>
              <a:spcBef>
                <a:spcPts val="0"/>
              </a:spcBef>
              <a:defRPr sz="1800">
                <a:solidFill>
                  <a:schemeClr val="tx1"/>
                </a:solidFill>
              </a:defRPr>
            </a:lvl1pPr>
          </a:lstStyle>
          <a:p>
            <a:pPr lvl="0"/>
            <a:r>
              <a:rPr lang="en-US"/>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p:spPr>
        <p:txBody>
          <a:bodyPr anchor="ctr"/>
          <a:lstStyle>
            <a:lvl1pPr algn="ctr">
              <a:defRPr sz="800">
                <a:solidFill>
                  <a:schemeClr val="tx1"/>
                </a:solidFill>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3334904" y="1524000"/>
            <a:ext cx="2475384" cy="4576763"/>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9168" y="288036"/>
            <a:ext cx="607997" cy="608076"/>
          </a:xfrm>
        </p:spPr>
        <p:txBody>
          <a:bodyPr anchor="ctr"/>
          <a:lstStyle>
            <a:lvl1pPr algn="ctr">
              <a:defRPr sz="800">
                <a:solidFill>
                  <a:schemeClr val="tx1"/>
                </a:solidFill>
              </a:defRPr>
            </a:lvl1pPr>
          </a:lstStyle>
          <a:p>
            <a:r>
              <a:rPr lang="en-US" dirty="0"/>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6389168" y="1524000"/>
            <a:ext cx="2470738" cy="4576762"/>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2" y="288036"/>
            <a:ext cx="607997" cy="608076"/>
          </a:xfrm>
        </p:spPr>
        <p:txBody>
          <a:bodyPr anchor="ctr"/>
          <a:lstStyle>
            <a:lvl1pPr algn="ctr">
              <a:defRPr sz="800">
                <a:solidFill>
                  <a:schemeClr val="tx1"/>
                </a:solidFill>
              </a:defRPr>
            </a:lvl1pPr>
          </a:lstStyle>
          <a:p>
            <a:r>
              <a:rPr lang="en-US" dirty="0"/>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9430111" y="1524000"/>
            <a:ext cx="2470621" cy="4576763"/>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3047603" y="285052"/>
            <a:ext cx="0" cy="581571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11406167"/>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192024"/>
            <a:ext cx="2470717" cy="1558989"/>
          </a:xfrm>
        </p:spPr>
        <p:txBody>
          <a:bodyPr/>
          <a:lstStyle>
            <a:lvl1pPr>
              <a:lnSpc>
                <a:spcPct val="100000"/>
              </a:lnSpc>
              <a:defRPr sz="3399">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5385" cy="1100635"/>
          </a:xfrm>
        </p:spPr>
        <p:txBody>
          <a:bodyPr/>
          <a:lstStyle>
            <a:lvl1pPr>
              <a:lnSpc>
                <a:spcPct val="100000"/>
              </a:lnSpc>
              <a:spcBef>
                <a:spcPts val="0"/>
              </a:spcBef>
              <a:defRPr sz="3399">
                <a:solidFill>
                  <a:schemeClr val="tx2"/>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143" y="1524000"/>
            <a:ext cx="2475384" cy="4576763"/>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1745" y="1524000"/>
            <a:ext cx="5047593" cy="4576763"/>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84347173"/>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287963" y="288036"/>
            <a:ext cx="3711980" cy="95329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287963" y="1524000"/>
            <a:ext cx="5049180" cy="4576762"/>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6389168" y="1524000"/>
            <a:ext cx="5047593" cy="457676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91792292"/>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63" y="192024"/>
            <a:ext cx="5517527" cy="2105089"/>
          </a:xfrm>
        </p:spPr>
        <p:txBody>
          <a:bodyPr rIns="457200"/>
          <a:lstStyle>
            <a:lvl1pPr>
              <a:lnSpc>
                <a:spcPct val="100000"/>
              </a:lnSpc>
              <a:defRPr sz="3399">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2507" y="288035"/>
            <a:ext cx="2474590" cy="580955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30110" y="288035"/>
            <a:ext cx="2470622" cy="580955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9346611"/>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63" y="288036"/>
            <a:ext cx="2470717" cy="199796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9168" y="288000"/>
            <a:ext cx="2476178" cy="581104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30110" y="288000"/>
            <a:ext cx="2470622" cy="581104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90363293"/>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63" y="192024"/>
            <a:ext cx="5519019" cy="2105088"/>
          </a:xfrm>
        </p:spPr>
        <p:txBody>
          <a:bodyPr rIns="457200"/>
          <a:lstStyle>
            <a:lvl1pPr>
              <a:lnSpc>
                <a:spcPct val="100000"/>
              </a:lnSpc>
              <a:defRPr sz="3399">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9168" y="288036"/>
            <a:ext cx="2476178"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9168"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524000"/>
            <a:ext cx="2476178" cy="4576762"/>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01357789"/>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62" y="288036"/>
            <a:ext cx="2474591" cy="1997964"/>
          </a:xfrm>
        </p:spPr>
        <p:txBody>
          <a:bodyPr rIns="0"/>
          <a:lstStyle>
            <a:lvl1pPr>
              <a:lnSpc>
                <a:spcPct val="110000"/>
              </a:lnSpc>
              <a:defRPr sz="14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9168" y="288036"/>
            <a:ext cx="2476178"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9168"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30110" y="288036"/>
            <a:ext cx="2470717"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83410450"/>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192024"/>
            <a:ext cx="2474590" cy="2105089"/>
          </a:xfrm>
        </p:spPr>
        <p:txBody>
          <a:bodyPr/>
          <a:lstStyle>
            <a:lvl1pPr>
              <a:lnSpc>
                <a:spcPct val="100000"/>
              </a:lnSpc>
              <a:defRPr sz="3399">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7765" cy="1555292"/>
          </a:xfrm>
        </p:spPr>
        <p:txBody>
          <a:bodyPr/>
          <a:lstStyle>
            <a:lvl1pPr>
              <a:lnSpc>
                <a:spcPct val="100000"/>
              </a:lnSpc>
              <a:spcBef>
                <a:spcPts val="0"/>
              </a:spcBef>
              <a:defRPr sz="3399">
                <a:solidFill>
                  <a:schemeClr val="tx2"/>
                </a:solidFill>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904" y="1508395"/>
            <a:ext cx="2475384" cy="4594294"/>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6389168" y="288036"/>
            <a:ext cx="607997" cy="607231"/>
          </a:xfrm>
        </p:spPr>
        <p:txBody>
          <a:bodyPr anchor="ctr"/>
          <a:lstStyle>
            <a:lvl1pPr algn="ctr">
              <a:defRPr sz="800">
                <a:solidFill>
                  <a:schemeClr val="tx1"/>
                </a:solidFill>
              </a:defRPr>
            </a:lvl1pPr>
          </a:lstStyle>
          <a:p>
            <a:r>
              <a:rPr lang="en-US" dirty="0"/>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9428522" y="288036"/>
            <a:ext cx="608843" cy="608076"/>
          </a:xfrm>
        </p:spPr>
        <p:txBody>
          <a:bodyPr anchor="ctr"/>
          <a:lstStyle>
            <a:lvl1pPr algn="ctr">
              <a:defRPr sz="800">
                <a:solidFill>
                  <a:schemeClr val="tx1"/>
                </a:solidFill>
              </a:defRPr>
            </a:lvl1pPr>
          </a:lstStyle>
          <a:p>
            <a:r>
              <a:rPr lang="en-US" dirty="0"/>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290474" y="6411643"/>
            <a:ext cx="2477765" cy="190500"/>
          </a:xfrm>
        </p:spPr>
        <p:txBody>
          <a:bodyPr/>
          <a:lstStyle/>
          <a:p>
            <a:endParaRPr lang="en-US" dirty="0"/>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914281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61489602"/>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87998" y="288036"/>
            <a:ext cx="607997" cy="608076"/>
          </a:xfrm>
        </p:spPr>
        <p:txBody>
          <a:bodyPr anchor="ctr"/>
          <a:lstStyle>
            <a:lvl1pPr algn="ctr">
              <a:defRPr sz="800"/>
            </a:lvl1pPr>
          </a:lstStyle>
          <a:p>
            <a:r>
              <a:rPr lang="en-US" dirty="0"/>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287999" y="1239012"/>
            <a:ext cx="3334903"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9168" y="288036"/>
            <a:ext cx="607997" cy="608076"/>
          </a:xfrm>
        </p:spPr>
        <p:txBody>
          <a:bodyPr anchor="ctr"/>
          <a:lstStyle>
            <a:lvl1pPr algn="ctr">
              <a:defRPr sz="800"/>
            </a:lvl1pPr>
          </a:lstStyle>
          <a:p>
            <a:r>
              <a:rPr lang="en-US" dirty="0"/>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6389168" y="1238250"/>
            <a:ext cx="3337125"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287999" y="3048000"/>
            <a:ext cx="1161670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87998" y="3236976"/>
            <a:ext cx="607997" cy="608076"/>
          </a:xfrm>
        </p:spPr>
        <p:txBody>
          <a:bodyPr anchor="ctr"/>
          <a:lstStyle>
            <a:lvl1pPr algn="ctr">
              <a:defRPr sz="800"/>
            </a:lvl1pPr>
          </a:lstStyle>
          <a:p>
            <a:r>
              <a:rPr lang="en-US" dirty="0"/>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287998" y="4192524"/>
            <a:ext cx="3334904"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9168" y="3238500"/>
            <a:ext cx="607997" cy="608076"/>
          </a:xfrm>
        </p:spPr>
        <p:txBody>
          <a:bodyPr anchor="ctr"/>
          <a:lstStyle>
            <a:lvl1pPr algn="ctr">
              <a:defRPr sz="800"/>
            </a:lvl1pPr>
          </a:lstStyle>
          <a:p>
            <a:r>
              <a:rPr lang="en-US" dirty="0"/>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6389168" y="4191000"/>
            <a:ext cx="3337125"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52696916"/>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63" y="288036"/>
            <a:ext cx="2480241" cy="231077"/>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2" y="762000"/>
            <a:ext cx="2473892" cy="1524000"/>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30110" y="288036"/>
            <a:ext cx="2479352"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9168"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30109"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43104776"/>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63" y="288036"/>
            <a:ext cx="2480241" cy="231077"/>
          </a:xfrm>
        </p:spPr>
        <p:txBody>
          <a:bodyPr/>
          <a:lstStyle>
            <a:lvl1pPr>
              <a:defRPr sz="140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30110" y="288036"/>
            <a:ext cx="2479352"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9168"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30109"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287963" y="761936"/>
            <a:ext cx="5521401" cy="2286064"/>
          </a:xfrm>
        </p:spPr>
        <p:txBody>
          <a:bodyPr rIns="457200"/>
          <a:lstStyle>
            <a:lvl1pPr>
              <a:lnSpc>
                <a:spcPct val="110000"/>
              </a:lnSpc>
              <a:defRPr sz="33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1401975072"/>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287963" y="288036"/>
            <a:ext cx="2470717" cy="1997964"/>
          </a:xfrm>
        </p:spPr>
        <p:txBody>
          <a:bodyPr/>
          <a:lstStyle>
            <a:lvl1pPr>
              <a:defRPr sz="14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908028745"/>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62" y="192024"/>
            <a:ext cx="5517779" cy="2105089"/>
          </a:xfrm>
        </p:spPr>
        <p:txBody>
          <a:bodyPr rIns="457200"/>
          <a:lstStyle>
            <a:lvl1pPr>
              <a:lnSpc>
                <a:spcPct val="100000"/>
              </a:lnSpc>
              <a:defRPr sz="3399">
                <a:solidFill>
                  <a:schemeClr val="tx2"/>
                </a:solidFill>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290474" y="6411643"/>
            <a:ext cx="2477765" cy="190500"/>
          </a:xfrm>
        </p:spPr>
        <p:txBody>
          <a:bodyPr/>
          <a:lstStyle/>
          <a:p>
            <a:endParaRPr lang="en-US" dirty="0"/>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66685177"/>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199796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3332774" y="288035"/>
            <a:ext cx="2477701"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5"/>
            <a:ext cx="2477701"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5"/>
            <a:ext cx="2473130"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290474" y="6411643"/>
            <a:ext cx="2477765" cy="190500"/>
          </a:xfrm>
        </p:spPr>
        <p:txBody>
          <a:bodyPr/>
          <a:lstStyle/>
          <a:p>
            <a:endParaRPr lang="en-US" dirty="0"/>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3332774" y="3336925"/>
            <a:ext cx="2477701"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6380919" y="3336925"/>
            <a:ext cx="2477701"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9428522" y="3336925"/>
            <a:ext cx="2473130"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056128864"/>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287963" y="288036"/>
            <a:ext cx="2474590" cy="199796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3333316" y="288036"/>
            <a:ext cx="201142" cy="201613"/>
          </a:xfrm>
        </p:spPr>
        <p:txBody>
          <a:bodyPr/>
          <a:lstStyle>
            <a:lvl1pPr>
              <a:defRPr sz="7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3333316" y="762000"/>
            <a:ext cx="2477701" cy="199955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6389168" y="288036"/>
            <a:ext cx="201142" cy="201613"/>
          </a:xfrm>
        </p:spPr>
        <p:txBody>
          <a:bodyPr/>
          <a:lstStyle>
            <a:lvl1pPr>
              <a:defRPr sz="700">
                <a:solidFill>
                  <a:schemeClr val="tx1"/>
                </a:solidFill>
              </a:defRPr>
            </a:lvl1pPr>
          </a:lstStyle>
          <a:p>
            <a:r>
              <a:rPr lang="en-US" dirty="0"/>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6389168" y="762000"/>
            <a:ext cx="2476178" cy="199955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9428523" y="288036"/>
            <a:ext cx="201142" cy="201613"/>
          </a:xfrm>
        </p:spPr>
        <p:txBody>
          <a:bodyPr/>
          <a:lstStyle>
            <a:lvl1pPr>
              <a:defRPr sz="700">
                <a:solidFill>
                  <a:schemeClr val="tx1"/>
                </a:solidFill>
              </a:defRPr>
            </a:lvl1pPr>
          </a:lstStyle>
          <a:p>
            <a:r>
              <a:rPr lang="en-US" dirty="0"/>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9428523" y="761999"/>
            <a:ext cx="2473130" cy="19995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3047603"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3333316" y="3347315"/>
            <a:ext cx="201142" cy="201613"/>
          </a:xfrm>
        </p:spPr>
        <p:txBody>
          <a:bodyPr/>
          <a:lstStyle>
            <a:lvl1pPr>
              <a:defRPr sz="700">
                <a:solidFill>
                  <a:schemeClr val="tx1"/>
                </a:solidFill>
              </a:defRPr>
            </a:lvl1pPr>
          </a:lstStyle>
          <a:p>
            <a:r>
              <a:rPr lang="en-US" dirty="0"/>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3333316" y="3811797"/>
            <a:ext cx="2477701" cy="1999148"/>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6389168" y="3347315"/>
            <a:ext cx="201142" cy="201613"/>
          </a:xfrm>
        </p:spPr>
        <p:txBody>
          <a:bodyPr/>
          <a:lstStyle>
            <a:lvl1pPr>
              <a:defRPr sz="700">
                <a:solidFill>
                  <a:schemeClr val="tx1"/>
                </a:solidFill>
              </a:defRPr>
            </a:lvl1pPr>
          </a:lstStyle>
          <a:p>
            <a:r>
              <a:rPr lang="en-US" dirty="0"/>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6389168" y="3811797"/>
            <a:ext cx="2477701" cy="1999146"/>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9428523" y="3347315"/>
            <a:ext cx="201142" cy="201613"/>
          </a:xfrm>
        </p:spPr>
        <p:txBody>
          <a:bodyPr/>
          <a:lstStyle>
            <a:lvl1pPr>
              <a:defRPr sz="700">
                <a:solidFill>
                  <a:schemeClr val="tx1"/>
                </a:solidFill>
              </a:defRPr>
            </a:lvl1pPr>
          </a:lstStyle>
          <a:p>
            <a:r>
              <a:rPr lang="en-US" dirty="0"/>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9428523" y="3811797"/>
            <a:ext cx="2473130" cy="1999144"/>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287963" y="6408000"/>
            <a:ext cx="2477765" cy="190500"/>
          </a:xfrm>
        </p:spPr>
        <p:txBody>
          <a:bodyPr/>
          <a:lstStyle/>
          <a:p>
            <a:endParaRPr lang="en-US" dirty="0"/>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3047603"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78895451"/>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63" y="192024"/>
            <a:ext cx="5519019" cy="1706563"/>
          </a:xfrm>
        </p:spPr>
        <p:txBody>
          <a:bodyPr rIns="457200"/>
          <a:lstStyle>
            <a:lvl1pPr>
              <a:lnSpc>
                <a:spcPct val="100000"/>
              </a:lnSpc>
              <a:defRPr sz="3399">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9168"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9142810" y="286569"/>
            <a:ext cx="0" cy="581101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999" y="3048000"/>
            <a:ext cx="1161273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3049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6389168"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47426010"/>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63" y="288036"/>
            <a:ext cx="2474590" cy="1706563"/>
          </a:xfrm>
        </p:spPr>
        <p:txBody>
          <a:bodyPr rIns="0"/>
          <a:lstStyle>
            <a:lvl1pPr>
              <a:lnSpc>
                <a:spcPct val="110000"/>
              </a:lnSpc>
              <a:defRPr sz="1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9168"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9142810" y="286569"/>
            <a:ext cx="0" cy="581101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287999" y="3048000"/>
            <a:ext cx="1161273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3047603" y="3041650"/>
            <a:ext cx="0" cy="305593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6389168"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075783932"/>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62" y="1520825"/>
            <a:ext cx="2473130"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3334904" y="1520825"/>
            <a:ext cx="2475384"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19" y="288037"/>
            <a:ext cx="5519908" cy="6285801"/>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287963" y="6408000"/>
            <a:ext cx="2477765" cy="190500"/>
          </a:xfrm>
        </p:spPr>
        <p:txBody>
          <a:bodyPr/>
          <a:lstStyle/>
          <a:p>
            <a:endParaRPr lang="en-US" dirty="0"/>
          </a:p>
        </p:txBody>
      </p:sp>
    </p:spTree>
    <p:extLst>
      <p:ext uri="{BB962C8B-B14F-4D97-AF65-F5344CB8AC3E}">
        <p14:creationId xmlns:p14="http://schemas.microsoft.com/office/powerpoint/2010/main" val="3664431972"/>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7963" y="1520825"/>
            <a:ext cx="2477765"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3" y="0"/>
            <a:ext cx="9144397" cy="6858000"/>
          </a:xfrm>
          <a:solidFill>
            <a:srgbClr val="E0E0E0"/>
          </a:solidFill>
        </p:spPr>
        <p:txBody>
          <a:bodyPr anchor="ctr"/>
          <a:lstStyle>
            <a:lvl1pPr algn="ctr">
              <a:defRPr>
                <a:solidFill>
                  <a:schemeClr val="accent5"/>
                </a:solidFill>
              </a:defRPr>
            </a:lvl1pPr>
          </a:lstStyle>
          <a:p>
            <a:r>
              <a:rPr lang="en-US" dirty="0"/>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936383653"/>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63" y="1520825"/>
            <a:ext cx="2477765"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6" y="285750"/>
            <a:ext cx="8567416" cy="6289675"/>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287963" y="6408000"/>
            <a:ext cx="2477765" cy="190500"/>
          </a:xfrm>
        </p:spPr>
        <p:txBody>
          <a:bodyPr/>
          <a:lstStyle/>
          <a:p>
            <a:endParaRPr lang="en-US" dirty="0"/>
          </a:p>
        </p:txBody>
      </p:sp>
    </p:spTree>
    <p:extLst>
      <p:ext uri="{BB962C8B-B14F-4D97-AF65-F5344CB8AC3E}">
        <p14:creationId xmlns:p14="http://schemas.microsoft.com/office/powerpoint/2010/main" val="3667156493"/>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803233340"/>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288887" y="285750"/>
            <a:ext cx="11611845" cy="6289675"/>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1782954389"/>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287962" y="1522412"/>
            <a:ext cx="1231041" cy="1238250"/>
          </a:xfrm>
          <a:solidFill>
            <a:srgbClr val="E0E0E0"/>
          </a:solidFill>
        </p:spPr>
        <p:txBody>
          <a:bodyPr anchor="ctr"/>
          <a:lstStyle>
            <a:lvl1pPr algn="ctr">
              <a:defRPr>
                <a:solidFill>
                  <a:schemeClr val="accent5"/>
                </a:solidFill>
              </a:defRPr>
            </a:lvl1pPr>
          </a:lstStyle>
          <a:p>
            <a:r>
              <a:rPr lang="en-US" dirty="0"/>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287962" y="3048000"/>
            <a:ext cx="123104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287962" y="4570413"/>
            <a:ext cx="123104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6389168" y="1522412"/>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6389168" y="3048000"/>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6389168" y="4570413"/>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1714277" y="1522412"/>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1714277" y="30480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1714277" y="4570413"/>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7807896" y="1522412"/>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7807896" y="30480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7807896" y="4570413"/>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723398136"/>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7"/>
            <a:ext cx="2474590" cy="199796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8000"/>
            <a:ext cx="8571384" cy="5811838"/>
          </a:xfrm>
        </p:spPr>
        <p:txBody>
          <a:bodyPr anchor="ctr"/>
          <a:lstStyle>
            <a:lvl1pPr algn="ctr">
              <a:defRPr>
                <a:solidFill>
                  <a:schemeClr val="tx1"/>
                </a:solidFill>
              </a:defRPr>
            </a:lvl1pPr>
          </a:lstStyle>
          <a:p>
            <a:r>
              <a:rPr lang="en-US"/>
              <a:t>Click icon to add table</a:t>
            </a:r>
            <a:endParaRPr lang="en-US" dirty="0"/>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878241434"/>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3525"/>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3333316" y="6391244"/>
            <a:ext cx="2761890" cy="212725"/>
          </a:xfrm>
        </p:spPr>
        <p:txBody>
          <a:bodyPr anchor="b" anchorCtr="0"/>
          <a:lstStyle>
            <a:lvl1pPr>
              <a:defRPr sz="800">
                <a:latin typeface="IBM Plex Sans" panose="020B0503050203000203" pitchFamily="34" charset="0"/>
              </a:defRPr>
            </a:lvl1pPr>
            <a:lvl2pPr>
              <a:defRPr sz="800"/>
            </a:lvl2pPr>
            <a:lvl3pPr>
              <a:defRPr sz="800"/>
            </a:lvl3pPr>
            <a:lvl4pPr>
              <a:defRPr sz="800"/>
            </a:lvl4pPr>
            <a:lvl5pPr>
              <a:defRPr sz="800"/>
            </a:lvl5pPr>
          </a:lstStyle>
          <a:p>
            <a:pPr lvl="0"/>
            <a:r>
              <a:rPr lang="en-US" dirty="0"/>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287963" y="1522413"/>
            <a:ext cx="2471416" cy="4575175"/>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a:lnSpc>
                <a:spcPct val="110000"/>
              </a:lnSpc>
            </a:pPr>
            <a:r>
              <a:rPr lang="en-US" sz="1400" dirty="0">
                <a:latin typeface="IBM Plex Sans Light" panose="020B0403050203000203" pitchFamily="34" charset="0"/>
              </a:rPr>
              <a:t>Lorem ipsum dolor sit </a:t>
            </a:r>
            <a:r>
              <a:rPr lang="en-US" sz="1400" dirty="0" err="1">
                <a:latin typeface="IBM Plex Sans Light" panose="020B0403050203000203" pitchFamily="34" charset="0"/>
              </a:rPr>
              <a:t>amet</a:t>
            </a:r>
            <a:r>
              <a:rPr lang="en-US" sz="1400" dirty="0">
                <a:latin typeface="IBM Plex Sans Light" panose="020B0403050203000203" pitchFamily="34" charset="0"/>
              </a:rPr>
              <a:t> </a:t>
            </a:r>
            <a:r>
              <a:rPr lang="en-US" sz="1400" dirty="0" err="1">
                <a:latin typeface="IBM Plex Sans Light" panose="020B0403050203000203" pitchFamily="34" charset="0"/>
              </a:rPr>
              <a:t>donec</a:t>
            </a:r>
            <a:r>
              <a:rPr lang="en-US" sz="1400" dirty="0">
                <a:latin typeface="IBM Plex Sans Light" panose="020B0403050203000203" pitchFamily="34" charset="0"/>
              </a:rPr>
              <a:t> </a:t>
            </a:r>
            <a:r>
              <a:rPr lang="en-US" sz="1400" dirty="0" err="1">
                <a:latin typeface="IBM Plex Sans Light" panose="020B0403050203000203" pitchFamily="34" charset="0"/>
              </a:rPr>
              <a:t>quam</a:t>
            </a:r>
            <a:r>
              <a:rPr lang="en-US" sz="1400" dirty="0">
                <a:latin typeface="IBM Plex Sans Light" panose="020B0403050203000203" pitchFamily="34" charset="0"/>
              </a:rPr>
              <a:t> </a:t>
            </a:r>
            <a:r>
              <a:rPr lang="en-US" sz="1400" dirty="0" err="1">
                <a:latin typeface="IBM Plex Sans Light" panose="020B0403050203000203" pitchFamily="34" charset="0"/>
              </a:rPr>
              <a:t>felis</a:t>
            </a:r>
            <a:r>
              <a:rPr lang="en-US" sz="1400" dirty="0">
                <a:latin typeface="IBM Plex Sans Light" panose="020B0403050203000203" pitchFamily="34" charset="0"/>
              </a:rPr>
              <a:t> </a:t>
            </a:r>
            <a:r>
              <a:rPr lang="en-US" sz="1400" dirty="0" err="1">
                <a:latin typeface="IBM Plex Sans Light" panose="020B0403050203000203" pitchFamily="34" charset="0"/>
              </a:rPr>
              <a:t>ultricies</a:t>
            </a:r>
            <a:r>
              <a:rPr lang="en-US" sz="1400" dirty="0">
                <a:latin typeface="IBM Plex Sans Light" panose="020B0403050203000203" pitchFamily="34" charset="0"/>
              </a:rPr>
              <a:t> </a:t>
            </a:r>
            <a:r>
              <a:rPr lang="en-US" sz="1400" dirty="0" err="1">
                <a:latin typeface="IBM Plex Sans Light" panose="020B0403050203000203" pitchFamily="34" charset="0"/>
              </a:rPr>
              <a:t>nec</a:t>
            </a:r>
            <a:r>
              <a:rPr lang="en-US" sz="1400" dirty="0">
                <a:latin typeface="IBM Plex Sans Light" panose="020B0403050203000203" pitchFamily="34" charset="0"/>
              </a:rPr>
              <a:t> </a:t>
            </a:r>
            <a:r>
              <a:rPr lang="en-US" sz="1400" dirty="0" err="1">
                <a:latin typeface="IBM Plex Sans Light" panose="020B0403050203000203" pitchFamily="34" charset="0"/>
              </a:rPr>
              <a:t>pellentesque</a:t>
            </a:r>
            <a:r>
              <a:rPr lang="en-US" sz="1400" dirty="0">
                <a:latin typeface="IBM Plex Sans Light" panose="020B0403050203000203" pitchFamily="34" charset="0"/>
              </a:rPr>
              <a:t> </a:t>
            </a:r>
            <a:r>
              <a:rPr lang="en-US" sz="1400" dirty="0" err="1">
                <a:latin typeface="IBM Plex Sans Light" panose="020B0403050203000203" pitchFamily="34" charset="0"/>
              </a:rPr>
              <a:t>eu</a:t>
            </a:r>
            <a:r>
              <a:rPr lang="en-US" sz="1400" dirty="0">
                <a:latin typeface="IBM Plex Sans Light" panose="020B0403050203000203" pitchFamily="34" charset="0"/>
              </a:rPr>
              <a:t> </a:t>
            </a:r>
            <a:r>
              <a:rPr lang="en-US" sz="1400" dirty="0" err="1">
                <a:latin typeface="IBM Plex Sans Light" panose="020B0403050203000203" pitchFamily="34" charset="0"/>
              </a:rPr>
              <a:t>pretium</a:t>
            </a:r>
            <a:r>
              <a:rPr lang="en-US" sz="1400" dirty="0">
                <a:latin typeface="IBM Plex Sans Light" panose="020B0403050203000203" pitchFamily="34" charset="0"/>
              </a:rPr>
              <a:t> </a:t>
            </a:r>
            <a:r>
              <a:rPr lang="en-US" sz="1400" dirty="0" err="1">
                <a:latin typeface="IBM Plex Sans Light" panose="020B0403050203000203" pitchFamily="34" charset="0"/>
              </a:rPr>
              <a:t>quis</a:t>
            </a:r>
            <a:r>
              <a:rPr lang="en-US" sz="1400" dirty="0">
                <a:latin typeface="IBM Plex Sans Light" panose="020B0403050203000203" pitchFamily="34" charset="0"/>
              </a:rPr>
              <a:t> sem. </a:t>
            </a:r>
            <a:r>
              <a:rPr lang="en-US" sz="1400" dirty="0" err="1">
                <a:latin typeface="IBM Plex Sans Light" panose="020B0403050203000203" pitchFamily="34" charset="0"/>
              </a:rPr>
              <a:t>Nulla</a:t>
            </a:r>
            <a:r>
              <a:rPr lang="en-US" sz="1400" dirty="0">
                <a:latin typeface="IBM Plex Sans Light" panose="020B0403050203000203" pitchFamily="34" charset="0"/>
              </a:rPr>
              <a:t> </a:t>
            </a:r>
            <a:r>
              <a:rPr lang="en-US" sz="1400" dirty="0" err="1">
                <a:latin typeface="IBM Plex Sans Light" panose="020B0403050203000203" pitchFamily="34" charset="0"/>
              </a:rPr>
              <a:t>conset</a:t>
            </a:r>
            <a:r>
              <a:rPr lang="en-US" sz="1400" dirty="0">
                <a:latin typeface="IBM Plex Sans Light" panose="020B0403050203000203" pitchFamily="34" charset="0"/>
              </a:rPr>
              <a:t> </a:t>
            </a:r>
            <a:r>
              <a:rPr lang="en-US" sz="1400" dirty="0" err="1">
                <a:latin typeface="IBM Plex Sans Light" panose="020B0403050203000203" pitchFamily="34" charset="0"/>
              </a:rPr>
              <a:t>massa</a:t>
            </a:r>
            <a:r>
              <a:rPr lang="en-US" sz="1400" dirty="0">
                <a:latin typeface="IBM Plex Sans Light" panose="020B0403050203000203" pitchFamily="34" charset="0"/>
              </a:rPr>
              <a:t> </a:t>
            </a:r>
            <a:r>
              <a:rPr lang="en-US" sz="1400" dirty="0" err="1">
                <a:latin typeface="IBM Plex Sans Light" panose="020B0403050203000203" pitchFamily="34" charset="0"/>
              </a:rPr>
              <a:t>quis</a:t>
            </a:r>
            <a:r>
              <a:rPr lang="en-US" sz="1400" dirty="0">
                <a:latin typeface="IBM Plex Sans Light" panose="020B0403050203000203" pitchFamily="34" charset="0"/>
              </a:rPr>
              <a:t> </a:t>
            </a:r>
            <a:r>
              <a:rPr lang="en-US" sz="1400" dirty="0" err="1">
                <a:latin typeface="IBM Plex Sans Light" panose="020B0403050203000203" pitchFamily="34" charset="0"/>
              </a:rPr>
              <a:t>enim</a:t>
            </a:r>
            <a:r>
              <a:rPr lang="en-US" sz="1400" dirty="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287963" y="6408000"/>
            <a:ext cx="2477765" cy="190500"/>
          </a:xfrm>
        </p:spPr>
        <p:txBody>
          <a:bodyPr/>
          <a:lstStyle/>
          <a:p>
            <a:endParaRPr lang="en-US" dirty="0"/>
          </a:p>
        </p:txBody>
      </p:sp>
    </p:spTree>
    <p:extLst>
      <p:ext uri="{BB962C8B-B14F-4D97-AF65-F5344CB8AC3E}">
        <p14:creationId xmlns:p14="http://schemas.microsoft.com/office/powerpoint/2010/main" val="1518985389"/>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63" y="192024"/>
            <a:ext cx="2477765" cy="1429544"/>
          </a:xfrm>
        </p:spPr>
        <p:txBody>
          <a:bodyPr/>
          <a:lstStyle>
            <a:lvl1pPr>
              <a:lnSpc>
                <a:spcPct val="100000"/>
              </a:lnSpc>
              <a:spcBef>
                <a:spcPts val="0"/>
              </a:spcBef>
              <a:defRPr sz="33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30109"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287963" y="6408000"/>
            <a:ext cx="2477765" cy="190500"/>
          </a:xfrm>
        </p:spPr>
        <p:txBody>
          <a:bodyPr/>
          <a:lstStyle/>
          <a:p>
            <a:endParaRPr lang="en-US" dirty="0"/>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225097931"/>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63" y="192024"/>
            <a:ext cx="2477765" cy="1429544"/>
          </a:xfrm>
        </p:spPr>
        <p:txBody>
          <a:bodyPr/>
          <a:lstStyle>
            <a:lvl1pPr>
              <a:lnSpc>
                <a:spcPct val="100000"/>
              </a:lnSpc>
              <a:spcBef>
                <a:spcPts val="0"/>
              </a:spcBef>
              <a:defRPr sz="33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6389168"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67381535"/>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287963" y="6408000"/>
            <a:ext cx="2477765" cy="190500"/>
          </a:xfrm>
        </p:spPr>
        <p:txBody>
          <a:bodyPr/>
          <a:lstStyle/>
          <a:p>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46956245"/>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171591972"/>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4" y="3084230"/>
            <a:ext cx="1727991" cy="689541"/>
          </a:xfrm>
          <a:prstGeom prst="rect">
            <a:avLst/>
          </a:prstGeom>
        </p:spPr>
      </p:pic>
    </p:spTree>
    <p:extLst>
      <p:ext uri="{BB962C8B-B14F-4D97-AF65-F5344CB8AC3E}">
        <p14:creationId xmlns:p14="http://schemas.microsoft.com/office/powerpoint/2010/main" val="1775891035"/>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US FSM / </a:t>
            </a:r>
            <a:r>
              <a:rPr lang="en-US"/>
              <a:t>© 2025 </a:t>
            </a:r>
            <a:r>
              <a:rPr lang="en-US" dirty="0"/>
              <a:t>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36227903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Tree>
    <p:extLst>
      <p:ext uri="{BB962C8B-B14F-4D97-AF65-F5344CB8AC3E}">
        <p14:creationId xmlns:p14="http://schemas.microsoft.com/office/powerpoint/2010/main" val="19537535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divider (with page contents)_black">
    <p:spTree>
      <p:nvGrpSpPr>
        <p:cNvPr id="1" name=""/>
        <p:cNvGrpSpPr/>
        <p:nvPr/>
      </p:nvGrpSpPr>
      <p:grpSpPr>
        <a:xfrm>
          <a:off x="0" y="0"/>
          <a:ext cx="0" cy="0"/>
          <a:chOff x="0" y="0"/>
          <a:chExt cx="0" cy="0"/>
        </a:xfrm>
      </p:grpSpPr>
      <p:sp>
        <p:nvSpPr>
          <p:cNvPr id="2" name="Title"/>
          <p:cNvSpPr>
            <a:spLocks noGrp="1"/>
          </p:cNvSpPr>
          <p:nvPr>
            <p:ph type="title"/>
          </p:nvPr>
        </p:nvSpPr>
        <p:spPr>
          <a:xfrm>
            <a:off x="280416" y="258231"/>
            <a:ext cx="5522976" cy="1066800"/>
          </a:xfrm>
        </p:spPr>
        <p:txBody>
          <a:bodyPr/>
          <a:lstStyle/>
          <a:p>
            <a:r>
              <a:rPr lang="en-US" dirty="0"/>
              <a:t>Click to edit Master title style</a:t>
            </a:r>
          </a:p>
        </p:txBody>
      </p:sp>
      <p:sp>
        <p:nvSpPr>
          <p:cNvPr id="8" name="Text Placeholder 1"/>
          <p:cNvSpPr>
            <a:spLocks noGrp="1"/>
          </p:cNvSpPr>
          <p:nvPr>
            <p:ph type="body" sz="quarter" idx="13"/>
          </p:nvPr>
        </p:nvSpPr>
        <p:spPr>
          <a:xfrm>
            <a:off x="292608" y="1668105"/>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sz="quarter" idx="12"/>
          </p:nvPr>
        </p:nvSpPr>
        <p:spPr>
          <a:xfrm>
            <a:off x="6388608" y="1668105"/>
            <a:ext cx="5498592" cy="4336288"/>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a:extLst>
              <a:ext uri="{FF2B5EF4-FFF2-40B4-BE49-F238E27FC236}">
                <a16:creationId xmlns:a16="http://schemas.microsoft.com/office/drawing/2014/main" id="{D388D167-72F5-AA40-A006-12E39FB420A8}"/>
              </a:ext>
            </a:extLst>
          </p:cNvPr>
          <p:cNvSpPr>
            <a:spLocks noGrp="1"/>
          </p:cNvSpPr>
          <p:nvPr>
            <p:ph type="ftr" sz="quarter" idx="3"/>
          </p:nvPr>
        </p:nvSpPr>
        <p:spPr>
          <a:xfrm>
            <a:off x="304894" y="6406303"/>
            <a:ext cx="5486313" cy="222249"/>
          </a:xfrm>
          <a:prstGeom prst="rect">
            <a:avLst/>
          </a:prstGeom>
        </p:spPr>
        <p:txBody>
          <a:bodyPr vert="horz" lIns="0" tIns="0" rIns="0" bIns="0" rtlCol="0" anchor="ctr"/>
          <a:lstStyle>
            <a:lvl1pPr marL="0" marR="0" indent="0" algn="l" defTabSz="914039" rtl="0" eaLnBrk="1" fontAlgn="auto" latinLnBrk="0" hangingPunct="1">
              <a:lnSpc>
                <a:spcPct val="100000"/>
              </a:lnSpc>
              <a:spcBef>
                <a:spcPts val="0"/>
              </a:spcBef>
              <a:spcAft>
                <a:spcPts val="0"/>
              </a:spcAft>
              <a:buClrTx/>
              <a:buSzTx/>
              <a:buFontTx/>
              <a:buNone/>
              <a:tabLst/>
              <a:defRPr sz="800">
                <a:solidFill>
                  <a:schemeClr val="bg1"/>
                </a:solidFill>
                <a:latin typeface="IBM Plex Sans" panose="020B0503050203000203" pitchFamily="34" charset="0"/>
              </a:defRPr>
            </a:lvl1pPr>
          </a:lstStyle>
          <a:p>
            <a:r>
              <a:rPr lang="en-US"/>
              <a:t>2024 IBM Corporation Business partner Assets | Dec 2024 | IBM Confidential</a:t>
            </a:r>
          </a:p>
        </p:txBody>
      </p:sp>
      <p:sp>
        <p:nvSpPr>
          <p:cNvPr id="9" name="Slide Number Placeholder">
            <a:extLst>
              <a:ext uri="{FF2B5EF4-FFF2-40B4-BE49-F238E27FC236}">
                <a16:creationId xmlns:a16="http://schemas.microsoft.com/office/drawing/2014/main" id="{7F662BDA-B0C4-474D-968F-271052401841}"/>
              </a:ext>
            </a:extLst>
          </p:cNvPr>
          <p:cNvSpPr>
            <a:spLocks noGrp="1"/>
          </p:cNvSpPr>
          <p:nvPr>
            <p:ph type="sldNum" sz="quarter" idx="4"/>
          </p:nvPr>
        </p:nvSpPr>
        <p:spPr>
          <a:xfrm>
            <a:off x="11750327" y="6455872"/>
            <a:ext cx="136789" cy="123111"/>
          </a:xfrm>
          <a:prstGeom prst="rect">
            <a:avLst/>
          </a:prstGeom>
        </p:spPr>
        <p:txBody>
          <a:bodyPr vert="horz" lIns="0" tIns="0" rIns="0" bIns="0" rtlCol="0" anchor="ctr"/>
          <a:lstStyle>
            <a:lvl1pPr algn="r">
              <a:defRPr sz="800">
                <a:solidFill>
                  <a:schemeClr val="bg1"/>
                </a:solidFill>
                <a:latin typeface="IBM Plex Sans" panose="020B0503050203000203" pitchFamily="34" charset="0"/>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58096048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514654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8" name="Text Placeholder 1"/>
          <p:cNvSpPr>
            <a:spLocks noGrp="1"/>
          </p:cNvSpPr>
          <p:nvPr>
            <p:ph type="body" sz="quarter" idx="13"/>
          </p:nvPr>
        </p:nvSpPr>
        <p:spPr>
          <a:xfrm>
            <a:off x="292608" y="1658112"/>
            <a:ext cx="5498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6" name="Text Placeholder 2"/>
          <p:cNvSpPr>
            <a:spLocks noGrp="1"/>
          </p:cNvSpPr>
          <p:nvPr>
            <p:ph type="body" sz="quarter" idx="12"/>
          </p:nvPr>
        </p:nvSpPr>
        <p:spPr>
          <a:xfrm>
            <a:off x="6388611" y="1658112"/>
            <a:ext cx="5498501"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US FSM / </a:t>
            </a:r>
            <a:r>
              <a:rPr lang="en-US"/>
              <a:t>© 2025 </a:t>
            </a:r>
            <a:r>
              <a:rPr lang="en-US" dirty="0"/>
              <a:t>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67836098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1"/>
            <a:ext cx="4836786" cy="4214191"/>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86709B22-BFE8-4BFE-80D5-4133DC0C2AC6}" type="datetime1">
              <a:rPr lang="en-US" smtClean="0"/>
              <a:t>7/27/26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7"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748574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CBCED9-574A-685C-C54E-E063710F5DA5}"/>
              </a:ext>
            </a:extLst>
          </p:cNvPr>
          <p:cNvSpPr>
            <a:spLocks noGrp="1"/>
          </p:cNvSpPr>
          <p:nvPr>
            <p:ph type="dt" sz="half" idx="10"/>
          </p:nvPr>
        </p:nvSpPr>
        <p:spPr/>
        <p:txBody>
          <a:bodyPr/>
          <a:lstStyle/>
          <a:p>
            <a:fld id="{8DEBDC8A-1DFF-5A41-A9DF-A7A498A8BC3F}" type="datetimeFigureOut">
              <a:rPr lang="en-US" smtClean="0"/>
              <a:t>7/27/26</a:t>
            </a:fld>
            <a:endParaRPr lang="en-US"/>
          </a:p>
        </p:txBody>
      </p:sp>
      <p:sp>
        <p:nvSpPr>
          <p:cNvPr id="3" name="Footer Placeholder 2">
            <a:extLst>
              <a:ext uri="{FF2B5EF4-FFF2-40B4-BE49-F238E27FC236}">
                <a16:creationId xmlns:a16="http://schemas.microsoft.com/office/drawing/2014/main" id="{A42EB5E3-5FB2-5879-9C88-A190FA30EA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03FBF9-4B99-1393-5B1F-AB1909E08731}"/>
              </a:ext>
            </a:extLst>
          </p:cNvPr>
          <p:cNvSpPr>
            <a:spLocks noGrp="1"/>
          </p:cNvSpPr>
          <p:nvPr>
            <p:ph type="sldNum" sz="quarter" idx="12"/>
          </p:nvPr>
        </p:nvSpPr>
        <p:spPr/>
        <p:txBody>
          <a:bodyPr/>
          <a:lstStyle/>
          <a:p>
            <a:fld id="{5AB47C40-872D-F942-88C3-327D8A0FC6A3}" type="slidenum">
              <a:rPr lang="en-US" smtClean="0"/>
              <a:t>‹#›</a:t>
            </a:fld>
            <a:endParaRPr lang="en-US"/>
          </a:p>
        </p:txBody>
      </p:sp>
    </p:spTree>
    <p:extLst>
      <p:ext uri="{BB962C8B-B14F-4D97-AF65-F5344CB8AC3E}">
        <p14:creationId xmlns:p14="http://schemas.microsoft.com/office/powerpoint/2010/main" val="341106271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1371600"/>
            <a:ext cx="4675633" cy="990600"/>
          </a:xfrm>
        </p:spPr>
        <p:txBody>
          <a:bodyPr anchor="t">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8587C5F-6A61-4864-9518-A5514F3191A0}" type="datetime1">
              <a:rPr lang="en-US" smtClean="0"/>
              <a:t>7/27/26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2746247"/>
            <a:ext cx="4675632" cy="3502153"/>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12503" y="1371600"/>
            <a:ext cx="5869899"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515114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0075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3144044"/>
          </a:xfrm>
        </p:spPr>
        <p:txBody>
          <a:bodyPr/>
          <a:lstStyle>
            <a:lvl1pPr>
              <a:lnSpc>
                <a:spcPct val="100000"/>
              </a:lnSpc>
              <a:defRPr sz="4298">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287999" y="6044184"/>
            <a:ext cx="2468622" cy="571500"/>
          </a:xfrm>
        </p:spPr>
        <p:txBody>
          <a:bodyPr anchor="b"/>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3335316" y="6042370"/>
            <a:ext cx="2468622" cy="571500"/>
          </a:xfrm>
        </p:spPr>
        <p:txBody>
          <a:bodyPr anchor="b"/>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8" name="Picture 7" descr="IBM 8-bar logo">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11138526" y="6263482"/>
            <a:ext cx="819043" cy="304800"/>
          </a:xfrm>
          <a:prstGeom prst="rect">
            <a:avLst/>
          </a:prstGeom>
        </p:spPr>
      </p:pic>
    </p:spTree>
    <p:extLst>
      <p:ext uri="{BB962C8B-B14F-4D97-AF65-F5344CB8AC3E}">
        <p14:creationId xmlns:p14="http://schemas.microsoft.com/office/powerpoint/2010/main" val="1528867961"/>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12192000" cy="600075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8" tIns="45708" rIns="45708" bIns="45708" numCol="1" rtlCol="0" anchor="t" anchorCtr="0" compatLnSpc="1">
            <a:prstTxWarp prst="textNoShape">
              <a:avLst/>
            </a:prstTxWarp>
          </a:bodyPr>
          <a:lstStyle/>
          <a:p>
            <a:pPr marL="0" marR="0" indent="0" algn="l" defTabSz="457018"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8000" y="192024"/>
            <a:ext cx="5524575" cy="2286794"/>
          </a:xfrm>
        </p:spPr>
        <p:txBody>
          <a:bodyPr/>
          <a:lstStyle>
            <a:lvl1pPr>
              <a:lnSpc>
                <a:spcPct val="100000"/>
              </a:lnSpc>
              <a:defRPr sz="4298">
                <a:solidFill>
                  <a:schemeClr val="tx2"/>
                </a:solidFill>
              </a:defRPr>
            </a:lvl1pPr>
          </a:lstStyle>
          <a:p>
            <a:r>
              <a:rPr lang="en-US"/>
              <a:t>Click to edit Master title style</a:t>
            </a:r>
            <a:endParaRPr lang="en-US" dirty="0"/>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287999" y="6044184"/>
            <a:ext cx="2468622" cy="571500"/>
          </a:xfrm>
        </p:spPr>
        <p:txBody>
          <a:bodyPr anchor="b"/>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3335316" y="6042370"/>
            <a:ext cx="2468622" cy="571500"/>
          </a:xfrm>
        </p:spPr>
        <p:txBody>
          <a:bodyPr anchor="b"/>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11138526" y="6263482"/>
            <a:ext cx="819043" cy="304800"/>
          </a:xfrm>
          <a:prstGeom prst="rect">
            <a:avLst/>
          </a:prstGeom>
        </p:spPr>
      </p:pic>
    </p:spTree>
    <p:extLst>
      <p:ext uri="{BB962C8B-B14F-4D97-AF65-F5344CB8AC3E}">
        <p14:creationId xmlns:p14="http://schemas.microsoft.com/office/powerpoint/2010/main" val="1227497348"/>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8000" y="192024"/>
            <a:ext cx="5524575" cy="2286794"/>
          </a:xfrm>
        </p:spPr>
        <p:txBody>
          <a:bodyPr/>
          <a:lstStyle>
            <a:lvl1pPr>
              <a:lnSpc>
                <a:spcPct val="100000"/>
              </a:lnSpc>
              <a:defRPr sz="4298"/>
            </a:lvl1pPr>
          </a:lstStyle>
          <a:p>
            <a:r>
              <a:rPr lang="en-US"/>
              <a:t>Click to edit Master title style</a:t>
            </a:r>
            <a:endParaRPr lang="en-US" dirty="0"/>
          </a:p>
        </p:txBody>
      </p:sp>
      <p:pic>
        <p:nvPicPr>
          <p:cNvPr id="3" name="Picture 2" descr="IBM 8-bar logo">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11138526" y="6263482"/>
            <a:ext cx="819043" cy="304800"/>
          </a:xfrm>
          <a:prstGeom prst="rect">
            <a:avLst/>
          </a:prstGeom>
        </p:spPr>
      </p:pic>
    </p:spTree>
    <p:extLst>
      <p:ext uri="{BB962C8B-B14F-4D97-AF65-F5344CB8AC3E}">
        <p14:creationId xmlns:p14="http://schemas.microsoft.com/office/powerpoint/2010/main" val="1555762957"/>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2286794"/>
          </a:xfrm>
        </p:spPr>
        <p:txBody>
          <a:bodyPr/>
          <a:lstStyle>
            <a:lvl1pPr>
              <a:lnSpc>
                <a:spcPct val="100000"/>
              </a:lnSpc>
              <a:defRPr sz="4298">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99" y="6231636"/>
            <a:ext cx="5524575" cy="381000"/>
          </a:xfrm>
        </p:spPr>
        <p:txBody>
          <a:bodyPr anchor="b"/>
          <a:lstStyle>
            <a:lvl1pPr>
              <a:lnSpc>
                <a:spcPct val="110000"/>
              </a:lnSpc>
              <a:spcBef>
                <a:spcPts val="0"/>
              </a:spcBef>
              <a:defRPr sz="1400">
                <a:solidFill>
                  <a:schemeClr val="tx1"/>
                </a:solidFill>
              </a:defRPr>
            </a:lvl1pPr>
          </a:lstStyle>
          <a:p>
            <a:pPr lvl="0"/>
            <a:r>
              <a:rPr lang="en-US"/>
              <a:t>Click to edit Master text styles</a:t>
            </a:r>
          </a:p>
        </p:txBody>
      </p:sp>
      <p:pic>
        <p:nvPicPr>
          <p:cNvPr id="3" name="Picture 2" descr="IBM 8-bar logo">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11138526" y="6263482"/>
            <a:ext cx="819043" cy="304800"/>
          </a:xfrm>
          <a:prstGeom prst="rect">
            <a:avLst/>
          </a:prstGeom>
        </p:spPr>
      </p:pic>
    </p:spTree>
    <p:extLst>
      <p:ext uri="{BB962C8B-B14F-4D97-AF65-F5344CB8AC3E}">
        <p14:creationId xmlns:p14="http://schemas.microsoft.com/office/powerpoint/2010/main" val="3466404578"/>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192024"/>
            <a:ext cx="5049878" cy="5239544"/>
          </a:xfrm>
        </p:spPr>
        <p:txBody>
          <a:bodyPr/>
          <a:lstStyle>
            <a:lvl1pPr>
              <a:lnSpc>
                <a:spcPct val="100000"/>
              </a:lnSpc>
              <a:defRPr sz="4298">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20"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pic>
        <p:nvPicPr>
          <p:cNvPr id="9" name="Picture 8" descr="IBM 8-bar logo">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288889" y="6263482"/>
            <a:ext cx="819043" cy="304800"/>
          </a:xfrm>
          <a:prstGeom prst="rect">
            <a:avLst/>
          </a:prstGeom>
        </p:spPr>
      </p:pic>
    </p:spTree>
    <p:extLst>
      <p:ext uri="{BB962C8B-B14F-4D97-AF65-F5344CB8AC3E}">
        <p14:creationId xmlns:p14="http://schemas.microsoft.com/office/powerpoint/2010/main" val="1774481222"/>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287999" y="288036"/>
            <a:ext cx="5049180" cy="285750"/>
          </a:xfrm>
        </p:spPr>
        <p:txBody>
          <a:bodyPr/>
          <a:lstStyle>
            <a:lvl1pPr>
              <a:spcBef>
                <a:spcPts val="0"/>
              </a:spcBef>
              <a:defRPr sz="14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99" y="763524"/>
            <a:ext cx="5049180" cy="4668838"/>
          </a:xfrm>
        </p:spPr>
        <p:txBody>
          <a:bodyPr/>
          <a:lstStyle>
            <a:lvl1pPr>
              <a:lnSpc>
                <a:spcPct val="100000"/>
              </a:lnSpc>
              <a:defRPr sz="4298">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20"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pic>
        <p:nvPicPr>
          <p:cNvPr id="4" name="Picture 3" descr="IBM 8-bar logo">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288889" y="6263482"/>
            <a:ext cx="819043" cy="304800"/>
          </a:xfrm>
          <a:prstGeom prst="rect">
            <a:avLst/>
          </a:prstGeom>
        </p:spPr>
      </p:pic>
    </p:spTree>
    <p:extLst>
      <p:ext uri="{BB962C8B-B14F-4D97-AF65-F5344CB8AC3E}">
        <p14:creationId xmlns:p14="http://schemas.microsoft.com/office/powerpoint/2010/main" val="3059710318"/>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8000" y="192024"/>
            <a:ext cx="2477765" cy="2286794"/>
          </a:xfrm>
        </p:spPr>
        <p:txBody>
          <a:bodyPr/>
          <a:lstStyle>
            <a:lvl1pPr>
              <a:lnSpc>
                <a:spcPct val="100000"/>
              </a:lnSpc>
              <a:defRPr sz="3198">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6380919" y="284957"/>
            <a:ext cx="2476178" cy="5715794"/>
          </a:xfrm>
        </p:spPr>
        <p:txBody>
          <a:bodyPr/>
          <a:lstStyle>
            <a:lvl1pPr defTabSz="580412">
              <a:spcBef>
                <a:spcPts val="0"/>
              </a:spcBef>
              <a:defRPr>
                <a:solidFill>
                  <a:schemeClr val="tx1"/>
                </a:solidFill>
              </a:defRPr>
            </a:lvl1pPr>
            <a:lvl2pPr defTabSz="580412">
              <a:spcBef>
                <a:spcPts val="0"/>
              </a:spcBef>
              <a:defRPr>
                <a:solidFill>
                  <a:schemeClr val="tx1"/>
                </a:solidFill>
              </a:defRPr>
            </a:lvl2pPr>
            <a:lvl3pPr defTabSz="580412">
              <a:spcBef>
                <a:spcPts val="0"/>
              </a:spcBef>
              <a:defRPr>
                <a:solidFill>
                  <a:schemeClr val="tx1"/>
                </a:solidFill>
              </a:defRPr>
            </a:lvl3pPr>
            <a:lvl4pPr defTabSz="580412">
              <a:spcBef>
                <a:spcPts val="0"/>
              </a:spcBef>
              <a:defRPr>
                <a:solidFill>
                  <a:schemeClr val="tx1"/>
                </a:solidFill>
              </a:defRPr>
            </a:lvl4pPr>
            <a:lvl5pPr defTabSz="580412">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9430110" y="284957"/>
            <a:ext cx="2474590" cy="5715794"/>
          </a:xfrm>
        </p:spPr>
        <p:txBody>
          <a:bodyPr/>
          <a:lstStyle>
            <a:lvl1pPr defTabSz="580412">
              <a:spcBef>
                <a:spcPts val="0"/>
              </a:spcBef>
              <a:defRPr>
                <a:solidFill>
                  <a:schemeClr val="tx1"/>
                </a:solidFill>
              </a:defRPr>
            </a:lvl1pPr>
            <a:lvl2pPr defTabSz="580412">
              <a:spcBef>
                <a:spcPts val="0"/>
              </a:spcBef>
              <a:defRPr>
                <a:solidFill>
                  <a:schemeClr val="tx1"/>
                </a:solidFill>
              </a:defRPr>
            </a:lvl2pPr>
            <a:lvl3pPr defTabSz="580412">
              <a:spcBef>
                <a:spcPts val="0"/>
              </a:spcBef>
              <a:defRPr>
                <a:solidFill>
                  <a:schemeClr val="tx1"/>
                </a:solidFill>
              </a:defRPr>
            </a:lvl3pPr>
            <a:lvl4pPr defTabSz="580412">
              <a:spcBef>
                <a:spcPts val="0"/>
              </a:spcBef>
              <a:defRPr>
                <a:solidFill>
                  <a:schemeClr val="tx1"/>
                </a:solidFill>
              </a:defRPr>
            </a:lvl4pPr>
            <a:lvl5pPr defTabSz="580412">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284126" y="6402118"/>
            <a:ext cx="2477765" cy="190500"/>
          </a:xfrm>
        </p:spPr>
        <p:txBody>
          <a:bodyPr/>
          <a:lstStyle/>
          <a:p>
            <a:endParaRPr lang="en-US"/>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03598610"/>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5524575" cy="1429544"/>
          </a:xfrm>
        </p:spPr>
        <p:txBody>
          <a:bodyPr rIns="457200"/>
          <a:lstStyle>
            <a:lvl1pPr>
              <a:lnSpc>
                <a:spcPct val="100000"/>
              </a:lnSpc>
              <a:defRPr sz="3198">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284126" y="6402118"/>
            <a:ext cx="2477765" cy="190500"/>
          </a:xfrm>
        </p:spPr>
        <p:txBody>
          <a:bodyPr/>
          <a:lstStyle/>
          <a:p>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79157518"/>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301" y="210312"/>
            <a:ext cx="8569797" cy="4095750"/>
          </a:xfrm>
        </p:spPr>
        <p:txBody>
          <a:bodyPr/>
          <a:lstStyle>
            <a:lvl1pPr>
              <a:defRPr sz="8596"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284126" y="6402118"/>
            <a:ext cx="2477765" cy="190500"/>
          </a:xfrm>
        </p:spPr>
        <p:txBody>
          <a:bodyPr/>
          <a:lstStyle/>
          <a:p>
            <a:endParaRPr lang="en-US"/>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03936191"/>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4953942" cy="1429544"/>
          </a:xfrm>
        </p:spPr>
        <p:txBody>
          <a:bodyPr/>
          <a:lstStyle>
            <a:lvl1pPr>
              <a:lnSpc>
                <a:spcPct val="100000"/>
              </a:lnSpc>
              <a:defRPr sz="3198">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2795" y="224028"/>
            <a:ext cx="5520318" cy="4287044"/>
          </a:xfrm>
        </p:spPr>
        <p:txBody>
          <a:bodyPr/>
          <a:lstStyle>
            <a:lvl1pPr>
              <a:lnSpc>
                <a:spcPct val="100000"/>
              </a:lnSpc>
              <a:spcBef>
                <a:spcPts val="0"/>
              </a:spcBef>
              <a:defRPr sz="3198">
                <a:solidFill>
                  <a:schemeClr val="tx2"/>
                </a:solidFill>
              </a:defRPr>
            </a:lvl1pPr>
            <a:lvl2pPr marL="292490" indent="-292490">
              <a:lnSpc>
                <a:spcPct val="100000"/>
              </a:lnSpc>
              <a:spcBef>
                <a:spcPts val="0"/>
              </a:spcBef>
              <a:defRPr sz="3198">
                <a:solidFill>
                  <a:schemeClr val="tx2"/>
                </a:solidFill>
              </a:defRPr>
            </a:lvl2pPr>
            <a:lvl3pPr marL="548420" indent="-292490">
              <a:lnSpc>
                <a:spcPct val="100000"/>
              </a:lnSpc>
              <a:spcBef>
                <a:spcPts val="0"/>
              </a:spcBef>
              <a:defRPr sz="3198">
                <a:solidFill>
                  <a:schemeClr val="tx2"/>
                </a:solidFill>
              </a:defRPr>
            </a:lvl3pPr>
            <a:lvl4pPr marL="877472">
              <a:lnSpc>
                <a:spcPct val="100000"/>
              </a:lnSpc>
              <a:spcBef>
                <a:spcPts val="0"/>
              </a:spcBef>
              <a:defRPr sz="3198">
                <a:solidFill>
                  <a:schemeClr val="tx2"/>
                </a:solidFill>
              </a:defRPr>
            </a:lvl4pPr>
            <a:lvl5pPr>
              <a:lnSpc>
                <a:spcPct val="100000"/>
              </a:lnSpc>
              <a:spcBef>
                <a:spcPts val="0"/>
              </a:spcBef>
              <a:defRPr sz="3198"/>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284126" y="6402118"/>
            <a:ext cx="2477765" cy="190500"/>
          </a:xfrm>
        </p:spPr>
        <p:txBody>
          <a:bodyPr/>
          <a:lstStyle/>
          <a:p>
            <a:endParaRPr lang="en-US"/>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0149159"/>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210312"/>
            <a:ext cx="7330121" cy="4858544"/>
          </a:xfrm>
        </p:spPr>
        <p:txBody>
          <a:bodyPr/>
          <a:lstStyle>
            <a:lvl1pPr>
              <a:lnSpc>
                <a:spcPct val="100000"/>
              </a:lnSpc>
              <a:defRPr sz="4298">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284126" y="6402118"/>
            <a:ext cx="2477765" cy="190500"/>
          </a:xfrm>
        </p:spPr>
        <p:txBody>
          <a:bodyPr/>
          <a:lstStyle/>
          <a:p>
            <a:endParaRPr lang="en-US"/>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09905792"/>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287999" y="288036"/>
            <a:ext cx="3811091" cy="3144044"/>
          </a:xfrm>
        </p:spPr>
        <p:txBody>
          <a:bodyPr/>
          <a:lstStyle>
            <a:lvl1pPr>
              <a:lnSpc>
                <a:spcPct val="100000"/>
              </a:lnSpc>
              <a:spcBef>
                <a:spcPts val="0"/>
              </a:spcBef>
              <a:defRPr sz="2200">
                <a:solidFill>
                  <a:schemeClr val="tx1"/>
                </a:solidFill>
              </a:defRPr>
            </a:lvl1pPr>
            <a:lvl2pPr marL="201088" indent="-201088">
              <a:lnSpc>
                <a:spcPct val="100000"/>
              </a:lnSpc>
              <a:spcBef>
                <a:spcPts val="0"/>
              </a:spcBef>
              <a:defRPr sz="2200">
                <a:solidFill>
                  <a:schemeClr val="tx1"/>
                </a:solidFill>
              </a:defRPr>
            </a:lvl2pPr>
            <a:lvl3pPr marL="402176" indent="-201088">
              <a:lnSpc>
                <a:spcPct val="100000"/>
              </a:lnSpc>
              <a:spcBef>
                <a:spcPts val="0"/>
              </a:spcBef>
              <a:defRPr sz="2200">
                <a:solidFill>
                  <a:schemeClr val="tx1"/>
                </a:solidFill>
              </a:defRPr>
            </a:lvl3pPr>
            <a:lvl4pPr marL="557560" indent="-20108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87999" y="4649724"/>
            <a:ext cx="5524575" cy="1771650"/>
          </a:xfrm>
        </p:spPr>
        <p:txBody>
          <a:bodyPr anchor="b"/>
          <a:lstStyle>
            <a:lvl1pPr>
              <a:lnSpc>
                <a:spcPct val="90000"/>
              </a:lnSpc>
              <a:spcBef>
                <a:spcPts val="0"/>
              </a:spcBef>
              <a:defRPr sz="12894"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p:nvPr userDrawn="1"/>
        </p:nvCxnSpPr>
        <p:spPr bwMode="auto">
          <a:xfrm>
            <a:off x="609600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6380919" y="288036"/>
            <a:ext cx="3809504" cy="3144044"/>
          </a:xfrm>
        </p:spPr>
        <p:txBody>
          <a:bodyPr/>
          <a:lstStyle>
            <a:lvl1pPr>
              <a:lnSpc>
                <a:spcPct val="100000"/>
              </a:lnSpc>
              <a:spcBef>
                <a:spcPts val="0"/>
              </a:spcBef>
              <a:defRPr sz="2200">
                <a:solidFill>
                  <a:schemeClr val="tx1"/>
                </a:solidFill>
              </a:defRPr>
            </a:lvl1pPr>
            <a:lvl2pPr marL="201088" indent="-201088">
              <a:lnSpc>
                <a:spcPct val="100000"/>
              </a:lnSpc>
              <a:spcBef>
                <a:spcPts val="0"/>
              </a:spcBef>
              <a:defRPr sz="2200">
                <a:solidFill>
                  <a:schemeClr val="tx1"/>
                </a:solidFill>
              </a:defRPr>
            </a:lvl2pPr>
            <a:lvl3pPr marL="402176" indent="-201088">
              <a:lnSpc>
                <a:spcPct val="100000"/>
              </a:lnSpc>
              <a:spcBef>
                <a:spcPts val="0"/>
              </a:spcBef>
              <a:defRPr sz="2200">
                <a:solidFill>
                  <a:schemeClr val="tx1"/>
                </a:solidFill>
              </a:defRPr>
            </a:lvl3pPr>
            <a:lvl4pPr marL="557560" indent="-20108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80920" y="4648200"/>
            <a:ext cx="5523781" cy="1771650"/>
          </a:xfrm>
        </p:spPr>
        <p:txBody>
          <a:bodyPr anchor="b"/>
          <a:lstStyle>
            <a:lvl1pPr>
              <a:lnSpc>
                <a:spcPct val="90000"/>
              </a:lnSpc>
              <a:spcBef>
                <a:spcPts val="0"/>
              </a:spcBef>
              <a:defRPr sz="12894" b="0" i="0">
                <a:solidFill>
                  <a:schemeClr val="accent1"/>
                </a:solidFill>
                <a:latin typeface="IBM Plex Sans ExtLt" panose="020B0303050203000203" pitchFamily="34" charset="0"/>
              </a:defRPr>
            </a:lvl1pPr>
          </a:lstStyle>
          <a:p>
            <a:r>
              <a:rPr lang="en-US" dirty="0"/>
              <a:t>+00%</a:t>
            </a:r>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284126" y="6402118"/>
            <a:ext cx="2477765" cy="190500"/>
          </a:xfrm>
        </p:spPr>
        <p:txBody>
          <a:bodyPr/>
          <a:lstStyle/>
          <a:p>
            <a:endParaRPr lang="en-US"/>
          </a:p>
        </p:txBody>
      </p: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929766"/>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42954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14884"/>
            <a:ext cx="2475384" cy="953956"/>
          </a:xfrm>
        </p:spPr>
        <p:txBody>
          <a:bodyPr/>
          <a:lstStyle>
            <a:lvl1pPr>
              <a:lnSpc>
                <a:spcPct val="90000"/>
              </a:lnSpc>
              <a:defRPr sz="6498">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4"/>
            <a:ext cx="2475384" cy="483652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1" y="213241"/>
            <a:ext cx="2474590" cy="953294"/>
          </a:xfrm>
        </p:spPr>
        <p:txBody>
          <a:bodyPr/>
          <a:lstStyle>
            <a:lvl1pPr>
              <a:lnSpc>
                <a:spcPct val="90000"/>
              </a:lnSpc>
              <a:defRPr sz="6498">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67328"/>
            <a:ext cx="2476178"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214828"/>
            <a:ext cx="2474590" cy="951707"/>
          </a:xfrm>
        </p:spPr>
        <p:txBody>
          <a:bodyPr/>
          <a:lstStyle>
            <a:lvl1pPr>
              <a:lnSpc>
                <a:spcPct val="90000"/>
              </a:lnSpc>
              <a:defRPr sz="6498">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marL="73122" indent="-73122">
              <a:lnSpc>
                <a:spcPct val="120000"/>
              </a:lnSpc>
              <a:spcBef>
                <a:spcPts val="0"/>
              </a:spcBef>
              <a:defRPr sz="800" b="0" i="0">
                <a:solidFill>
                  <a:schemeClr val="tx1"/>
                </a:solidFill>
                <a:latin typeface="IBM Plex Sans" panose="020B0503050203000203" pitchFamily="34" charset="0"/>
              </a:defRPr>
            </a:lvl2pPr>
            <a:lvl3pPr marL="146246" indent="-73122">
              <a:lnSpc>
                <a:spcPct val="120000"/>
              </a:lnSpc>
              <a:spcBef>
                <a:spcPts val="0"/>
              </a:spcBef>
              <a:defRPr sz="800" b="0" i="0">
                <a:solidFill>
                  <a:schemeClr val="tx1"/>
                </a:solidFill>
                <a:latin typeface="IBM Plex Sans" panose="020B0503050203000203" pitchFamily="34" charset="0"/>
              </a:defRPr>
            </a:lvl3pPr>
            <a:lvl4pPr marL="219368" indent="-73122">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284126" y="6402118"/>
            <a:ext cx="2477765" cy="190500"/>
          </a:xfrm>
        </p:spPr>
        <p:txBody>
          <a:bodyPr/>
          <a:lstStyle/>
          <a:p>
            <a:endParaRPr lang="en-US"/>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50879426"/>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87300" y="201168"/>
            <a:ext cx="2474590" cy="2667794"/>
          </a:xfrm>
        </p:spPr>
        <p:txBody>
          <a:bodyPr/>
          <a:lstStyle>
            <a:lvl1pPr>
              <a:lnSpc>
                <a:spcPct val="100000"/>
              </a:lnSpc>
              <a:defRPr sz="4298">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33316" y="201168"/>
            <a:ext cx="5523781" cy="2667794"/>
          </a:xfrm>
        </p:spPr>
        <p:txBody>
          <a:bodyPr/>
          <a:lstStyle>
            <a:lvl1pPr>
              <a:lnSpc>
                <a:spcPct val="100000"/>
              </a:lnSpc>
              <a:spcBef>
                <a:spcPts val="0"/>
              </a:spcBef>
              <a:defRPr sz="4298">
                <a:solidFill>
                  <a:schemeClr val="tx1"/>
                </a:solidFill>
              </a:defRPr>
            </a:lvl1pPr>
            <a:lvl2pPr marL="393034" indent="-393034">
              <a:lnSpc>
                <a:spcPct val="100000"/>
              </a:lnSpc>
              <a:spcBef>
                <a:spcPts val="0"/>
              </a:spcBef>
              <a:defRPr sz="4298">
                <a:solidFill>
                  <a:schemeClr val="tx1"/>
                </a:solidFill>
              </a:defRPr>
            </a:lvl2pPr>
            <a:lvl3pPr marL="749508" indent="-393034">
              <a:lnSpc>
                <a:spcPct val="100000"/>
              </a:lnSpc>
              <a:spcBef>
                <a:spcPts val="0"/>
              </a:spcBef>
              <a:defRPr sz="4298">
                <a:solidFill>
                  <a:schemeClr val="tx1"/>
                </a:solidFill>
              </a:defRPr>
            </a:lvl3pPr>
            <a:lvl4pPr marL="1142542" indent="-393034">
              <a:lnSpc>
                <a:spcPct val="100000"/>
              </a:lnSpc>
              <a:spcBef>
                <a:spcPts val="0"/>
              </a:spcBef>
              <a:defRPr sz="4298">
                <a:solidFill>
                  <a:schemeClr val="tx1"/>
                </a:solidFill>
              </a:defRPr>
            </a:lvl4pPr>
            <a:lvl5pPr>
              <a:lnSpc>
                <a:spcPct val="100000"/>
              </a:lnSpc>
              <a:spcBef>
                <a:spcPts val="0"/>
              </a:spcBef>
              <a:defRPr sz="429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87300" y="3238500"/>
            <a:ext cx="2474590" cy="2667000"/>
          </a:xfrm>
        </p:spPr>
        <p:txBody>
          <a:bodyPr/>
          <a:lstStyle>
            <a:lvl1pPr>
              <a:lnSpc>
                <a:spcPct val="100000"/>
              </a:lnSpc>
              <a:defRPr sz="4298">
                <a:solidFill>
                  <a:schemeClr val="accent1"/>
                </a:solidFill>
              </a:defRPr>
            </a:lvl1pPr>
            <a:lvl2pPr>
              <a:lnSpc>
                <a:spcPct val="100000"/>
              </a:lnSpc>
              <a:defRPr sz="4298">
                <a:solidFill>
                  <a:schemeClr val="accent1"/>
                </a:solidFill>
              </a:defRPr>
            </a:lvl2pPr>
            <a:lvl3pPr>
              <a:lnSpc>
                <a:spcPct val="100000"/>
              </a:lnSpc>
              <a:defRPr sz="4298">
                <a:solidFill>
                  <a:schemeClr val="accent1"/>
                </a:solidFill>
              </a:defRPr>
            </a:lvl3pPr>
            <a:lvl4pPr>
              <a:lnSpc>
                <a:spcPct val="100000"/>
              </a:lnSpc>
              <a:defRPr sz="4298">
                <a:solidFill>
                  <a:schemeClr val="accent1"/>
                </a:solidFill>
              </a:defRPr>
            </a:lvl4pPr>
            <a:lvl5pPr>
              <a:lnSpc>
                <a:spcPct val="100000"/>
              </a:lnSpc>
              <a:defRPr sz="4298">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33316" y="3238500"/>
            <a:ext cx="5523781" cy="2667000"/>
          </a:xfrm>
        </p:spPr>
        <p:txBody>
          <a:bodyPr/>
          <a:lstStyle>
            <a:lvl1pPr>
              <a:lnSpc>
                <a:spcPct val="100000"/>
              </a:lnSpc>
              <a:spcBef>
                <a:spcPts val="0"/>
              </a:spcBef>
              <a:defRPr sz="4298">
                <a:solidFill>
                  <a:schemeClr val="tx1"/>
                </a:solidFill>
              </a:defRPr>
            </a:lvl1pPr>
            <a:lvl2pPr marL="393034" indent="-393034">
              <a:lnSpc>
                <a:spcPct val="100000"/>
              </a:lnSpc>
              <a:spcBef>
                <a:spcPts val="0"/>
              </a:spcBef>
              <a:defRPr sz="4298">
                <a:solidFill>
                  <a:schemeClr val="tx1"/>
                </a:solidFill>
              </a:defRPr>
            </a:lvl2pPr>
            <a:lvl3pPr marL="749508" indent="-393034">
              <a:lnSpc>
                <a:spcPct val="100000"/>
              </a:lnSpc>
              <a:spcBef>
                <a:spcPts val="0"/>
              </a:spcBef>
              <a:defRPr sz="4298">
                <a:solidFill>
                  <a:schemeClr val="tx1"/>
                </a:solidFill>
              </a:defRPr>
            </a:lvl3pPr>
            <a:lvl4pPr marL="1142542" indent="-393034">
              <a:lnSpc>
                <a:spcPct val="100000"/>
              </a:lnSpc>
              <a:spcBef>
                <a:spcPts val="0"/>
              </a:spcBef>
              <a:defRPr sz="4298">
                <a:solidFill>
                  <a:schemeClr val="tx1"/>
                </a:solidFill>
              </a:defRPr>
            </a:lvl4pPr>
            <a:lvl5pPr>
              <a:lnSpc>
                <a:spcPct val="100000"/>
              </a:lnSpc>
              <a:spcBef>
                <a:spcPts val="0"/>
              </a:spcBef>
              <a:defRPr sz="429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284126" y="6402118"/>
            <a:ext cx="2477765" cy="190500"/>
          </a:xfrm>
        </p:spPr>
        <p:txBody>
          <a:bodyPr/>
          <a:lstStyle/>
          <a:p>
            <a:endParaRPr lang="en-US"/>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72443377"/>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42954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05740"/>
            <a:ext cx="2475384" cy="1429544"/>
          </a:xfrm>
        </p:spPr>
        <p:txBody>
          <a:bodyPr/>
          <a:lstStyle>
            <a:lvl1pPr>
              <a:lnSpc>
                <a:spcPct val="90000"/>
              </a:lnSpc>
              <a:defRPr sz="6498">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288036"/>
            <a:ext cx="3809504" cy="142954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093977"/>
            <a:ext cx="2475384" cy="1428753"/>
          </a:xfrm>
        </p:spPr>
        <p:txBody>
          <a:bodyPr/>
          <a:lstStyle>
            <a:lvl1pPr>
              <a:lnSpc>
                <a:spcPct val="90000"/>
              </a:lnSpc>
              <a:defRPr sz="6498">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190750"/>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8" y="4201669"/>
            <a:ext cx="2475383" cy="1428753"/>
          </a:xfrm>
        </p:spPr>
        <p:txBody>
          <a:bodyPr/>
          <a:lstStyle>
            <a:lvl1pPr>
              <a:lnSpc>
                <a:spcPct val="90000"/>
              </a:lnSpc>
              <a:defRPr sz="6498">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286250"/>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a:lnSpc>
                <a:spcPct val="120000"/>
              </a:lnSpc>
              <a:spcBef>
                <a:spcPts val="0"/>
              </a:spcBef>
              <a:defRPr sz="800" b="0" i="0">
                <a:solidFill>
                  <a:schemeClr val="tx1"/>
                </a:solidFill>
                <a:latin typeface="IBM Plex Sans" panose="020B0503050203000203" pitchFamily="34" charset="0"/>
              </a:defRPr>
            </a:lvl2pPr>
            <a:lvl3pPr>
              <a:lnSpc>
                <a:spcPct val="120000"/>
              </a:lnSpc>
              <a:spcBef>
                <a:spcPts val="0"/>
              </a:spcBef>
              <a:defRPr sz="800" b="0" i="0">
                <a:solidFill>
                  <a:schemeClr val="tx1"/>
                </a:solidFill>
                <a:latin typeface="IBM Plex Sans" panose="020B0503050203000203" pitchFamily="34" charset="0"/>
              </a:defRPr>
            </a:lvl3pPr>
            <a:lvl4pPr>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284126" y="6402118"/>
            <a:ext cx="2477765" cy="190500"/>
          </a:xfrm>
        </p:spPr>
        <p:txBody>
          <a:bodyPr/>
          <a:lstStyle/>
          <a:p>
            <a:endParaRPr lang="en-US"/>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68103989"/>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8000" y="1714500"/>
            <a:ext cx="2477765"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284126" y="6402118"/>
            <a:ext cx="2477765" cy="190500"/>
          </a:xfrm>
        </p:spPr>
        <p:txBody>
          <a:bodyPr/>
          <a:lstStyle/>
          <a:p>
            <a:endParaRPr lang="en-US"/>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91850340"/>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7" y="288036"/>
            <a:ext cx="2477765" cy="762794"/>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289681" y="1714500"/>
            <a:ext cx="2475384"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3047603" y="1714500"/>
            <a:ext cx="0" cy="42862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6093683"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9142810"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284126" y="6402118"/>
            <a:ext cx="2477765" cy="190500"/>
          </a:xfrm>
        </p:spPr>
        <p:txBody>
          <a:bodyPr/>
          <a:lstStyle/>
          <a:p>
            <a:endParaRPr lang="en-US"/>
          </a:p>
        </p:txBody>
      </p: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86851065"/>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7" y="288036"/>
            <a:ext cx="2477765"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3D7A0E74-695D-C6F5-07CD-01209D58A70A}"/>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19E1AC9A-B000-435B-E4BC-54B09FB795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284126" y="6402118"/>
            <a:ext cx="2477765" cy="190500"/>
          </a:xfrm>
        </p:spPr>
        <p:txBody>
          <a:bodyPr/>
          <a:lstStyle/>
          <a:p>
            <a:endParaRPr lang="en-US"/>
          </a:p>
        </p:txBody>
      </p: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03867985"/>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288036"/>
            <a:ext cx="2474590" cy="1048544"/>
          </a:xfrm>
        </p:spPr>
        <p:txBody>
          <a:bodyPr/>
          <a:lstStyle>
            <a:lvl1pPr>
              <a:lnSpc>
                <a:spcPct val="110000"/>
              </a:lnSpc>
              <a:defRPr sz="12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8000" y="1714500"/>
            <a:ext cx="2477765" cy="2000250"/>
          </a:xfrm>
        </p:spPr>
        <p:txBody>
          <a:bodyPr/>
          <a:lstStyle>
            <a:lvl1pPr>
              <a:lnSpc>
                <a:spcPct val="100000"/>
              </a:lnSpc>
              <a:spcBef>
                <a:spcPts val="0"/>
              </a:spcBef>
              <a:defRPr sz="1800">
                <a:solidFill>
                  <a:schemeClr val="tx1"/>
                </a:solidFill>
              </a:defRPr>
            </a:lvl1pPr>
          </a:lstStyle>
          <a:p>
            <a:pPr lvl="0"/>
            <a:r>
              <a:rPr lang="en-US"/>
              <a:t>Click to edit Master text styles</a:t>
            </a:r>
          </a:p>
        </p:txBody>
      </p:sp>
      <p:cxnSp>
        <p:nvCxnSpPr>
          <p:cNvPr id="17" name="Straight Connector 16" descr="Vertical column divider">
            <a:extLst>
              <a:ext uri="{FF2B5EF4-FFF2-40B4-BE49-F238E27FC236}">
                <a16:creationId xmlns:a16="http://schemas.microsoft.com/office/drawing/2014/main" id="{4D695107-5427-4D2D-F88F-89BA74127CBF}"/>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p:spPr>
        <p:txBody>
          <a:bodyPr anchor="ctr"/>
          <a:lstStyle>
            <a:lvl1pPr algn="ctr">
              <a:defRPr sz="8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3333316" y="1714500"/>
            <a:ext cx="2475384" cy="428625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43B07B4A-5DB5-8126-EA79-502787053E82}"/>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7346" y="288036"/>
            <a:ext cx="607997" cy="608076"/>
          </a:xfrm>
        </p:spPr>
        <p:txBody>
          <a:bodyPr anchor="ctr"/>
          <a:lstStyle>
            <a:lvl1pPr algn="ctr">
              <a:defRPr sz="8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6383185" y="1714500"/>
            <a:ext cx="2470738" cy="428625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4D829559-0A72-8826-E06A-C6CCD39750A4}"/>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3" y="288036"/>
            <a:ext cx="607997" cy="608076"/>
          </a:xfrm>
        </p:spPr>
        <p:txBody>
          <a:bodyPr anchor="ctr"/>
          <a:lstStyle>
            <a:lvl1pPr algn="ctr">
              <a:defRPr sz="8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9428524" y="1714500"/>
            <a:ext cx="2476177" cy="428625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endParaRPr lang="en-US"/>
          </a:p>
        </p:txBody>
      </p: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46546473"/>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4"/>
            <a:ext cx="2474590" cy="570706"/>
          </a:xfrm>
        </p:spPr>
        <p:txBody>
          <a:bodyPr/>
          <a:lstStyle>
            <a:lvl1pPr>
              <a:lnSpc>
                <a:spcPct val="100000"/>
              </a:lnSpc>
              <a:defRPr sz="3198">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2555" y="192024"/>
            <a:ext cx="2477765" cy="570706"/>
          </a:xfrm>
        </p:spPr>
        <p:txBody>
          <a:bodyPr/>
          <a:lstStyle>
            <a:lvl1pPr>
              <a:lnSpc>
                <a:spcPct val="100000"/>
              </a:lnSpc>
              <a:spcBef>
                <a:spcPts val="0"/>
              </a:spcBef>
              <a:defRPr sz="3198">
                <a:solidFill>
                  <a:schemeClr val="tx2"/>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400" b="0" i="0">
                <a:solidFill>
                  <a:schemeClr val="tx1"/>
                </a:solidFill>
                <a:latin typeface="IBM Plex Sans Light" panose="020B0403050203000203" pitchFamily="34" charset="0"/>
              </a:defRPr>
            </a:lvl1pPr>
            <a:lvl2pPr marL="127964" indent="-127964">
              <a:spcBef>
                <a:spcPts val="0"/>
              </a:spcBef>
              <a:defRPr sz="1400" b="0" i="0">
                <a:solidFill>
                  <a:schemeClr val="tx1"/>
                </a:solidFill>
                <a:latin typeface="IBM Plex Sans Light" panose="020B0403050203000203" pitchFamily="34" charset="0"/>
              </a:defRPr>
            </a:lvl2pPr>
            <a:lvl3pPr marL="255930" indent="-127964">
              <a:spcBef>
                <a:spcPts val="0"/>
              </a:spcBef>
              <a:defRPr sz="1400" b="0" i="0">
                <a:solidFill>
                  <a:schemeClr val="tx1"/>
                </a:solidFill>
                <a:latin typeface="IBM Plex Sans Light" panose="020B0403050203000203" pitchFamily="34" charset="0"/>
              </a:defRPr>
            </a:lvl3pPr>
            <a:lvl4pPr marL="383894" indent="-127964">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20" y="1714500"/>
            <a:ext cx="5047593" cy="4286250"/>
          </a:xfrm>
        </p:spPr>
        <p:txBody>
          <a:bodyPr/>
          <a:lstStyle>
            <a:lvl1pPr>
              <a:spcBef>
                <a:spcPts val="0"/>
              </a:spcBef>
              <a:defRPr sz="1400" b="0" i="0">
                <a:solidFill>
                  <a:schemeClr val="tx1"/>
                </a:solidFill>
                <a:latin typeface="IBM Plex Sans Light" panose="020B0403050203000203" pitchFamily="34" charset="0"/>
              </a:defRPr>
            </a:lvl1pPr>
            <a:lvl2pPr marL="127964" indent="-127964">
              <a:spcBef>
                <a:spcPts val="0"/>
              </a:spcBef>
              <a:defRPr sz="1400" b="0" i="0">
                <a:solidFill>
                  <a:schemeClr val="tx1"/>
                </a:solidFill>
                <a:latin typeface="IBM Plex Sans Light" panose="020B0403050203000203" pitchFamily="34" charset="0"/>
              </a:defRPr>
            </a:lvl2pPr>
            <a:lvl3pPr marL="255930" indent="-127964">
              <a:spcBef>
                <a:spcPts val="0"/>
              </a:spcBef>
              <a:defRPr sz="1400" b="0" i="0">
                <a:solidFill>
                  <a:schemeClr val="tx1"/>
                </a:solidFill>
                <a:latin typeface="IBM Plex Sans Light" panose="020B0403050203000203" pitchFamily="34" charset="0"/>
              </a:defRPr>
            </a:lvl3pPr>
            <a:lvl4pPr marL="383894" indent="-127964">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endParaRPr lang="en-US"/>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05189484"/>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287999" y="288036"/>
            <a:ext cx="3711980" cy="95329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287999" y="1714500"/>
            <a:ext cx="5049180" cy="42862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6380920" y="1714500"/>
            <a:ext cx="5047593" cy="42862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83412352"/>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9" y="192024"/>
            <a:ext cx="5522193" cy="2286794"/>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0919" y="288036"/>
            <a:ext cx="2476178" cy="57157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28522" y="288036"/>
            <a:ext cx="2476178" cy="57157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109922517"/>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98" y="288036"/>
            <a:ext cx="2476178" cy="2286794"/>
          </a:xfrm>
        </p:spPr>
        <p:txBody>
          <a:bodyPr/>
          <a:lstStyle>
            <a:lvl1pPr>
              <a:lnSpc>
                <a:spcPct val="100000"/>
              </a:lnSpc>
              <a:defRPr sz="1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0919" y="284957"/>
            <a:ext cx="2476178" cy="57157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28522" y="284957"/>
            <a:ext cx="2476178" cy="57157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44466555"/>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8000" y="192024"/>
            <a:ext cx="5519019" cy="2286794"/>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08046754"/>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98" y="288036"/>
            <a:ext cx="2474591" cy="2286794"/>
          </a:xfrm>
        </p:spPr>
        <p:txBody>
          <a:bodyPr rIns="0"/>
          <a:lstStyle>
            <a:lvl1pPr>
              <a:lnSpc>
                <a:spcPct val="100000"/>
              </a:lnSpc>
              <a:defRPr sz="14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0919" y="288036"/>
            <a:ext cx="2476178"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0919"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762794"/>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1697" y="1714500"/>
            <a:ext cx="2476178" cy="4286250"/>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04" indent="-91404">
              <a:lnSpc>
                <a:spcPct val="110000"/>
              </a:lnSpc>
              <a:spcBef>
                <a:spcPts val="0"/>
              </a:spcBef>
              <a:defRPr sz="1000" b="0" i="0">
                <a:solidFill>
                  <a:schemeClr val="tx1"/>
                </a:solidFill>
                <a:latin typeface="IBM Plex Sans" panose="020B0503050203000203" pitchFamily="34" charset="0"/>
              </a:defRPr>
            </a:lvl2pPr>
            <a:lvl3pPr marL="182806" indent="-91404">
              <a:lnSpc>
                <a:spcPct val="110000"/>
              </a:lnSpc>
              <a:spcBef>
                <a:spcPts val="0"/>
              </a:spcBef>
              <a:defRPr sz="1000" b="0" i="0">
                <a:solidFill>
                  <a:schemeClr val="tx1"/>
                </a:solidFill>
                <a:latin typeface="IBM Plex Sans" panose="020B0503050203000203" pitchFamily="34" charset="0"/>
              </a:defRPr>
            </a:lvl3pPr>
            <a:lvl4pPr marL="274210" indent="-91404">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07644397"/>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192025"/>
            <a:ext cx="2474590" cy="570707"/>
          </a:xfrm>
        </p:spPr>
        <p:txBody>
          <a:bodyPr/>
          <a:lstStyle>
            <a:lvl1pPr>
              <a:lnSpc>
                <a:spcPct val="100000"/>
              </a:lnSpc>
              <a:defRPr sz="3198">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3" y="192024"/>
            <a:ext cx="2477765" cy="570706"/>
          </a:xfrm>
        </p:spPr>
        <p:txBody>
          <a:bodyPr/>
          <a:lstStyle>
            <a:lvl1pPr>
              <a:lnSpc>
                <a:spcPct val="100000"/>
              </a:lnSpc>
              <a:spcBef>
                <a:spcPts val="0"/>
              </a:spcBef>
              <a:defRPr sz="3198">
                <a:solidFill>
                  <a:schemeClr val="tx2"/>
                </a:solidFill>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400" b="0" i="0">
                <a:solidFill>
                  <a:schemeClr val="tx1"/>
                </a:solidFill>
                <a:latin typeface="IBM Plex Sans Light" panose="020B0403050203000203" pitchFamily="34" charset="0"/>
              </a:defRPr>
            </a:lvl1pPr>
            <a:lvl2pPr marL="127964" indent="-127964">
              <a:spcBef>
                <a:spcPts val="0"/>
              </a:spcBef>
              <a:defRPr sz="1400" b="0" i="0">
                <a:solidFill>
                  <a:schemeClr val="tx1"/>
                </a:solidFill>
                <a:latin typeface="IBM Plex Sans Light" panose="020B0403050203000203" pitchFamily="34" charset="0"/>
              </a:defRPr>
            </a:lvl2pPr>
            <a:lvl3pPr marL="255930" indent="-127964">
              <a:spcBef>
                <a:spcPts val="0"/>
              </a:spcBef>
              <a:defRPr sz="1400" b="0" i="0">
                <a:solidFill>
                  <a:schemeClr val="tx1"/>
                </a:solidFill>
                <a:latin typeface="IBM Plex Sans Light" panose="020B0403050203000203" pitchFamily="34" charset="0"/>
              </a:defRPr>
            </a:lvl3pPr>
            <a:lvl4pPr marL="383894" indent="-127964">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3" name="Straight Connector 12" descr="Vertical column divider">
            <a:extLst>
              <a:ext uri="{FF2B5EF4-FFF2-40B4-BE49-F238E27FC236}">
                <a16:creationId xmlns:a16="http://schemas.microsoft.com/office/drawing/2014/main" id="{202744BD-C7A4-D538-2E19-AA279C025A21}"/>
              </a:ext>
            </a:extLst>
          </p:cNvPr>
          <p:cNvCxnSpPr/>
          <p:nvPr userDrawn="1"/>
        </p:nvCxnSpPr>
        <p:spPr bwMode="auto">
          <a:xfrm>
            <a:off x="609368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6380920" y="288037"/>
            <a:ext cx="607997" cy="607231"/>
          </a:xfrm>
        </p:spPr>
        <p:txBody>
          <a:bodyPr anchor="ctr"/>
          <a:lstStyle>
            <a:lvl1pPr algn="ctr">
              <a:defRPr sz="8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2988"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ADCE883F-3781-7F7E-8236-8BB5CEBAD77C}"/>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9428523" y="288036"/>
            <a:ext cx="608843" cy="608076"/>
          </a:xfrm>
        </p:spPr>
        <p:txBody>
          <a:bodyPr anchor="ctr"/>
          <a:lstStyle>
            <a:lvl1pPr algn="ctr">
              <a:defRPr sz="8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30591"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endParaRPr lang="en-US"/>
          </a:p>
        </p:txBody>
      </p: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603964023"/>
      </p:ext>
    </p:extLst>
  </p:cSld>
  <p:clrMapOvr>
    <a:masterClrMapping/>
  </p:clrMapOvr>
  <p:transition spd="med"/>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87998" y="288036"/>
            <a:ext cx="607997" cy="608076"/>
          </a:xfrm>
        </p:spPr>
        <p:txBody>
          <a:bodyPr anchor="ctr"/>
          <a:lstStyle>
            <a:lvl1pPr algn="ctr">
              <a:defRPr sz="8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287999" y="1239012"/>
            <a:ext cx="3334903" cy="1524000"/>
          </a:xfrm>
        </p:spPr>
        <p:txBody>
          <a:bodyPr/>
          <a:lstStyle>
            <a:lvl1pPr>
              <a:lnSpc>
                <a:spcPct val="100000"/>
              </a:lnSpc>
              <a:spcBef>
                <a:spcPts val="0"/>
              </a:spcBef>
              <a:defRPr sz="2200">
                <a:solidFill>
                  <a:schemeClr val="tx1"/>
                </a:solidFill>
              </a:defRPr>
            </a:lvl1pPr>
            <a:lvl2pPr marL="201088" indent="-201088">
              <a:lnSpc>
                <a:spcPct val="100000"/>
              </a:lnSpc>
              <a:spcBef>
                <a:spcPts val="0"/>
              </a:spcBef>
              <a:defRPr sz="2200">
                <a:solidFill>
                  <a:schemeClr val="tx1"/>
                </a:solidFill>
              </a:defRPr>
            </a:lvl2pPr>
            <a:lvl3pPr marL="402176" indent="-201088">
              <a:lnSpc>
                <a:spcPct val="100000"/>
              </a:lnSpc>
              <a:spcBef>
                <a:spcPts val="0"/>
              </a:spcBef>
              <a:defRPr sz="2200">
                <a:solidFill>
                  <a:schemeClr val="tx1"/>
                </a:solidFill>
              </a:defRPr>
            </a:lvl3pPr>
            <a:lvl4pPr marL="557560" indent="-20108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00A530A6-2F26-DA70-D0D9-6DD90453CEC1}"/>
              </a:ext>
              <a:ext uri="{C183D7F6-B498-43B3-948B-1728B52AA6E4}">
                <adec:decorative xmlns:adec="http://schemas.microsoft.com/office/drawing/2017/decorative" val="0"/>
              </a:ext>
            </a:extLst>
          </p:cNvPr>
          <p:cNvCxnSpPr/>
          <p:nvPr userDrawn="1"/>
        </p:nvCxnSpPr>
        <p:spPr bwMode="auto">
          <a:xfrm>
            <a:off x="6095206"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0920" y="288036"/>
            <a:ext cx="607997" cy="608076"/>
          </a:xfrm>
        </p:spPr>
        <p:txBody>
          <a:bodyPr anchor="ctr"/>
          <a:lstStyle>
            <a:lvl1pPr algn="ctr">
              <a:defRPr sz="8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6380919" y="1238250"/>
            <a:ext cx="3333316" cy="1524000"/>
          </a:xfrm>
        </p:spPr>
        <p:txBody>
          <a:bodyPr/>
          <a:lstStyle>
            <a:lvl1pPr>
              <a:lnSpc>
                <a:spcPct val="100000"/>
              </a:lnSpc>
              <a:spcBef>
                <a:spcPts val="0"/>
              </a:spcBef>
              <a:defRPr sz="2200">
                <a:solidFill>
                  <a:schemeClr val="tx1"/>
                </a:solidFill>
              </a:defRPr>
            </a:lvl1pPr>
            <a:lvl2pPr marL="201088" indent="-201088">
              <a:lnSpc>
                <a:spcPct val="100000"/>
              </a:lnSpc>
              <a:spcBef>
                <a:spcPts val="0"/>
              </a:spcBef>
              <a:defRPr sz="2200">
                <a:solidFill>
                  <a:schemeClr val="tx1"/>
                </a:solidFill>
              </a:defRPr>
            </a:lvl2pPr>
            <a:lvl3pPr marL="402176" indent="-201088">
              <a:lnSpc>
                <a:spcPct val="100000"/>
              </a:lnSpc>
              <a:spcBef>
                <a:spcPts val="0"/>
              </a:spcBef>
              <a:defRPr sz="2200">
                <a:solidFill>
                  <a:schemeClr val="tx1"/>
                </a:solidFill>
              </a:defRPr>
            </a:lvl3pPr>
            <a:lvl4pPr marL="557560" indent="-20108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p:nvPr userDrawn="1"/>
        </p:nvCxnSpPr>
        <p:spPr bwMode="auto">
          <a:xfrm>
            <a:off x="284126"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87998" y="3236976"/>
            <a:ext cx="607997" cy="608076"/>
          </a:xfrm>
        </p:spPr>
        <p:txBody>
          <a:bodyPr anchor="ctr"/>
          <a:lstStyle>
            <a:lvl1pPr algn="ctr">
              <a:defRPr sz="8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287998" y="4192524"/>
            <a:ext cx="3334904" cy="1524000"/>
          </a:xfrm>
        </p:spPr>
        <p:txBody>
          <a:bodyPr/>
          <a:lstStyle>
            <a:lvl1pPr>
              <a:lnSpc>
                <a:spcPct val="100000"/>
              </a:lnSpc>
              <a:spcBef>
                <a:spcPts val="0"/>
              </a:spcBef>
              <a:defRPr sz="2200">
                <a:solidFill>
                  <a:schemeClr val="tx1"/>
                </a:solidFill>
              </a:defRPr>
            </a:lvl1pPr>
            <a:lvl2pPr marL="201088" indent="-201088">
              <a:lnSpc>
                <a:spcPct val="100000"/>
              </a:lnSpc>
              <a:spcBef>
                <a:spcPts val="0"/>
              </a:spcBef>
              <a:defRPr sz="2200">
                <a:solidFill>
                  <a:schemeClr val="tx1"/>
                </a:solidFill>
              </a:defRPr>
            </a:lvl2pPr>
            <a:lvl3pPr marL="402176" indent="-201088">
              <a:lnSpc>
                <a:spcPct val="100000"/>
              </a:lnSpc>
              <a:spcBef>
                <a:spcPts val="0"/>
              </a:spcBef>
              <a:defRPr sz="2200">
                <a:solidFill>
                  <a:schemeClr val="tx1"/>
                </a:solidFill>
              </a:defRPr>
            </a:lvl3pPr>
            <a:lvl4pPr marL="557560" indent="-20108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0920" y="3238500"/>
            <a:ext cx="607997" cy="608076"/>
          </a:xfrm>
        </p:spPr>
        <p:txBody>
          <a:bodyPr anchor="ctr"/>
          <a:lstStyle>
            <a:lvl1pPr algn="ctr">
              <a:defRPr sz="8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6380920" y="4191000"/>
            <a:ext cx="3333316" cy="1524000"/>
          </a:xfrm>
        </p:spPr>
        <p:txBody>
          <a:bodyPr/>
          <a:lstStyle>
            <a:lvl1pPr>
              <a:lnSpc>
                <a:spcPct val="100000"/>
              </a:lnSpc>
              <a:spcBef>
                <a:spcPts val="0"/>
              </a:spcBef>
              <a:defRPr sz="2200">
                <a:solidFill>
                  <a:schemeClr val="tx1"/>
                </a:solidFill>
              </a:defRPr>
            </a:lvl1pPr>
            <a:lvl2pPr marL="201088" indent="-201088">
              <a:lnSpc>
                <a:spcPct val="100000"/>
              </a:lnSpc>
              <a:spcBef>
                <a:spcPts val="0"/>
              </a:spcBef>
              <a:defRPr sz="2200">
                <a:solidFill>
                  <a:schemeClr val="tx1"/>
                </a:solidFill>
              </a:defRPr>
            </a:lvl2pPr>
            <a:lvl3pPr marL="402176" indent="-201088">
              <a:lnSpc>
                <a:spcPct val="100000"/>
              </a:lnSpc>
              <a:spcBef>
                <a:spcPts val="0"/>
              </a:spcBef>
              <a:defRPr sz="2200">
                <a:solidFill>
                  <a:schemeClr val="tx1"/>
                </a:solidFill>
              </a:defRPr>
            </a:lvl3pPr>
            <a:lvl4pPr marL="557560" indent="-201088">
              <a:lnSpc>
                <a:spcPct val="100000"/>
              </a:lnSpc>
              <a:spcBef>
                <a:spcPts val="0"/>
              </a:spcBef>
              <a:defRPr sz="22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endParaRPr lang="en-US"/>
          </a:p>
        </p:txBody>
      </p: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31118115"/>
      </p:ext>
    </p:extLst>
  </p:cSld>
  <p:clrMapOvr>
    <a:masterClrMapping/>
  </p:clrMapOvr>
  <p:transition spd="med"/>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8000" y="288036"/>
            <a:ext cx="2477765" cy="570706"/>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8" y="841248"/>
            <a:ext cx="2857128" cy="1138428"/>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1681"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35404726"/>
      </p:ext>
    </p:extLst>
  </p:cSld>
  <p:clrMapOvr>
    <a:masterClrMapping/>
  </p:clrMapOvr>
  <p:transition spd="med"/>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8000" y="288036"/>
            <a:ext cx="2477765" cy="224028"/>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8000" y="763524"/>
            <a:ext cx="5521401" cy="1138428"/>
          </a:xfrm>
        </p:spPr>
        <p:txBody>
          <a:bodyPr rIns="457200"/>
          <a:lstStyle>
            <a:lvl1pPr>
              <a:lnSpc>
                <a:spcPct val="110000"/>
              </a:lnSpc>
              <a:defRPr sz="3198">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4957"/>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4957"/>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5306614"/>
      </p:ext>
    </p:extLst>
  </p:cSld>
  <p:clrMapOvr>
    <a:masterClrMapping/>
  </p:clrMapOvr>
  <p:transition spd="med"/>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8000" y="288036"/>
            <a:ext cx="2477765" cy="2286794"/>
          </a:xfrm>
        </p:spPr>
        <p:txBody>
          <a:bodyPr/>
          <a:lstStyle>
            <a:lvl1pPr>
              <a:lnSpc>
                <a:spcPct val="100000"/>
              </a:lnSpc>
              <a:defRPr sz="1400">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28417"/>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7" y="3333751"/>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3751"/>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3751"/>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32198148"/>
      </p:ext>
    </p:extLst>
  </p:cSld>
  <p:clrMapOvr>
    <a:masterClrMapping/>
  </p:clrMapOvr>
  <p:transition spd="med"/>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8000" y="192024"/>
            <a:ext cx="5524575" cy="2286794"/>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28417"/>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4362" y="3333751"/>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3751"/>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3751"/>
            <a:ext cx="2474590" cy="2672459"/>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53249070"/>
      </p:ext>
    </p:extLst>
  </p:cSld>
  <p:clrMapOvr>
    <a:masterClrMapping/>
  </p:clrMapOvr>
  <p:transition spd="med"/>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2286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3332554"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6"/>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6"/>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3334141"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64" indent="-127964">
              <a:lnSpc>
                <a:spcPct val="110000"/>
              </a:lnSpc>
              <a:spcBef>
                <a:spcPts val="0"/>
              </a:spcBef>
              <a:defRPr sz="1400" b="0" i="0">
                <a:solidFill>
                  <a:schemeClr val="tx1"/>
                </a:solidFill>
                <a:latin typeface="IBM Plex Sans Light" panose="020B0403050203000203" pitchFamily="34" charset="0"/>
              </a:defRPr>
            </a:lvl2pPr>
            <a:lvl3pPr marL="255930" indent="-127964">
              <a:lnSpc>
                <a:spcPct val="110000"/>
              </a:lnSpc>
              <a:spcBef>
                <a:spcPts val="0"/>
              </a:spcBef>
              <a:defRPr sz="1400" b="0" i="0">
                <a:solidFill>
                  <a:schemeClr val="tx1"/>
                </a:solidFill>
                <a:latin typeface="IBM Plex Sans Light" panose="020B0403050203000203" pitchFamily="34" charset="0"/>
              </a:defRPr>
            </a:lvl3pPr>
            <a:lvl4pPr marL="383894" indent="-127964">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endParaRPr lang="en-US"/>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45175379"/>
      </p:ext>
    </p:extLst>
  </p:cSld>
  <p:clrMapOvr>
    <a:masterClrMapping/>
  </p:clrMapOvr>
  <p:transition spd="med"/>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287999" y="288036"/>
            <a:ext cx="2474590" cy="1429544"/>
          </a:xfrm>
        </p:spPr>
        <p:txBody>
          <a:bodyPr/>
          <a:lstStyle>
            <a:lvl1pPr>
              <a:lnSpc>
                <a:spcPct val="110000"/>
              </a:lnSpc>
              <a:defRPr sz="1400">
                <a:solidFill>
                  <a:schemeClr val="tx2"/>
                </a:solidFill>
              </a:defRPr>
            </a:lvl1pPr>
          </a:lstStyle>
          <a:p>
            <a:r>
              <a:rPr lang="en-US"/>
              <a:t>Click to edit Master title style</a:t>
            </a:r>
            <a:endParaRPr lang="en-US" dirty="0"/>
          </a:p>
        </p:txBody>
      </p:sp>
      <p:cxnSp>
        <p:nvCxnSpPr>
          <p:cNvPr id="24" name="Straight Connector 23" descr="Vertical column divider">
            <a:extLst>
              <a:ext uri="{FF2B5EF4-FFF2-40B4-BE49-F238E27FC236}">
                <a16:creationId xmlns:a16="http://schemas.microsoft.com/office/drawing/2014/main" id="{B5CBE6E3-0E18-8A57-578D-D314948AF14F}"/>
              </a:ext>
              <a:ext uri="{C183D7F6-B498-43B3-948B-1728B52AA6E4}">
                <adec:decorative xmlns:adec="http://schemas.microsoft.com/office/drawing/2017/decorative" val="0"/>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3333316" y="288037"/>
            <a:ext cx="201142" cy="201613"/>
          </a:xfrm>
        </p:spPr>
        <p:txBody>
          <a:bodyPr/>
          <a:lstStyle>
            <a:lvl1pPr>
              <a:defRPr sz="7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3333316" y="666750"/>
            <a:ext cx="2475384" cy="190500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8" name="Straight Connector 27" descr="Vertical column divider">
            <a:extLst>
              <a:ext uri="{FF2B5EF4-FFF2-40B4-BE49-F238E27FC236}">
                <a16:creationId xmlns:a16="http://schemas.microsoft.com/office/drawing/2014/main" id="{52FF3B59-8BBA-8C99-9D4D-743723E434FC}"/>
              </a:ext>
              <a:ext uri="{C183D7F6-B498-43B3-948B-1728B52AA6E4}">
                <adec:decorative xmlns:adec="http://schemas.microsoft.com/office/drawing/2017/decorative" val="0"/>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6380920" y="288037"/>
            <a:ext cx="201142" cy="201613"/>
          </a:xfrm>
        </p:spPr>
        <p:txBody>
          <a:bodyPr/>
          <a:lstStyle>
            <a:lvl1pPr>
              <a:defRPr sz="7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6380919" y="666750"/>
            <a:ext cx="2476178" cy="190500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7" name="Straight Connector 26" descr="Vertical column divider">
            <a:extLst>
              <a:ext uri="{FF2B5EF4-FFF2-40B4-BE49-F238E27FC236}">
                <a16:creationId xmlns:a16="http://schemas.microsoft.com/office/drawing/2014/main" id="{47200B05-7E36-4E03-3739-0BA983764616}"/>
              </a:ext>
              <a:ext uri="{C183D7F6-B498-43B3-948B-1728B52AA6E4}">
                <adec:decorative xmlns:adec="http://schemas.microsoft.com/office/drawing/2017/decorative" val="0"/>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9428523" y="288037"/>
            <a:ext cx="201142" cy="201613"/>
          </a:xfrm>
        </p:spPr>
        <p:txBody>
          <a:bodyPr/>
          <a:lstStyle>
            <a:lvl1pPr>
              <a:defRPr sz="7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9428523" y="666750"/>
            <a:ext cx="2476178" cy="190500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3047604"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3333316" y="3347315"/>
            <a:ext cx="201142" cy="201613"/>
          </a:xfrm>
        </p:spPr>
        <p:txBody>
          <a:bodyPr/>
          <a:lstStyle>
            <a:lvl1pPr>
              <a:defRPr sz="7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3333316" y="3714750"/>
            <a:ext cx="2475384" cy="190500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6380920" y="3347315"/>
            <a:ext cx="201142" cy="201613"/>
          </a:xfrm>
        </p:spPr>
        <p:txBody>
          <a:bodyPr/>
          <a:lstStyle>
            <a:lvl1pPr>
              <a:defRPr sz="7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6380920" y="3714751"/>
            <a:ext cx="2475384" cy="1896341"/>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9428523" y="3347315"/>
            <a:ext cx="201142" cy="201613"/>
          </a:xfrm>
        </p:spPr>
        <p:txBody>
          <a:bodyPr/>
          <a:lstStyle>
            <a:lvl1pPr>
              <a:defRPr sz="7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9428523" y="3714750"/>
            <a:ext cx="2476178" cy="1905000"/>
          </a:xfrm>
        </p:spPr>
        <p:txBody>
          <a:bodyPr/>
          <a:lstStyle>
            <a:lvl1pPr>
              <a:lnSpc>
                <a:spcPct val="110000"/>
              </a:lnSpc>
              <a:spcBef>
                <a:spcPts val="0"/>
              </a:spcBef>
              <a:defRPr sz="1200">
                <a:solidFill>
                  <a:schemeClr val="tx1"/>
                </a:solidFill>
              </a:defRPr>
            </a:lvl1pPr>
            <a:lvl2pPr marL="109684" indent="-109684">
              <a:lnSpc>
                <a:spcPct val="110000"/>
              </a:lnSpc>
              <a:spcBef>
                <a:spcPts val="0"/>
              </a:spcBef>
              <a:defRPr sz="1200">
                <a:solidFill>
                  <a:schemeClr val="tx1"/>
                </a:solidFill>
              </a:defRPr>
            </a:lvl2pPr>
            <a:lvl3pPr marL="219368" indent="-109684">
              <a:lnSpc>
                <a:spcPct val="110000"/>
              </a:lnSpc>
              <a:spcBef>
                <a:spcPts val="0"/>
              </a:spcBef>
              <a:defRPr sz="1200">
                <a:solidFill>
                  <a:schemeClr val="tx1"/>
                </a:solidFill>
              </a:defRPr>
            </a:lvl3pPr>
            <a:lvl4pPr marL="329052" indent="-109684">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endParaRPr lang="en-US"/>
          </a:p>
        </p:txBody>
      </p: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78118295"/>
      </p:ext>
    </p:extLst>
  </p:cSld>
  <p:clrMapOvr>
    <a:masterClrMapping/>
  </p:clrMapOvr>
  <p:transition spd="med"/>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8000" y="192025"/>
            <a:ext cx="5519019" cy="1706563"/>
          </a:xfrm>
        </p:spPr>
        <p:txBody>
          <a:bodyPr rIns="457200"/>
          <a:lstStyle>
            <a:lvl1pPr>
              <a:lnSpc>
                <a:spcPct val="100000"/>
              </a:lnSpc>
              <a:defRPr sz="3198">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0919" y="288036"/>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287998" y="3332988"/>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3333316"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6380919"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9430109"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692658980"/>
      </p:ext>
    </p:extLst>
  </p:cSld>
  <p:clrMapOvr>
    <a:masterClrMapping/>
  </p:clrMapOvr>
  <p:transition spd="med"/>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99" y="288037"/>
            <a:ext cx="2474590" cy="1706563"/>
          </a:xfrm>
        </p:spPr>
        <p:txBody>
          <a:bodyPr rIns="0"/>
          <a:lstStyle>
            <a:lvl1pPr>
              <a:lnSpc>
                <a:spcPct val="110000"/>
              </a:lnSpc>
              <a:defRPr sz="1800">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0919" y="288036"/>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290042"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3333316"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6380919"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9430109" y="3333750"/>
            <a:ext cx="2476178" cy="2477294"/>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22065910"/>
      </p:ext>
    </p:extLst>
  </p:cSld>
  <p:clrMapOvr>
    <a:masterClrMapping/>
  </p:clrMapOvr>
  <p:transition spd="med"/>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8000" y="1714500"/>
            <a:ext cx="2477765" cy="4286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3333316" y="1714500"/>
            <a:ext cx="2475384" cy="4286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20" y="284956"/>
            <a:ext cx="5523781" cy="6287294"/>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2503608171"/>
      </p:ext>
    </p:extLst>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8000" y="1714500"/>
            <a:ext cx="2477765" cy="4286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4" y="0"/>
            <a:ext cx="9144397" cy="6858000"/>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70048" y="6452315"/>
            <a:ext cx="134652" cy="12311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524388160"/>
      </p:ext>
    </p:extLst>
  </p:cSld>
  <p:clrMapOvr>
    <a:masterClrMapping/>
  </p:clrMapOvr>
  <p:transition spd="med"/>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8000" y="1714500"/>
            <a:ext cx="2477765" cy="4286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7" y="282575"/>
            <a:ext cx="8574559" cy="6289675"/>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a:p>
        </p:txBody>
      </p:sp>
    </p:spTree>
    <p:extLst>
      <p:ext uri="{BB962C8B-B14F-4D97-AF65-F5344CB8AC3E}">
        <p14:creationId xmlns:p14="http://schemas.microsoft.com/office/powerpoint/2010/main" val="2272127219"/>
      </p:ext>
    </p:extLst>
  </p:cSld>
  <p:clrMapOvr>
    <a:masterClrMapping/>
  </p:clrMapOvr>
  <p:transition spd="med"/>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solidFill>
            <a:srgbClr val="E0E0E0"/>
          </a:solidFill>
        </p:spPr>
        <p:txBody>
          <a:bodyPr anchor="ctr"/>
          <a:lstStyle>
            <a:lvl1pPr algn="ctr">
              <a:defRPr>
                <a:solidFill>
                  <a:schemeClr val="accent5"/>
                </a:solidFill>
              </a:defRPr>
            </a:lvl1pPr>
          </a:lstStyle>
          <a:p>
            <a:r>
              <a:rPr lang="en-US"/>
              <a:t>Place imagery here</a:t>
            </a:r>
          </a:p>
        </p:txBody>
      </p:sp>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11770048" y="6452315"/>
            <a:ext cx="134652" cy="12311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318021941"/>
      </p:ext>
    </p:extLst>
  </p:cSld>
  <p:clrMapOvr>
    <a:masterClrMapping/>
  </p:clrMapOvr>
  <p:transition spd="med"/>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284126" y="284957"/>
            <a:ext cx="11620574" cy="6290468"/>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730311400"/>
      </p:ext>
    </p:extLst>
  </p:cSld>
  <p:clrMapOvr>
    <a:masterClrMapping/>
  </p:clrMapOvr>
  <p:transition spd="med"/>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17" name="Picture Placeholder 7" descr="Place bio portrait here">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287999" y="1333500"/>
            <a:ext cx="1236501" cy="1238250"/>
          </a:xfr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1714278" y="1333500"/>
            <a:ext cx="2853953" cy="1238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descr="Place bio portrait here">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287999" y="3060700"/>
            <a:ext cx="1236501" cy="1238250"/>
          </a:xfrm>
          <a:solidFill>
            <a:srgbClr val="E0E0E0"/>
          </a:solidFill>
        </p:spPr>
        <p:txBody>
          <a:bodyPr anchor="ctr"/>
          <a:lstStyle>
            <a:lvl1pPr marL="0" marR="0" indent="0" algn="ctr" defTabSz="12187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7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1714278" y="3060700"/>
            <a:ext cx="2853953" cy="1238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descr="Place bio portrait here">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287999" y="4762500"/>
            <a:ext cx="1236501" cy="1238250"/>
          </a:xfrm>
          <a:solidFill>
            <a:srgbClr val="E0E0E0"/>
          </a:solidFill>
        </p:spPr>
        <p:txBody>
          <a:bodyPr anchor="ctr"/>
          <a:lstStyle>
            <a:lvl1pPr marL="0" marR="0" indent="0" algn="ctr" defTabSz="12187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7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1714278" y="4762501"/>
            <a:ext cx="2853953" cy="1238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descr="Place bio portrait here">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6377746" y="1333500"/>
            <a:ext cx="1236501" cy="1238250"/>
          </a:xfrm>
          <a:solidFill>
            <a:srgbClr val="E0E0E0"/>
          </a:solidFill>
        </p:spPr>
        <p:txBody>
          <a:bodyPr anchor="ctr"/>
          <a:lstStyle>
            <a:lvl1pPr marL="0" marR="0" indent="0" algn="ctr" defTabSz="12187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7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7807897" y="1333500"/>
            <a:ext cx="2853953" cy="1238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descr="Place bio portrait here">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6377746" y="3060700"/>
            <a:ext cx="1236501" cy="1238250"/>
          </a:xfrm>
          <a:solidFill>
            <a:srgbClr val="E0E0E0"/>
          </a:solidFill>
        </p:spPr>
        <p:txBody>
          <a:bodyPr anchor="ctr"/>
          <a:lstStyle>
            <a:lvl1pPr marL="0" marR="0" indent="0" algn="ctr" defTabSz="12187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7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7807897" y="3060700"/>
            <a:ext cx="2853953" cy="1238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descr="Place bio portrait here">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6377746" y="4762500"/>
            <a:ext cx="1236501" cy="1238250"/>
          </a:xfrm>
          <a:solidFill>
            <a:srgbClr val="E0E0E0"/>
          </a:solidFill>
        </p:spPr>
        <p:txBody>
          <a:bodyPr anchor="ctr"/>
          <a:lstStyle>
            <a:lvl1pPr marL="0" marR="0" indent="0" algn="ctr" defTabSz="12187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7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7807897" y="4762501"/>
            <a:ext cx="2853953" cy="1238250"/>
          </a:xfrm>
        </p:spPr>
        <p:txBody>
          <a:bodyPr/>
          <a:lstStyle>
            <a:lvl1pPr>
              <a:lnSpc>
                <a:spcPct val="110000"/>
              </a:lnSpc>
              <a:spcBef>
                <a:spcPts val="0"/>
              </a:spcBef>
              <a:defRPr sz="1400">
                <a:solidFill>
                  <a:schemeClr val="tx1"/>
                </a:solidFill>
              </a:defRPr>
            </a:lvl1pPr>
            <a:lvl2pPr marL="127964" indent="-127964">
              <a:lnSpc>
                <a:spcPct val="110000"/>
              </a:lnSpc>
              <a:spcBef>
                <a:spcPts val="0"/>
              </a:spcBef>
              <a:defRPr sz="1400">
                <a:solidFill>
                  <a:schemeClr val="tx1"/>
                </a:solidFill>
              </a:defRPr>
            </a:lvl2pPr>
            <a:lvl3pPr marL="255930" indent="-127964">
              <a:lnSpc>
                <a:spcPct val="110000"/>
              </a:lnSpc>
              <a:spcBef>
                <a:spcPts val="0"/>
              </a:spcBef>
              <a:defRPr sz="1400">
                <a:solidFill>
                  <a:schemeClr val="tx1"/>
                </a:solidFill>
              </a:defRPr>
            </a:lvl3pPr>
            <a:lvl4pPr marL="383894" indent="-127964">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endParaRPr lang="en-US"/>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75375878"/>
      </p:ext>
    </p:extLst>
  </p:cSld>
  <p:clrMapOvr>
    <a:masterClrMapping/>
  </p:clrMapOvr>
  <p:transition spd="med"/>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2286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4957"/>
            <a:ext cx="8571384" cy="5715794"/>
          </a:xfr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endParaRPr lang="en-US"/>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96367830"/>
      </p:ext>
    </p:extLst>
  </p:cSld>
  <p:clrMapOvr>
    <a:masterClrMapping/>
  </p:clrMapOvr>
  <p:transition spd="med"/>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8000" y="192024"/>
            <a:ext cx="2477765" cy="1429544"/>
          </a:xfrm>
        </p:spPr>
        <p:txBody>
          <a:bodyPr/>
          <a:lstStyle>
            <a:lvl1pPr>
              <a:lnSpc>
                <a:spcPct val="90000"/>
              </a:lnSpc>
              <a:spcBef>
                <a:spcPts val="0"/>
              </a:spcBef>
              <a:defRPr sz="3198">
                <a:solidFill>
                  <a:schemeClr val="tx2"/>
                </a:solidFill>
              </a:defRPr>
            </a:lvl1pPr>
            <a:lvl2pPr>
              <a:lnSpc>
                <a:spcPct val="100000"/>
              </a:lnSpc>
              <a:spcBef>
                <a:spcPts val="0"/>
              </a:spcBef>
              <a:defRPr sz="3198">
                <a:solidFill>
                  <a:schemeClr val="tx1"/>
                </a:solidFill>
              </a:defRPr>
            </a:lvl2pPr>
            <a:lvl3pPr>
              <a:lnSpc>
                <a:spcPct val="100000"/>
              </a:lnSpc>
              <a:spcBef>
                <a:spcPts val="0"/>
              </a:spcBef>
              <a:defRPr sz="3198">
                <a:solidFill>
                  <a:schemeClr val="tx1"/>
                </a:solidFill>
              </a:defRPr>
            </a:lvl3pPr>
            <a:lvl4pPr>
              <a:lnSpc>
                <a:spcPct val="100000"/>
              </a:lnSpc>
              <a:spcBef>
                <a:spcPts val="0"/>
              </a:spcBef>
              <a:defRPr sz="3198">
                <a:solidFill>
                  <a:schemeClr val="tx1"/>
                </a:solidFill>
              </a:defRPr>
            </a:lvl4pPr>
            <a:lvl5pPr>
              <a:lnSpc>
                <a:spcPct val="100000"/>
              </a:lnSpc>
              <a:spcBef>
                <a:spcPts val="0"/>
              </a:spcBef>
              <a:defRPr sz="3198">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22" indent="-73122">
              <a:lnSpc>
                <a:spcPct val="120000"/>
              </a:lnSpc>
              <a:spcBef>
                <a:spcPts val="0"/>
              </a:spcBef>
              <a:defRPr sz="800" b="0" i="0">
                <a:solidFill>
                  <a:schemeClr val="tx1"/>
                </a:solidFill>
                <a:latin typeface="IBM Plex Sans" panose="020B0503050203000203" pitchFamily="34" charset="0"/>
              </a:defRPr>
            </a:lvl2pPr>
            <a:lvl3pPr marL="146246" indent="-73122">
              <a:lnSpc>
                <a:spcPct val="120000"/>
              </a:lnSpc>
              <a:spcBef>
                <a:spcPts val="0"/>
              </a:spcBef>
              <a:defRPr sz="800" b="0" i="0">
                <a:solidFill>
                  <a:schemeClr val="tx1"/>
                </a:solidFill>
                <a:latin typeface="IBM Plex Sans" panose="020B0503050203000203" pitchFamily="34" charset="0"/>
              </a:defRPr>
            </a:lvl3pPr>
            <a:lvl4pPr marL="219368" indent="-73122">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endParaRPr lang="en-US"/>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90647445"/>
      </p:ext>
    </p:extLst>
  </p:cSld>
  <p:clrMapOvr>
    <a:masterClrMapping/>
  </p:clrMapOvr>
  <p:transition spd="med"/>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352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663894823"/>
      </p:ext>
    </p:extLst>
  </p:cSld>
  <p:clrMapOvr>
    <a:masterClrMapping/>
  </p:clrMapOvr>
  <p:transition spd="med"/>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8000" y="192024"/>
            <a:ext cx="2477765" cy="1429544"/>
          </a:xfrm>
        </p:spPr>
        <p:txBody>
          <a:bodyPr/>
          <a:lstStyle>
            <a:lvl1pPr>
              <a:lnSpc>
                <a:spcPct val="90000"/>
              </a:lnSpc>
              <a:spcBef>
                <a:spcPts val="0"/>
              </a:spcBef>
              <a:defRPr sz="3198">
                <a:solidFill>
                  <a:schemeClr val="tx2"/>
                </a:solidFill>
              </a:defRPr>
            </a:lvl1pPr>
            <a:lvl2pPr>
              <a:lnSpc>
                <a:spcPct val="100000"/>
              </a:lnSpc>
              <a:spcBef>
                <a:spcPts val="0"/>
              </a:spcBef>
              <a:defRPr sz="3198">
                <a:solidFill>
                  <a:schemeClr val="tx1"/>
                </a:solidFill>
              </a:defRPr>
            </a:lvl2pPr>
            <a:lvl3pPr>
              <a:lnSpc>
                <a:spcPct val="100000"/>
              </a:lnSpc>
              <a:spcBef>
                <a:spcPts val="0"/>
              </a:spcBef>
              <a:defRPr sz="3198">
                <a:solidFill>
                  <a:schemeClr val="tx1"/>
                </a:solidFill>
              </a:defRPr>
            </a:lvl3pPr>
            <a:lvl4pPr>
              <a:lnSpc>
                <a:spcPct val="100000"/>
              </a:lnSpc>
              <a:spcBef>
                <a:spcPts val="0"/>
              </a:spcBef>
              <a:defRPr sz="3198">
                <a:solidFill>
                  <a:schemeClr val="tx1"/>
                </a:solidFill>
              </a:defRPr>
            </a:lvl4pPr>
            <a:lvl5pPr>
              <a:lnSpc>
                <a:spcPct val="100000"/>
              </a:lnSpc>
              <a:spcBef>
                <a:spcPts val="0"/>
              </a:spcBef>
              <a:defRPr sz="3198">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6380919"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22" indent="-73122">
              <a:lnSpc>
                <a:spcPct val="120000"/>
              </a:lnSpc>
              <a:spcBef>
                <a:spcPts val="0"/>
              </a:spcBef>
              <a:defRPr sz="800" b="0" i="0">
                <a:solidFill>
                  <a:schemeClr val="tx1"/>
                </a:solidFill>
                <a:latin typeface="IBM Plex Sans" panose="020B0503050203000203" pitchFamily="34" charset="0"/>
              </a:defRPr>
            </a:lvl2pPr>
            <a:lvl3pPr marL="146246" indent="-73122">
              <a:lnSpc>
                <a:spcPct val="120000"/>
              </a:lnSpc>
              <a:spcBef>
                <a:spcPts val="0"/>
              </a:spcBef>
              <a:defRPr sz="800" b="0" i="0">
                <a:solidFill>
                  <a:schemeClr val="tx1"/>
                </a:solidFill>
                <a:latin typeface="IBM Plex Sans" panose="020B0503050203000203" pitchFamily="34" charset="0"/>
              </a:defRPr>
            </a:lvl3pPr>
            <a:lvl4pPr marL="219368" indent="-73122">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4957"/>
            <a:ext cx="2476178" cy="5715794"/>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22" indent="-73122">
              <a:lnSpc>
                <a:spcPct val="120000"/>
              </a:lnSpc>
              <a:spcBef>
                <a:spcPts val="0"/>
              </a:spcBef>
              <a:defRPr sz="800" b="0" i="0">
                <a:solidFill>
                  <a:schemeClr val="tx1"/>
                </a:solidFill>
                <a:latin typeface="IBM Plex Sans" panose="020B0503050203000203" pitchFamily="34" charset="0"/>
              </a:defRPr>
            </a:lvl2pPr>
            <a:lvl3pPr marL="146246" indent="-73122">
              <a:lnSpc>
                <a:spcPct val="120000"/>
              </a:lnSpc>
              <a:spcBef>
                <a:spcPts val="0"/>
              </a:spcBef>
              <a:defRPr sz="800" b="0" i="0">
                <a:solidFill>
                  <a:schemeClr val="tx1"/>
                </a:solidFill>
                <a:latin typeface="IBM Plex Sans" panose="020B0503050203000203" pitchFamily="34" charset="0"/>
              </a:defRPr>
            </a:lvl3pPr>
            <a:lvl4pPr marL="219368" indent="-73122">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290475" y="6402388"/>
            <a:ext cx="2477765" cy="190500"/>
          </a:xfrm>
        </p:spPr>
        <p:txBody>
          <a:bodyPr/>
          <a:lstStyle/>
          <a:p>
            <a:endParaRPr lang="en-US"/>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88586450"/>
      </p:ext>
    </p:extLst>
  </p:cSld>
  <p:clrMapOvr>
    <a:masterClrMapping/>
  </p:clrMapOvr>
  <p:transition spd="med"/>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5" y="3084231"/>
            <a:ext cx="1727991" cy="689541"/>
          </a:xfrm>
          <a:prstGeom prst="rect">
            <a:avLst/>
          </a:prstGeom>
        </p:spPr>
      </p:pic>
    </p:spTree>
    <p:extLst>
      <p:ext uri="{BB962C8B-B14F-4D97-AF65-F5344CB8AC3E}">
        <p14:creationId xmlns:p14="http://schemas.microsoft.com/office/powerpoint/2010/main" val="2769354906"/>
      </p:ext>
    </p:extLst>
  </p:cSld>
  <p:clrMapOvr>
    <a:masterClrMapping/>
  </p:clrMapOvr>
  <p:transition spd="med"/>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type="tx">
  <p:cSld name="4_Text, 4 columns ">
    <p:spTree>
      <p:nvGrpSpPr>
        <p:cNvPr id="1" name=""/>
        <p:cNvGrpSpPr/>
        <p:nvPr/>
      </p:nvGrpSpPr>
      <p:grpSpPr>
        <a:xfrm>
          <a:off x="0" y="0"/>
          <a:ext cx="0" cy="0"/>
          <a:chOff x="0" y="0"/>
          <a:chExt cx="0" cy="0"/>
        </a:xfrm>
      </p:grpSpPr>
      <p:sp>
        <p:nvSpPr>
          <p:cNvPr id="185" name="幻灯片编号"/>
          <p:cNvSpPr txBox="1">
            <a:spLocks noGrp="1"/>
          </p:cNvSpPr>
          <p:nvPr>
            <p:ph type="sldNum" sz="quarter" idx="2"/>
          </p:nvPr>
        </p:nvSpPr>
        <p:spPr>
          <a:xfrm>
            <a:off x="11770814" y="6475904"/>
            <a:ext cx="135436" cy="123111"/>
          </a:xfrm>
          <a:prstGeom prst="rect">
            <a:avLst/>
          </a:prstGeom>
        </p:spPr>
        <p:txBody>
          <a:bodyPr/>
          <a:lstStyle/>
          <a:p>
            <a:fld id="{86CB4B4D-7CA3-9044-876B-883B54F8677D}" type="slidenum">
              <a:rPr/>
              <a:t>‹#›</a:t>
            </a:fld>
            <a:endParaRPr dirty="0"/>
          </a:p>
        </p:txBody>
      </p:sp>
      <p:sp>
        <p:nvSpPr>
          <p:cNvPr id="186" name="Text Placeholder 3"/>
          <p:cNvSpPr>
            <a:spLocks noGrp="1"/>
          </p:cNvSpPr>
          <p:nvPr>
            <p:ph type="body" sz="quarter" idx="21"/>
          </p:nvPr>
        </p:nvSpPr>
        <p:spPr>
          <a:xfrm>
            <a:off x="3333756" y="1714500"/>
            <a:ext cx="2475707" cy="428625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Quisque bibendum 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Efficitur scelerisque velit. Vestibulum viverra, ante ac placerat pulvinar, erat risus pellentesque urna, ac posuere nibh nulla eu mi. Fusce scelerisque ultrices eros quis dignissim. Pellentesque mollis nibh at nibh imperdiet, sed ullamcorper velit posuere. Integer et velit blandit.</a:t>
            </a:r>
          </a:p>
        </p:txBody>
      </p:sp>
      <p:sp>
        <p:nvSpPr>
          <p:cNvPr id="187" name="Text Placeholder 4"/>
          <p:cNvSpPr>
            <a:spLocks noGrp="1"/>
          </p:cNvSpPr>
          <p:nvPr>
            <p:ph type="body" sz="quarter" idx="22"/>
          </p:nvPr>
        </p:nvSpPr>
        <p:spPr>
          <a:xfrm>
            <a:off x="6381750" y="1714500"/>
            <a:ext cx="2476500" cy="428625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a:t>
            </a:r>
            <a:br/>
            <a:endParaRPr/>
          </a:p>
          <a:p>
            <a:pPr>
              <a:defRPr sz="2000">
                <a:latin typeface="+mj-lt"/>
                <a:ea typeface="+mj-ea"/>
                <a:cs typeface="+mj-cs"/>
                <a:sym typeface="IBM Plex Sans"/>
              </a:defRPr>
            </a:pPr>
            <a:r>
              <a:t>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Nulla eu mattis elit, efficitur scelerisque velit. Vestibulum viverra, ante ac placerat pulvinar, erat risus pellentesque urna, ac posuere nibh nulla eu mi. Fusce scelerisque ultrices eros quis dignissim. Pellentesque mollis nibh at nibh imperdiet, sed ullamcorper.</a:t>
            </a:r>
          </a:p>
        </p:txBody>
      </p:sp>
      <p:sp>
        <p:nvSpPr>
          <p:cNvPr id="188" name="Text Placeholder 5"/>
          <p:cNvSpPr>
            <a:spLocks noGrp="1"/>
          </p:cNvSpPr>
          <p:nvPr>
            <p:ph type="body" sz="quarter" idx="23"/>
          </p:nvPr>
        </p:nvSpPr>
        <p:spPr>
          <a:xfrm>
            <a:off x="9429756" y="1714500"/>
            <a:ext cx="2479675" cy="428625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a:t>
            </a:r>
          </a:p>
          <a:p>
            <a:pPr>
              <a:defRPr sz="2000">
                <a:latin typeface="+mj-lt"/>
                <a:ea typeface="+mj-ea"/>
                <a:cs typeface="+mj-cs"/>
                <a:sym typeface="IBM Plex Sans"/>
              </a:defRPr>
            </a:pPr>
            <a:endParaRPr/>
          </a:p>
          <a:p>
            <a:pPr>
              <a:defRPr sz="2000">
                <a:latin typeface="+mj-lt"/>
                <a:ea typeface="+mj-ea"/>
                <a:cs typeface="+mj-cs"/>
                <a:sym typeface="IBM Plex Sans"/>
              </a:defRPr>
            </a:pPr>
            <a:r>
              <a:t>Quisque bibendum 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Nulla eu mattis elit, efficitur scelerisque velit. Vestibulum viverra, ante ac placerat pulvinar, erat risus pellentesque urna, ac posuere nibh nulla eu mi. Fusce scelerisque ultrices eros quis dignissim.</a:t>
            </a:r>
          </a:p>
        </p:txBody>
      </p:sp>
      <p:sp>
        <p:nvSpPr>
          <p:cNvPr id="189" name="Title 1"/>
          <p:cNvSpPr txBox="1">
            <a:spLocks noGrp="1"/>
          </p:cNvSpPr>
          <p:nvPr>
            <p:ph type="body" sz="quarter" idx="24"/>
          </p:nvPr>
        </p:nvSpPr>
        <p:spPr>
          <a:xfrm>
            <a:off x="283470" y="284963"/>
            <a:ext cx="2474913" cy="762795"/>
          </a:xfrm>
          <a:prstGeom prst="rect">
            <a:avLst/>
          </a:prstGeom>
        </p:spPr>
        <p:txBody>
          <a:bodyPr/>
          <a:lstStyle>
            <a:lvl1pPr>
              <a:defRPr sz="1400"/>
            </a:lvl1pPr>
          </a:lstStyle>
          <a:p>
            <a:r>
              <a:t>28/36/44pt short headline, 3 lines maximum, sentence case</a:t>
            </a:r>
          </a:p>
        </p:txBody>
      </p:sp>
      <p:sp>
        <p:nvSpPr>
          <p:cNvPr id="190" name="Text Placeholder 2"/>
          <p:cNvSpPr txBox="1">
            <a:spLocks noGrp="1"/>
          </p:cNvSpPr>
          <p:nvPr>
            <p:ph type="body" sz="quarter" idx="25"/>
          </p:nvPr>
        </p:nvSpPr>
        <p:spPr>
          <a:xfrm>
            <a:off x="284169" y="1714500"/>
            <a:ext cx="2478087" cy="428625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a:t>
            </a:r>
          </a:p>
          <a:p>
            <a:pPr>
              <a:defRPr sz="2000">
                <a:latin typeface="+mj-lt"/>
                <a:ea typeface="+mj-ea"/>
                <a:cs typeface="+mj-cs"/>
                <a:sym typeface="IBM Plex Sans"/>
              </a:defRPr>
            </a:pPr>
            <a:endParaRPr/>
          </a:p>
          <a:p>
            <a:pPr>
              <a:defRPr sz="2000">
                <a:latin typeface="+mj-lt"/>
                <a:ea typeface="+mj-ea"/>
                <a:cs typeface="+mj-cs"/>
                <a:sym typeface="IBM Plex Sans"/>
              </a:defRPr>
            </a:pPr>
            <a:r>
              <a:t>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Nulla eu mattis elit, efficitur scelerisque velit. Vestibulum viverra, ante ac placerat pulvinar, erat risus pellentesque urna, ac posuere nibh nulla eu mi. Fusce scelerisque ultrices eros quis dignissim. Pellentesque mollis nibh at nibh imperdiet, sed ullamcorper.</a:t>
            </a:r>
          </a:p>
        </p:txBody>
      </p:sp>
      <p:sp>
        <p:nvSpPr>
          <p:cNvPr id="191" name="Footer Placeholder 4"/>
          <p:cNvSpPr txBox="1">
            <a:spLocks noGrp="1"/>
          </p:cNvSpPr>
          <p:nvPr>
            <p:ph type="body" sz="quarter" idx="26"/>
          </p:nvPr>
        </p:nvSpPr>
        <p:spPr>
          <a:xfrm>
            <a:off x="284168" y="6471078"/>
            <a:ext cx="4284663" cy="129876"/>
          </a:xfrm>
          <a:prstGeom prst="rect">
            <a:avLst/>
          </a:prstGeom>
        </p:spPr>
        <p:txBody>
          <a:bodyPr anchor="b">
            <a:spAutoFit/>
          </a:bodyPr>
          <a:lstStyle>
            <a:lvl1pPr defTabSz="913409">
              <a:lnSpc>
                <a:spcPct val="110000"/>
              </a:lnSpc>
              <a:defRPr sz="800">
                <a:latin typeface="+mj-lt"/>
                <a:ea typeface="+mj-ea"/>
                <a:cs typeface="+mj-cs"/>
                <a:sym typeface="IBM Plex Sans"/>
              </a:defRPr>
            </a:lvl1pPr>
          </a:lstStyle>
          <a:p>
            <a:r>
              <a:t>Footer text (optional)</a:t>
            </a:r>
          </a:p>
        </p:txBody>
      </p:sp>
    </p:spTree>
    <p:extLst>
      <p:ext uri="{BB962C8B-B14F-4D97-AF65-F5344CB8AC3E}">
        <p14:creationId xmlns:p14="http://schemas.microsoft.com/office/powerpoint/2010/main" val="3026871197"/>
      </p:ext>
    </p:extLst>
  </p:cSld>
  <p:clrMapOvr>
    <a:masterClrMapping/>
  </p:clrMapOvr>
  <p:transition spd="med"/>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3" name="Footer Placeholder"/>
          <p:cNvSpPr>
            <a:spLocks noGrp="1"/>
          </p:cNvSpPr>
          <p:nvPr>
            <p:ph type="ftr" sz="quarter" idx="10"/>
          </p:nvPr>
        </p:nvSpPr>
        <p:spPr>
          <a:xfrm>
            <a:off x="304891" y="6400803"/>
            <a:ext cx="5486313" cy="222249"/>
          </a:xfrm>
          <a:prstGeom prst="rect">
            <a:avLst/>
          </a:prstGeom>
        </p:spPr>
        <p:txBody>
          <a:bodyPr/>
          <a:lstStyle>
            <a:lvl1pPr>
              <a:defRPr>
                <a:solidFill>
                  <a:schemeClr val="tx1"/>
                </a:solidFill>
              </a:defRPr>
            </a:lvl1pPr>
          </a:lstStyle>
          <a:p>
            <a:r>
              <a:rPr lang="en-US"/>
              <a:t>IBM Confidential - Do Not Distribute</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39983540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1_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37942"/>
            <a:ext cx="2474590" cy="2759647"/>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28" indent="-127964">
              <a:spcBef>
                <a:spcPts val="0"/>
              </a:spcBef>
              <a:defRPr sz="1400">
                <a:solidFill>
                  <a:schemeClr val="tx1"/>
                </a:solidFill>
              </a:defRPr>
            </a:lvl3pPr>
            <a:lvl4pPr marL="383892"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8" y="3336926"/>
            <a:ext cx="2474590" cy="2760662"/>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28" indent="-127964">
              <a:spcBef>
                <a:spcPts val="0"/>
              </a:spcBef>
              <a:defRPr sz="1400">
                <a:solidFill>
                  <a:schemeClr val="tx1"/>
                </a:solidFill>
              </a:defRPr>
            </a:lvl3pPr>
            <a:lvl4pPr marL="383892"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28" indent="-127964">
              <a:spcBef>
                <a:spcPts val="0"/>
              </a:spcBef>
              <a:defRPr sz="1400">
                <a:solidFill>
                  <a:schemeClr val="tx1"/>
                </a:solidFill>
              </a:defRPr>
            </a:lvl3pPr>
            <a:lvl4pPr marL="383892"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28" indent="-127964">
              <a:spcBef>
                <a:spcPts val="0"/>
              </a:spcBef>
              <a:defRPr sz="1400">
                <a:solidFill>
                  <a:schemeClr val="tx1"/>
                </a:solidFill>
              </a:defRPr>
            </a:lvl3pPr>
            <a:lvl4pPr marL="383892" indent="-127964">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287964" y="6408000"/>
            <a:ext cx="2477765" cy="190500"/>
          </a:xfrm>
        </p:spPr>
        <p:txBody>
          <a:bodyPr/>
          <a:lstStyle/>
          <a:p>
            <a:endParaRPr lang="en-US"/>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11769264" y="6475771"/>
            <a:ext cx="135437"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287963" y="288036"/>
            <a:ext cx="2470718" cy="1997964"/>
          </a:xfrm>
        </p:spPr>
        <p:txBody>
          <a:bodyPr/>
          <a:lstStyle>
            <a:lvl1pPr>
              <a:defRPr sz="14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4145314602"/>
      </p:ext>
    </p:extLst>
  </p:cSld>
  <p:clrMapOvr>
    <a:masterClrMapping/>
  </p:clrMapOvr>
  <p:transition spd="med"/>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82990657"/>
      </p:ext>
    </p:extLst>
  </p:cSld>
  <p:clrMapOvr>
    <a:masterClrMapping/>
  </p:clrMapOvr>
  <p:transition spd="med"/>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Title with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CEC3-99C3-2013-72A0-ABE1CD11EB0D}"/>
              </a:ext>
            </a:extLst>
          </p:cNvPr>
          <p:cNvSpPr>
            <a:spLocks noGrp="1"/>
          </p:cNvSpPr>
          <p:nvPr>
            <p:ph type="title"/>
          </p:nvPr>
        </p:nvSpPr>
        <p:spPr/>
        <p:txBody>
          <a:bodyPr/>
          <a:lstStyle/>
          <a:p>
            <a:r>
              <a:rPr lang="en-US"/>
              <a:t>Click to edit Master title style</a:t>
            </a:r>
          </a:p>
        </p:txBody>
      </p:sp>
      <p:sp>
        <p:nvSpPr>
          <p:cNvPr id="3" name="Text Placeholder 72">
            <a:extLst>
              <a:ext uri="{FF2B5EF4-FFF2-40B4-BE49-F238E27FC236}">
                <a16:creationId xmlns:a16="http://schemas.microsoft.com/office/drawing/2014/main" id="{6C567914-7763-9488-3D72-D1DA3CEBD0E1}"/>
              </a:ext>
            </a:extLst>
          </p:cNvPr>
          <p:cNvSpPr>
            <a:spLocks noGrp="1"/>
          </p:cNvSpPr>
          <p:nvPr>
            <p:ph type="body" sz="quarter" idx="36" hasCustomPrompt="1"/>
          </p:nvPr>
        </p:nvSpPr>
        <p:spPr>
          <a:xfrm>
            <a:off x="382588" y="1219202"/>
            <a:ext cx="11426825" cy="228599"/>
          </a:xfrm>
        </p:spPr>
        <p:txBody>
          <a:bodyPr/>
          <a:lstStyle>
            <a:lvl1pPr marL="0" indent="0">
              <a:spcBef>
                <a:spcPts val="0"/>
              </a:spcBef>
              <a:buNone/>
              <a:defRPr sz="1500" b="0" i="0">
                <a:latin typeface="Wells Fargo Sans SemiBold" panose="020B0503020203020204" pitchFamily="34" charset="0"/>
              </a:defRPr>
            </a:lvl1pPr>
          </a:lstStyle>
          <a:p>
            <a:pPr lvl="0"/>
            <a:r>
              <a:rPr lang="en-US"/>
              <a:t>Subhead</a:t>
            </a:r>
          </a:p>
        </p:txBody>
      </p:sp>
    </p:spTree>
    <p:extLst>
      <p:ext uri="{BB962C8B-B14F-4D97-AF65-F5344CB8AC3E}">
        <p14:creationId xmlns:p14="http://schemas.microsoft.com/office/powerpoint/2010/main" val="109854880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F638F-6748-FB1C-7D87-5AB93C6D39E7}"/>
              </a:ext>
            </a:extLst>
          </p:cNvPr>
          <p:cNvSpPr>
            <a:spLocks noGrp="1"/>
          </p:cNvSpPr>
          <p:nvPr>
            <p:ph type="ctrTitle"/>
          </p:nvPr>
        </p:nvSpPr>
        <p:spPr>
          <a:xfrm>
            <a:off x="1524000" y="1122363"/>
            <a:ext cx="9144000" cy="2387600"/>
          </a:xfrm>
        </p:spPr>
        <p:txBody>
          <a:bodyPr anchor="b"/>
          <a:lstStyle>
            <a:lvl1pPr algn="ctr">
              <a:defRPr sz="5998"/>
            </a:lvl1pPr>
          </a:lstStyle>
          <a:p>
            <a:r>
              <a:rPr lang="en-US"/>
              <a:t>Click to edit Master title style</a:t>
            </a:r>
          </a:p>
        </p:txBody>
      </p:sp>
      <p:sp>
        <p:nvSpPr>
          <p:cNvPr id="3" name="Subtitle 2">
            <a:extLst>
              <a:ext uri="{FF2B5EF4-FFF2-40B4-BE49-F238E27FC236}">
                <a16:creationId xmlns:a16="http://schemas.microsoft.com/office/drawing/2014/main" id="{12C41124-E629-59DD-479B-4DC8A683F9C8}"/>
              </a:ext>
            </a:extLst>
          </p:cNvPr>
          <p:cNvSpPr>
            <a:spLocks noGrp="1"/>
          </p:cNvSpPr>
          <p:nvPr>
            <p:ph type="subTitle" idx="1"/>
          </p:nvPr>
        </p:nvSpPr>
        <p:spPr>
          <a:xfrm>
            <a:off x="1524000" y="3602038"/>
            <a:ext cx="9144000" cy="1655762"/>
          </a:xfrm>
        </p:spPr>
        <p:txBody>
          <a:bodyPr/>
          <a:lstStyle>
            <a:lvl1pPr marL="0" indent="0" algn="ctr">
              <a:buNone/>
              <a:defRPr sz="2400"/>
            </a:lvl1pPr>
            <a:lvl2pPr marL="457018" indent="0" algn="ctr">
              <a:buNone/>
              <a:defRPr sz="2000"/>
            </a:lvl2pPr>
            <a:lvl3pPr marL="914034" indent="0" algn="ctr">
              <a:buNone/>
              <a:defRPr sz="1800"/>
            </a:lvl3pPr>
            <a:lvl4pPr marL="1371052" indent="0" algn="ctr">
              <a:buNone/>
              <a:defRPr sz="1600"/>
            </a:lvl4pPr>
            <a:lvl5pPr marL="1828068" indent="0" algn="ctr">
              <a:buNone/>
              <a:defRPr sz="1600"/>
            </a:lvl5pPr>
            <a:lvl6pPr marL="2285086" indent="0" algn="ctr">
              <a:buNone/>
              <a:defRPr sz="1600"/>
            </a:lvl6pPr>
            <a:lvl7pPr marL="2742102" indent="0" algn="ctr">
              <a:buNone/>
              <a:defRPr sz="1600"/>
            </a:lvl7pPr>
            <a:lvl8pPr marL="3199120" indent="0" algn="ctr">
              <a:buNone/>
              <a:defRPr sz="1600"/>
            </a:lvl8pPr>
            <a:lvl9pPr marL="3656137"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E20E71-9999-6E36-2430-15CB2D9AAAC9}"/>
              </a:ext>
            </a:extLst>
          </p:cNvPr>
          <p:cNvSpPr>
            <a:spLocks noGrp="1"/>
          </p:cNvSpPr>
          <p:nvPr>
            <p:ph type="dt" sz="half" idx="10"/>
          </p:nvPr>
        </p:nvSpPr>
        <p:spPr/>
        <p:txBody>
          <a:bodyPr/>
          <a:lstStyle/>
          <a:p>
            <a:fld id="{2528A199-0FF5-764B-BB87-285ACD20CC8D}" type="datetimeFigureOut">
              <a:rPr lang="en-US" smtClean="0"/>
              <a:t>7/27/26</a:t>
            </a:fld>
            <a:endParaRPr lang="en-US"/>
          </a:p>
        </p:txBody>
      </p:sp>
      <p:sp>
        <p:nvSpPr>
          <p:cNvPr id="5" name="Footer Placeholder 4">
            <a:extLst>
              <a:ext uri="{FF2B5EF4-FFF2-40B4-BE49-F238E27FC236}">
                <a16:creationId xmlns:a16="http://schemas.microsoft.com/office/drawing/2014/main" id="{5E68DC32-B805-CBE0-28E0-3823DBB4E7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B744A1-867B-6BCD-E520-BDDA38B2276B}"/>
              </a:ext>
            </a:extLst>
          </p:cNvPr>
          <p:cNvSpPr>
            <a:spLocks noGrp="1"/>
          </p:cNvSpPr>
          <p:nvPr>
            <p:ph type="sldNum" sz="quarter" idx="12"/>
          </p:nvPr>
        </p:nvSpPr>
        <p:spPr/>
        <p:txBody>
          <a:bodyPr/>
          <a:lstStyle/>
          <a:p>
            <a:fld id="{D1A9AEED-2D2B-7A41-9AA0-1711FDB11C00}" type="slidenum">
              <a:rPr lang="en-US" smtClean="0"/>
              <a:t>‹#›</a:t>
            </a:fld>
            <a:endParaRPr lang="en-US"/>
          </a:p>
        </p:txBody>
      </p:sp>
    </p:spTree>
    <p:extLst>
      <p:ext uri="{BB962C8B-B14F-4D97-AF65-F5344CB8AC3E}">
        <p14:creationId xmlns:p14="http://schemas.microsoft.com/office/powerpoint/2010/main" val="3707306876"/>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Big text 2">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31CA7A0-E1EA-CC28-464A-48C141E3AF04}"/>
              </a:ext>
            </a:extLst>
          </p:cNvPr>
          <p:cNvSpPr>
            <a:spLocks noGrp="1"/>
          </p:cNvSpPr>
          <p:nvPr>
            <p:ph type="title"/>
          </p:nvPr>
        </p:nvSpPr>
        <p:spPr>
          <a:xfrm>
            <a:off x="288888" y="169655"/>
            <a:ext cx="5545750" cy="5828714"/>
          </a:xfrm>
        </p:spPr>
        <p:txBody>
          <a:bodyPr/>
          <a:lstStyle>
            <a:lvl1pPr>
              <a:lnSpc>
                <a:spcPct val="100000"/>
              </a:lnSpc>
              <a:defRPr sz="3198">
                <a:solidFill>
                  <a:schemeClr val="tx1"/>
                </a:solidFill>
              </a:defRPr>
            </a:lvl1pPr>
          </a:lstStyle>
          <a:p>
            <a:r>
              <a:rPr lang="en-US"/>
              <a:t>Click to edit Master title style</a:t>
            </a:r>
          </a:p>
        </p:txBody>
      </p:sp>
      <p:sp>
        <p:nvSpPr>
          <p:cNvPr id="482" name="Rectangle 481">
            <a:extLst>
              <a:ext uri="{FF2B5EF4-FFF2-40B4-BE49-F238E27FC236}">
                <a16:creationId xmlns:a16="http://schemas.microsoft.com/office/drawing/2014/main" id="{7CD77418-29BE-2045-A2CE-602E39ACB2D5}"/>
              </a:ext>
            </a:extLst>
          </p:cNvPr>
          <p:cNvSpPr/>
          <p:nvPr userDrawn="1"/>
        </p:nvSpPr>
        <p:spPr bwMode="auto">
          <a:xfrm>
            <a:off x="0" y="6537960"/>
            <a:ext cx="12192000" cy="32004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8" tIns="45708" rIns="45708" bIns="45708" numCol="1" rtlCol="0" anchor="t" anchorCtr="0" compatLnSpc="1">
            <a:prstTxWarp prst="textNoShape">
              <a:avLst/>
            </a:prstTxWarp>
          </a:bodyPr>
          <a:lstStyle/>
          <a:p>
            <a:pPr marL="0" marR="0" indent="0" algn="l" defTabSz="457018"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a:ln>
                <a:noFill/>
              </a:ln>
              <a:solidFill>
                <a:srgbClr val="F4F4F4"/>
              </a:solidFill>
              <a:effectLst/>
              <a:latin typeface="+mn-lt"/>
            </a:endParaRPr>
          </a:p>
        </p:txBody>
      </p:sp>
      <p:sp>
        <p:nvSpPr>
          <p:cNvPr id="2" name="Footer Placeholder 1">
            <a:extLst>
              <a:ext uri="{FF2B5EF4-FFF2-40B4-BE49-F238E27FC236}">
                <a16:creationId xmlns:a16="http://schemas.microsoft.com/office/drawing/2014/main" id="{01723896-F2BA-2520-32F4-6170717ECECE}"/>
              </a:ext>
            </a:extLst>
          </p:cNvPr>
          <p:cNvSpPr>
            <a:spLocks noGrp="1"/>
          </p:cNvSpPr>
          <p:nvPr>
            <p:ph type="ftr" sz="quarter" idx="10"/>
          </p:nvPr>
        </p:nvSpPr>
        <p:spPr/>
        <p:txBody>
          <a:bodyPr/>
          <a:lstStyle/>
          <a:p>
            <a:r>
              <a:rPr lang="en-US"/>
              <a:t>IBM</a:t>
            </a:r>
            <a:r>
              <a:rPr lang="uk-UA"/>
              <a:t> </a:t>
            </a:r>
            <a:r>
              <a:rPr lang="en-US"/>
              <a:t>TechXchange | © 2025 IBM Corporation</a:t>
            </a:r>
          </a:p>
        </p:txBody>
      </p:sp>
      <p:sp>
        <p:nvSpPr>
          <p:cNvPr id="3" name="Slide Number Placeholder 2">
            <a:extLst>
              <a:ext uri="{FF2B5EF4-FFF2-40B4-BE49-F238E27FC236}">
                <a16:creationId xmlns:a16="http://schemas.microsoft.com/office/drawing/2014/main" id="{CC538562-E4FB-FABB-8ABF-A004DC810B06}"/>
              </a:ext>
            </a:extLst>
          </p:cNvPr>
          <p:cNvSpPr>
            <a:spLocks noGrp="1"/>
          </p:cNvSpPr>
          <p:nvPr>
            <p:ph type="sldNum" sz="quarter" idx="11"/>
          </p:nvPr>
        </p:nvSpPr>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3726397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138878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pt-BR"/>
              <a:t>Clique para editar o título Mestre</a:t>
            </a:r>
            <a:endParaRPr lang="en-US"/>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US FSM / </a:t>
            </a:r>
            <a:r>
              <a:rPr lang="en-US"/>
              <a:t>© 2025 </a:t>
            </a:r>
            <a:r>
              <a:rPr lang="en-US" dirty="0"/>
              <a:t>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420931186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271356"/>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AGENDA_MASTER">
    <p:bg>
      <p:bgPr>
        <a:solidFill>
          <a:srgbClr val="F7F8F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9773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9" Type="http://schemas.openxmlformats.org/officeDocument/2006/relationships/slideLayout" Target="../slideLayouts/slideLayout52.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42" Type="http://schemas.openxmlformats.org/officeDocument/2006/relationships/slideLayout" Target="../slideLayouts/slideLayout55.xml"/><Relationship Id="rId47" Type="http://schemas.openxmlformats.org/officeDocument/2006/relationships/slideLayout" Target="../slideLayouts/slideLayout60.xml"/><Relationship Id="rId50" Type="http://schemas.openxmlformats.org/officeDocument/2006/relationships/slideLayout" Target="../slideLayouts/slideLayout63.xml"/><Relationship Id="rId55" Type="http://schemas.openxmlformats.org/officeDocument/2006/relationships/slideLayout" Target="../slideLayouts/slideLayout68.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9" Type="http://schemas.openxmlformats.org/officeDocument/2006/relationships/slideLayout" Target="../slideLayouts/slideLayout42.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40" Type="http://schemas.openxmlformats.org/officeDocument/2006/relationships/slideLayout" Target="../slideLayouts/slideLayout53.xml"/><Relationship Id="rId45" Type="http://schemas.openxmlformats.org/officeDocument/2006/relationships/slideLayout" Target="../slideLayouts/slideLayout58.xml"/><Relationship Id="rId53" Type="http://schemas.openxmlformats.org/officeDocument/2006/relationships/slideLayout" Target="../slideLayouts/slideLayout66.xml"/><Relationship Id="rId5" Type="http://schemas.openxmlformats.org/officeDocument/2006/relationships/slideLayout" Target="../slideLayouts/slideLayout18.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43" Type="http://schemas.openxmlformats.org/officeDocument/2006/relationships/slideLayout" Target="../slideLayouts/slideLayout56.xml"/><Relationship Id="rId48" Type="http://schemas.openxmlformats.org/officeDocument/2006/relationships/slideLayout" Target="../slideLayouts/slideLayout61.xml"/><Relationship Id="rId56" Type="http://schemas.openxmlformats.org/officeDocument/2006/relationships/slideLayout" Target="../slideLayouts/slideLayout69.xml"/><Relationship Id="rId8" Type="http://schemas.openxmlformats.org/officeDocument/2006/relationships/slideLayout" Target="../slideLayouts/slideLayout21.xml"/><Relationship Id="rId51" Type="http://schemas.openxmlformats.org/officeDocument/2006/relationships/slideLayout" Target="../slideLayouts/slideLayout64.xml"/><Relationship Id="rId3" Type="http://schemas.openxmlformats.org/officeDocument/2006/relationships/slideLayout" Target="../slideLayouts/slideLayout16.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38" Type="http://schemas.openxmlformats.org/officeDocument/2006/relationships/slideLayout" Target="../slideLayouts/slideLayout51.xml"/><Relationship Id="rId46" Type="http://schemas.openxmlformats.org/officeDocument/2006/relationships/slideLayout" Target="../slideLayouts/slideLayout59.xml"/><Relationship Id="rId20" Type="http://schemas.openxmlformats.org/officeDocument/2006/relationships/slideLayout" Target="../slideLayouts/slideLayout33.xml"/><Relationship Id="rId41" Type="http://schemas.openxmlformats.org/officeDocument/2006/relationships/slideLayout" Target="../slideLayouts/slideLayout54.xml"/><Relationship Id="rId54" Type="http://schemas.openxmlformats.org/officeDocument/2006/relationships/slideLayout" Target="../slideLayouts/slideLayout67.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49" Type="http://schemas.openxmlformats.org/officeDocument/2006/relationships/slideLayout" Target="../slideLayouts/slideLayout62.xml"/><Relationship Id="rId57" Type="http://schemas.openxmlformats.org/officeDocument/2006/relationships/theme" Target="../theme/theme2.xml"/><Relationship Id="rId10" Type="http://schemas.openxmlformats.org/officeDocument/2006/relationships/slideLayout" Target="../slideLayouts/slideLayout23.xml"/><Relationship Id="rId31" Type="http://schemas.openxmlformats.org/officeDocument/2006/relationships/slideLayout" Target="../slideLayouts/slideLayout44.xml"/><Relationship Id="rId44" Type="http://schemas.openxmlformats.org/officeDocument/2006/relationships/slideLayout" Target="../slideLayouts/slideLayout57.xml"/><Relationship Id="rId52" Type="http://schemas.openxmlformats.org/officeDocument/2006/relationships/slideLayout" Target="../slideLayouts/slideLayout65.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82.xml"/><Relationship Id="rId18" Type="http://schemas.openxmlformats.org/officeDocument/2006/relationships/slideLayout" Target="../slideLayouts/slideLayout87.xml"/><Relationship Id="rId26" Type="http://schemas.openxmlformats.org/officeDocument/2006/relationships/slideLayout" Target="../slideLayouts/slideLayout95.xml"/><Relationship Id="rId39" Type="http://schemas.openxmlformats.org/officeDocument/2006/relationships/slideLayout" Target="../slideLayouts/slideLayout108.xml"/><Relationship Id="rId21" Type="http://schemas.openxmlformats.org/officeDocument/2006/relationships/slideLayout" Target="../slideLayouts/slideLayout90.xml"/><Relationship Id="rId34" Type="http://schemas.openxmlformats.org/officeDocument/2006/relationships/slideLayout" Target="../slideLayouts/slideLayout103.xml"/><Relationship Id="rId42" Type="http://schemas.openxmlformats.org/officeDocument/2006/relationships/slideLayout" Target="../slideLayouts/slideLayout111.xml"/><Relationship Id="rId47" Type="http://schemas.openxmlformats.org/officeDocument/2006/relationships/slideLayout" Target="../slideLayouts/slideLayout116.xml"/><Relationship Id="rId50" Type="http://schemas.openxmlformats.org/officeDocument/2006/relationships/slideLayout" Target="../slideLayouts/slideLayout119.xml"/><Relationship Id="rId7" Type="http://schemas.openxmlformats.org/officeDocument/2006/relationships/slideLayout" Target="../slideLayouts/slideLayout76.xml"/><Relationship Id="rId2" Type="http://schemas.openxmlformats.org/officeDocument/2006/relationships/slideLayout" Target="../slideLayouts/slideLayout71.xml"/><Relationship Id="rId16" Type="http://schemas.openxmlformats.org/officeDocument/2006/relationships/slideLayout" Target="../slideLayouts/slideLayout85.xml"/><Relationship Id="rId29" Type="http://schemas.openxmlformats.org/officeDocument/2006/relationships/slideLayout" Target="../slideLayouts/slideLayout98.xml"/><Relationship Id="rId11" Type="http://schemas.openxmlformats.org/officeDocument/2006/relationships/slideLayout" Target="../slideLayouts/slideLayout80.xml"/><Relationship Id="rId24" Type="http://schemas.openxmlformats.org/officeDocument/2006/relationships/slideLayout" Target="../slideLayouts/slideLayout93.xml"/><Relationship Id="rId32" Type="http://schemas.openxmlformats.org/officeDocument/2006/relationships/slideLayout" Target="../slideLayouts/slideLayout101.xml"/><Relationship Id="rId37" Type="http://schemas.openxmlformats.org/officeDocument/2006/relationships/slideLayout" Target="../slideLayouts/slideLayout106.xml"/><Relationship Id="rId40" Type="http://schemas.openxmlformats.org/officeDocument/2006/relationships/slideLayout" Target="../slideLayouts/slideLayout109.xml"/><Relationship Id="rId45" Type="http://schemas.openxmlformats.org/officeDocument/2006/relationships/slideLayout" Target="../slideLayouts/slideLayout114.xml"/><Relationship Id="rId53" Type="http://schemas.openxmlformats.org/officeDocument/2006/relationships/slideLayout" Target="../slideLayouts/slideLayout122.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19" Type="http://schemas.openxmlformats.org/officeDocument/2006/relationships/slideLayout" Target="../slideLayouts/slideLayout88.xml"/><Relationship Id="rId31" Type="http://schemas.openxmlformats.org/officeDocument/2006/relationships/slideLayout" Target="../slideLayouts/slideLayout100.xml"/><Relationship Id="rId44" Type="http://schemas.openxmlformats.org/officeDocument/2006/relationships/slideLayout" Target="../slideLayouts/slideLayout113.xml"/><Relationship Id="rId52" Type="http://schemas.openxmlformats.org/officeDocument/2006/relationships/slideLayout" Target="../slideLayouts/slideLayout121.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slideLayout" Target="../slideLayouts/slideLayout83.xml"/><Relationship Id="rId22" Type="http://schemas.openxmlformats.org/officeDocument/2006/relationships/slideLayout" Target="../slideLayouts/slideLayout91.xml"/><Relationship Id="rId27" Type="http://schemas.openxmlformats.org/officeDocument/2006/relationships/slideLayout" Target="../slideLayouts/slideLayout96.xml"/><Relationship Id="rId30" Type="http://schemas.openxmlformats.org/officeDocument/2006/relationships/slideLayout" Target="../slideLayouts/slideLayout99.xml"/><Relationship Id="rId35" Type="http://schemas.openxmlformats.org/officeDocument/2006/relationships/slideLayout" Target="../slideLayouts/slideLayout104.xml"/><Relationship Id="rId43" Type="http://schemas.openxmlformats.org/officeDocument/2006/relationships/slideLayout" Target="../slideLayouts/slideLayout112.xml"/><Relationship Id="rId48" Type="http://schemas.openxmlformats.org/officeDocument/2006/relationships/slideLayout" Target="../slideLayouts/slideLayout117.xml"/><Relationship Id="rId8" Type="http://schemas.openxmlformats.org/officeDocument/2006/relationships/slideLayout" Target="../slideLayouts/slideLayout77.xml"/><Relationship Id="rId51" Type="http://schemas.openxmlformats.org/officeDocument/2006/relationships/slideLayout" Target="../slideLayouts/slideLayout120.xml"/><Relationship Id="rId3" Type="http://schemas.openxmlformats.org/officeDocument/2006/relationships/slideLayout" Target="../slideLayouts/slideLayout72.xml"/><Relationship Id="rId12" Type="http://schemas.openxmlformats.org/officeDocument/2006/relationships/slideLayout" Target="../slideLayouts/slideLayout81.xml"/><Relationship Id="rId17" Type="http://schemas.openxmlformats.org/officeDocument/2006/relationships/slideLayout" Target="../slideLayouts/slideLayout86.xml"/><Relationship Id="rId25" Type="http://schemas.openxmlformats.org/officeDocument/2006/relationships/slideLayout" Target="../slideLayouts/slideLayout94.xml"/><Relationship Id="rId33" Type="http://schemas.openxmlformats.org/officeDocument/2006/relationships/slideLayout" Target="../slideLayouts/slideLayout102.xml"/><Relationship Id="rId38" Type="http://schemas.openxmlformats.org/officeDocument/2006/relationships/slideLayout" Target="../slideLayouts/slideLayout107.xml"/><Relationship Id="rId46" Type="http://schemas.openxmlformats.org/officeDocument/2006/relationships/slideLayout" Target="../slideLayouts/slideLayout115.xml"/><Relationship Id="rId20" Type="http://schemas.openxmlformats.org/officeDocument/2006/relationships/slideLayout" Target="../slideLayouts/slideLayout89.xml"/><Relationship Id="rId41" Type="http://schemas.openxmlformats.org/officeDocument/2006/relationships/slideLayout" Target="../slideLayouts/slideLayout110.xml"/><Relationship Id="rId54" Type="http://schemas.openxmlformats.org/officeDocument/2006/relationships/theme" Target="../theme/theme3.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5" Type="http://schemas.openxmlformats.org/officeDocument/2006/relationships/slideLayout" Target="../slideLayouts/slideLayout84.xml"/><Relationship Id="rId23" Type="http://schemas.openxmlformats.org/officeDocument/2006/relationships/slideLayout" Target="../slideLayouts/slideLayout92.xml"/><Relationship Id="rId28" Type="http://schemas.openxmlformats.org/officeDocument/2006/relationships/slideLayout" Target="../slideLayouts/slideLayout97.xml"/><Relationship Id="rId36" Type="http://schemas.openxmlformats.org/officeDocument/2006/relationships/slideLayout" Target="../slideLayouts/slideLayout105.xml"/><Relationship Id="rId49" Type="http://schemas.openxmlformats.org/officeDocument/2006/relationships/slideLayout" Target="../slideLayouts/slideLayout118.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24.xml"/><Relationship Id="rId1" Type="http://schemas.openxmlformats.org/officeDocument/2006/relationships/slideLayout" Target="../slideLayouts/slideLayout123.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6.xml"/><Relationship Id="rId1" Type="http://schemas.openxmlformats.org/officeDocument/2006/relationships/slideLayout" Target="../slideLayouts/slideLayout1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2266602"/>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721" r:id="rId12"/>
    <p:sldLayoutId id="2147483776"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11769264" y="6475857"/>
            <a:ext cx="135436" cy="123111"/>
          </a:xfrm>
          <a:prstGeom prst="rect">
            <a:avLst/>
          </a:prstGeom>
          <a:ln w="12700">
            <a:miter lim="400000"/>
          </a:ln>
        </p:spPr>
        <p:txBody>
          <a:bodyPr wrap="none" lIns="0" tIns="0" rIns="0" bIns="0" anchor="b" anchorCtr="0">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287999" y="288036"/>
            <a:ext cx="11293592" cy="12343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Title Text</a:t>
            </a:r>
          </a:p>
        </p:txBody>
      </p:sp>
      <p:sp>
        <p:nvSpPr>
          <p:cNvPr id="49" name="Body Level One…"/>
          <p:cNvSpPr txBox="1">
            <a:spLocks noGrp="1"/>
          </p:cNvSpPr>
          <p:nvPr>
            <p:ph type="body" idx="1"/>
          </p:nvPr>
        </p:nvSpPr>
        <p:spPr>
          <a:xfrm>
            <a:off x="287300" y="1663699"/>
            <a:ext cx="11293592" cy="4433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287963" y="6411643"/>
            <a:ext cx="2477765" cy="190500"/>
          </a:xfrm>
          <a:prstGeom prst="rect">
            <a:avLst/>
          </a:prstGeom>
        </p:spPr>
        <p:txBody>
          <a:bodyPr vert="horz" lIns="0" tIns="0" rIns="0" bIns="0" rtlCol="0" anchor="b"/>
          <a:lstStyle>
            <a:lvl1pPr algn="l">
              <a:defRPr sz="800" b="0" i="0">
                <a:solidFill>
                  <a:schemeClr val="tx1"/>
                </a:solidFill>
                <a:latin typeface="IBM Plex Sans" panose="020B0503050203000203" pitchFamily="34" charset="0"/>
              </a:defRPr>
            </a:lvl1pPr>
          </a:lstStyle>
          <a:p>
            <a:r>
              <a:rPr lang="en-US" dirty="0"/>
              <a:t>Footer text (optional)</a:t>
            </a:r>
          </a:p>
        </p:txBody>
      </p:sp>
    </p:spTree>
    <p:extLst>
      <p:ext uri="{BB962C8B-B14F-4D97-AF65-F5344CB8AC3E}">
        <p14:creationId xmlns:p14="http://schemas.microsoft.com/office/powerpoint/2010/main" val="3250684806"/>
      </p:ext>
    </p:extLst>
  </p:cSld>
  <p:clrMap bg1="dk1" tx1="lt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 id="2147483684" r:id="rId20"/>
    <p:sldLayoutId id="2147483685" r:id="rId21"/>
    <p:sldLayoutId id="2147483686" r:id="rId22"/>
    <p:sldLayoutId id="2147483687" r:id="rId23"/>
    <p:sldLayoutId id="2147483688" r:id="rId24"/>
    <p:sldLayoutId id="2147483689" r:id="rId25"/>
    <p:sldLayoutId id="2147483690" r:id="rId26"/>
    <p:sldLayoutId id="2147483691" r:id="rId27"/>
    <p:sldLayoutId id="2147483692" r:id="rId28"/>
    <p:sldLayoutId id="2147483693" r:id="rId29"/>
    <p:sldLayoutId id="2147483694" r:id="rId30"/>
    <p:sldLayoutId id="2147483695" r:id="rId31"/>
    <p:sldLayoutId id="2147483696" r:id="rId32"/>
    <p:sldLayoutId id="2147483697" r:id="rId33"/>
    <p:sldLayoutId id="2147483698" r:id="rId34"/>
    <p:sldLayoutId id="2147483699" r:id="rId35"/>
    <p:sldLayoutId id="2147483700" r:id="rId36"/>
    <p:sldLayoutId id="2147483701" r:id="rId37"/>
    <p:sldLayoutId id="2147483702" r:id="rId38"/>
    <p:sldLayoutId id="2147483703" r:id="rId39"/>
    <p:sldLayoutId id="2147483704" r:id="rId40"/>
    <p:sldLayoutId id="2147483705" r:id="rId41"/>
    <p:sldLayoutId id="2147483706" r:id="rId42"/>
    <p:sldLayoutId id="2147483707" r:id="rId43"/>
    <p:sldLayoutId id="2147483708" r:id="rId44"/>
    <p:sldLayoutId id="2147483709" r:id="rId45"/>
    <p:sldLayoutId id="2147483710" r:id="rId46"/>
    <p:sldLayoutId id="2147483711" r:id="rId47"/>
    <p:sldLayoutId id="2147483712" r:id="rId48"/>
    <p:sldLayoutId id="2147483713" r:id="rId49"/>
    <p:sldLayoutId id="2147483714" r:id="rId50"/>
    <p:sldLayoutId id="2147483715" r:id="rId51"/>
    <p:sldLayoutId id="2147483716" r:id="rId52"/>
    <p:sldLayoutId id="2147483717" r:id="rId53"/>
    <p:sldLayoutId id="2147483718" r:id="rId54"/>
    <p:sldLayoutId id="2147483719" r:id="rId55"/>
    <p:sldLayoutId id="2147483720" r:id="rId56"/>
  </p:sldLayoutIdLst>
  <p:transition spd="med"/>
  <p:hf hdr="0" dt="0"/>
  <p:txStyles>
    <p:titleStyle>
      <a:lvl1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p:titleStyle>
    <p:body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IBM Plex Sans"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p:bodyStyle>
    <p:other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p15:clr>
            <a:srgbClr val="EE5396"/>
          </p15:clr>
        </p15:guide>
        <p15:guide id="20" orient="horz" pos="958">
          <p15:clr>
            <a:srgbClr val="EE5396"/>
          </p15:clr>
        </p15:guide>
        <p15:guide id="25" orient="horz" pos="7682">
          <p15:clr>
            <a:srgbClr val="EE5396"/>
          </p15:clr>
        </p15:guide>
        <p15:guide id="26" pos="7680">
          <p15:clr>
            <a:srgbClr val="0F62FE"/>
          </p15:clr>
        </p15:guide>
        <p15:guide id="27" pos="11520">
          <p15:clr>
            <a:srgbClr val="0F62FE"/>
          </p15:clr>
        </p15:guide>
        <p15:guide id="30" orient="horz" pos="1918">
          <p15:clr>
            <a:srgbClr val="EE5396"/>
          </p15:clr>
        </p15:guide>
        <p15:guide id="32" orient="horz" pos="6720">
          <p15:clr>
            <a:srgbClr val="EE5396"/>
          </p15:clr>
        </p15:guide>
        <p15:guide id="33" orient="horz" pos="2880">
          <p15:clr>
            <a:srgbClr val="EE5396"/>
          </p15:clr>
        </p15:guide>
        <p15:guide id="34" orient="horz" pos="4800">
          <p15:clr>
            <a:srgbClr val="EE5396"/>
          </p15:clr>
        </p15:guide>
        <p15:guide id="35" orient="horz" pos="5758">
          <p15:clr>
            <a:srgbClr val="EE5396"/>
          </p15:clr>
        </p15:guide>
        <p15:guide id="36" orient="horz" pos="8284">
          <p15:clr>
            <a:srgbClr val="9FCC3B"/>
          </p15:clr>
        </p15:guide>
        <p15:guide id="37" orient="horz" pos="3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11769264" y="6469508"/>
            <a:ext cx="135436" cy="123111"/>
          </a:xfrm>
          <a:prstGeom prst="rect">
            <a:avLst/>
          </a:prstGeom>
          <a:ln w="12700">
            <a:miter lim="400000"/>
          </a:ln>
        </p:spPr>
        <p:txBody>
          <a:bodyPr wrap="none" lIns="0" tIns="0" rIns="0" bIns="0" anchor="b" anchorCtr="0">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287999" y="288037"/>
            <a:ext cx="11293592"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Title Text</a:t>
            </a:r>
          </a:p>
        </p:txBody>
      </p:sp>
      <p:sp>
        <p:nvSpPr>
          <p:cNvPr id="49" name="Body Level One…"/>
          <p:cNvSpPr txBox="1">
            <a:spLocks noGrp="1"/>
          </p:cNvSpPr>
          <p:nvPr>
            <p:ph type="body" idx="1"/>
          </p:nvPr>
        </p:nvSpPr>
        <p:spPr>
          <a:xfrm>
            <a:off x="287300" y="1663700"/>
            <a:ext cx="11293592" cy="433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284126" y="6402118"/>
            <a:ext cx="2477765" cy="190500"/>
          </a:xfrm>
          <a:prstGeom prst="rect">
            <a:avLst/>
          </a:prstGeom>
        </p:spPr>
        <p:txBody>
          <a:bodyPr vert="horz" lIns="0" tIns="0" rIns="0" bIns="0" rtlCol="0" anchor="b"/>
          <a:lstStyle>
            <a:lvl1pPr algn="l">
              <a:defRPr sz="800" b="0" i="0">
                <a:solidFill>
                  <a:schemeClr val="tx1"/>
                </a:solidFill>
                <a:latin typeface="IBM Plex Sans" panose="020B0503050203000203" pitchFamily="34" charset="0"/>
              </a:defRPr>
            </a:lvl1pPr>
          </a:lstStyle>
          <a:p>
            <a:r>
              <a:rPr lang="en-US"/>
              <a:t>Footer text (optional)</a:t>
            </a:r>
          </a:p>
        </p:txBody>
      </p:sp>
    </p:spTree>
    <p:extLst>
      <p:ext uri="{BB962C8B-B14F-4D97-AF65-F5344CB8AC3E}">
        <p14:creationId xmlns:p14="http://schemas.microsoft.com/office/powerpoint/2010/main" val="3492615206"/>
      </p:ext>
    </p:extLst>
  </p:cSld>
  <p:clrMap bg1="dk1" tx1="lt1" bg2="dk2" tx2="lt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 id="2147483741" r:id="rId19"/>
    <p:sldLayoutId id="2147483742" r:id="rId20"/>
    <p:sldLayoutId id="2147483743" r:id="rId21"/>
    <p:sldLayoutId id="2147483744" r:id="rId22"/>
    <p:sldLayoutId id="2147483745" r:id="rId23"/>
    <p:sldLayoutId id="2147483746" r:id="rId24"/>
    <p:sldLayoutId id="2147483747" r:id="rId25"/>
    <p:sldLayoutId id="2147483748" r:id="rId26"/>
    <p:sldLayoutId id="2147483749" r:id="rId27"/>
    <p:sldLayoutId id="2147483750" r:id="rId28"/>
    <p:sldLayoutId id="2147483751" r:id="rId29"/>
    <p:sldLayoutId id="2147483752" r:id="rId30"/>
    <p:sldLayoutId id="2147483753" r:id="rId31"/>
    <p:sldLayoutId id="2147483754" r:id="rId32"/>
    <p:sldLayoutId id="2147483755" r:id="rId33"/>
    <p:sldLayoutId id="2147483756" r:id="rId34"/>
    <p:sldLayoutId id="2147483757" r:id="rId35"/>
    <p:sldLayoutId id="2147483758" r:id="rId36"/>
    <p:sldLayoutId id="2147483759" r:id="rId37"/>
    <p:sldLayoutId id="2147483760" r:id="rId38"/>
    <p:sldLayoutId id="2147483761" r:id="rId39"/>
    <p:sldLayoutId id="2147483762" r:id="rId40"/>
    <p:sldLayoutId id="2147483763" r:id="rId41"/>
    <p:sldLayoutId id="2147483764" r:id="rId42"/>
    <p:sldLayoutId id="2147483765" r:id="rId43"/>
    <p:sldLayoutId id="2147483766" r:id="rId44"/>
    <p:sldLayoutId id="2147483767" r:id="rId45"/>
    <p:sldLayoutId id="2147483768" r:id="rId46"/>
    <p:sldLayoutId id="2147483769" r:id="rId47"/>
    <p:sldLayoutId id="2147483770" r:id="rId48"/>
    <p:sldLayoutId id="2147483771" r:id="rId49"/>
    <p:sldLayoutId id="2147483772" r:id="rId50"/>
    <p:sldLayoutId id="2147483773" r:id="rId51"/>
    <p:sldLayoutId id="2147483774" r:id="rId52"/>
    <p:sldLayoutId id="2147483775" r:id="rId53"/>
  </p:sldLayoutIdLst>
  <p:transition spd="med"/>
  <p:hf hdr="0" dt="0"/>
  <p:txStyles>
    <p:titleStyle>
      <a:lvl1pPr marL="0" marR="0" indent="0" algn="l" defTabSz="1218712" rtl="0" eaLnBrk="1" latinLnBrk="0" hangingPunct="1">
        <a:lnSpc>
          <a:spcPct val="90000"/>
        </a:lnSpc>
        <a:spcBef>
          <a:spcPts val="0"/>
        </a:spcBef>
        <a:spcAft>
          <a:spcPts val="0"/>
        </a:spcAft>
        <a:buClrTx/>
        <a:buSzTx/>
        <a:buFontTx/>
        <a:buNone/>
        <a:tabLst/>
        <a:defRPr sz="3198" b="0" i="0" u="none" strike="noStrike" cap="none" spc="0" baseline="0">
          <a:solidFill>
            <a:schemeClr val="tx2"/>
          </a:solidFill>
          <a:uFillTx/>
          <a:latin typeface="+mj-lt"/>
          <a:ea typeface="+mj-ea"/>
          <a:cs typeface="+mj-cs"/>
          <a:sym typeface="IBM Plex Sans Light"/>
        </a:defRPr>
      </a:lvl1pPr>
      <a:lvl2pPr marL="0" marR="0" indent="0"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2pPr>
      <a:lvl3pPr marL="0" marR="0" indent="0"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3pPr>
      <a:lvl4pPr marL="0" marR="0" indent="0"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4pPr>
      <a:lvl5pPr marL="0" marR="0" indent="0"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5pPr>
      <a:lvl6pPr marL="0" marR="0" indent="181212"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6pPr>
      <a:lvl7pPr marL="0" marR="0" indent="362425"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7pPr>
      <a:lvl8pPr marL="0" marR="0" indent="543635"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8pPr>
      <a:lvl9pPr marL="0" marR="0" indent="724848" algn="l" defTabSz="1218712" rtl="0" eaLnBrk="1" latinLnBrk="0" hangingPunct="1">
        <a:lnSpc>
          <a:spcPct val="90000"/>
        </a:lnSpc>
        <a:spcBef>
          <a:spcPts val="0"/>
        </a:spcBef>
        <a:spcAft>
          <a:spcPts val="0"/>
        </a:spcAft>
        <a:buClrTx/>
        <a:buSzTx/>
        <a:buFontTx/>
        <a:buNone/>
        <a:tabLst/>
        <a:defRPr sz="3198" b="0" i="0" u="none" strike="noStrike" cap="none" spc="0" baseline="0">
          <a:solidFill>
            <a:srgbClr val="000000"/>
          </a:solidFill>
          <a:uFillTx/>
          <a:latin typeface="+mj-lt"/>
          <a:ea typeface="+mj-ea"/>
          <a:cs typeface="+mj-cs"/>
          <a:sym typeface="IBM Plex Sans Light"/>
        </a:defRPr>
      </a:lvl9pPr>
    </p:titleStyle>
    <p:bodyStyle>
      <a:lvl1pPr marL="0" marR="0" indent="0" algn="l" defTabSz="1218712"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26" marR="0" indent="-164526" algn="l" defTabSz="1218712"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052" marR="0" indent="-164526" algn="l" defTabSz="1218712"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578" marR="0" indent="-164526" algn="l" defTabSz="1218712"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272" marR="0" indent="-228508" algn="l" defTabSz="1218712" rtl="0" eaLnBrk="1" latinLnBrk="0" hangingPunct="1">
        <a:lnSpc>
          <a:spcPct val="110000"/>
        </a:lnSpc>
        <a:spcBef>
          <a:spcPts val="1450"/>
        </a:spcBef>
        <a:spcAft>
          <a:spcPts val="0"/>
        </a:spcAft>
        <a:buClrTx/>
        <a:buSzPct val="100000"/>
        <a:buFont typeface="Arial"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162" marR="0" indent="-194427" algn="l" defTabSz="1218712"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374" marR="0" indent="-194427" algn="l" defTabSz="1218712"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586" marR="0" indent="-194427" algn="l" defTabSz="1218712"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4798" marR="0" indent="-194427" algn="l" defTabSz="1218712"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p:bodyStyle>
    <p:otherStyle>
      <a:lvl1pPr marL="0" marR="0" indent="0"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171427"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342853"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514281"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685708"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857136"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1028562"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1199990"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1371417" algn="r" defTabSz="914278"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198063"/>
      </p:ext>
    </p:extLst>
  </p:cSld>
  <p:clrMap bg1="lt1" tx1="dk1" bg2="lt2" tx2="dk2" accent1="accent1" accent2="accent2" accent3="accent3" accent4="accent4" accent5="accent5" accent6="accent6" hlink="hlink" folHlink="folHlink"/>
  <p:sldLayoutIdLst>
    <p:sldLayoutId id="2147483778" r:id="rId1"/>
    <p:sldLayoutId id="2147483794"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9375169"/>
      </p:ext>
    </p:extLst>
  </p:cSld>
  <p:clrMap bg1="lt1" tx1="dk1" bg2="lt2" tx2="dk2" accent1="accent1" accent2="accent2" accent3="accent3" accent4="accent4" accent5="accent5" accent6="accent6" hlink="hlink" folHlink="folHlink"/>
  <p:sldLayoutIdLst>
    <p:sldLayoutId id="2147483796" r:id="rId1"/>
    <p:sldLayoutId id="2147483797"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6.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5.xml"/></Relationships>
</file>

<file path=ppt/slides/_rels/slide11.xml.rels><?xml version="1.0" encoding="UTF-8" standalone="yes"?>
<Relationships xmlns="http://schemas.openxmlformats.org/package/2006/relationships"><Relationship Id="rId3" Type="http://schemas.openxmlformats.org/officeDocument/2006/relationships/hyperlink" Target="https://ibm.seismic.com/Link/Content/DCC7FMWGhTpR8G2Fh77BQhmBq3H3" TargetMode="External"/><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9.xml"/></Relationships>
</file>

<file path=ppt/slides/_rels/slide1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notesSlide" Target="../notesSlides/notesSlide11.xml"/><Relationship Id="rId1" Type="http://schemas.openxmlformats.org/officeDocument/2006/relationships/slideLayout" Target="../slideLayouts/slideLayout79.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 Id="rId9" Type="http://schemas.openxmlformats.org/officeDocument/2006/relationships/image" Target="../media/image17.svg"/></Relationships>
</file>

<file path=ppt/slides/_rels/slide1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notesSlide" Target="../notesSlides/notesSlide12.xml"/><Relationship Id="rId1" Type="http://schemas.openxmlformats.org/officeDocument/2006/relationships/slideLayout" Target="../slideLayouts/slideLayout79.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5" descr="Illustration of cyan arrows flowing to the upper right corner of slide">
            <a:extLst>
              <a:ext uri="{FF2B5EF4-FFF2-40B4-BE49-F238E27FC236}">
                <a16:creationId xmlns:a16="http://schemas.microsoft.com/office/drawing/2014/main" id="{7A26BA8C-2B66-639C-B127-8E9E2D96DC1D}"/>
              </a:ext>
            </a:extLst>
          </p:cNvPr>
          <p:cNvPicPr>
            <a:picLocks noGrp="1" noChangeAspect="1"/>
          </p:cNvPicPr>
          <p:nvPr>
            <p:ph type="pic" idx="4294967295"/>
          </p:nvPr>
        </p:nvPicPr>
        <p:blipFill>
          <a:blip r:embed="rId3"/>
          <a:srcRect l="40" r="40"/>
          <a:stretch>
            <a:fillRect/>
          </a:stretch>
        </p:blipFill>
        <p:spPr>
          <a:xfrm>
            <a:off x="6380917" y="286159"/>
            <a:ext cx="5520849" cy="6288511"/>
          </a:xfrm>
          <a:solidFill>
            <a:srgbClr val="E0E0E0"/>
          </a:solidFill>
        </p:spPr>
      </p:pic>
      <p:sp>
        <p:nvSpPr>
          <p:cNvPr id="3" name="Title 2">
            <a:extLst>
              <a:ext uri="{FF2B5EF4-FFF2-40B4-BE49-F238E27FC236}">
                <a16:creationId xmlns:a16="http://schemas.microsoft.com/office/drawing/2014/main" id="{56E169B2-8260-FFA9-E24B-87A2D3A06F67}"/>
              </a:ext>
            </a:extLst>
          </p:cNvPr>
          <p:cNvSpPr txBox="1">
            <a:spLocks noGrp="1"/>
          </p:cNvSpPr>
          <p:nvPr>
            <p:ph type="title"/>
          </p:nvPr>
        </p:nvSpPr>
        <p:spPr>
          <a:xfrm>
            <a:off x="290234" y="156003"/>
            <a:ext cx="6090683" cy="5990273"/>
          </a:xfrm>
        </p:spPr>
        <p:txBody>
          <a:bodyPr lIns="0" tIns="0" rIns="0" bIns="0" anchor="t"/>
          <a:lstStyle/>
          <a:p>
            <a:r>
              <a:rPr lang="en-US" dirty="0">
                <a:solidFill>
                  <a:srgbClr val="0F62FE"/>
                </a:solidFill>
              </a:rPr>
              <a:t>IBM Financial Services Market</a:t>
            </a:r>
            <a:br>
              <a:rPr lang="en-US" dirty="0">
                <a:solidFill>
                  <a:srgbClr val="0F62FE"/>
                </a:solidFill>
              </a:rPr>
            </a:br>
            <a:br>
              <a:rPr lang="en-US" dirty="0">
                <a:solidFill>
                  <a:srgbClr val="0F62FE"/>
                </a:solidFill>
              </a:rPr>
            </a:br>
            <a:r>
              <a:rPr lang="en-US" sz="2999" i="1" dirty="0"/>
              <a:t>Core to Modernization Pilot Program</a:t>
            </a:r>
            <a:br>
              <a:rPr lang="en-US" sz="2999" i="1" dirty="0"/>
            </a:br>
            <a:r>
              <a:rPr lang="en-US" sz="2999" i="1" dirty="0"/>
              <a:t>FSM – Product Connect, June 19</a:t>
            </a:r>
            <a:br>
              <a:rPr lang="en-US" sz="2999" i="1" dirty="0"/>
            </a:br>
            <a:br>
              <a:rPr lang="en-US" sz="2999" i="1" dirty="0"/>
            </a:br>
            <a:r>
              <a:rPr lang="en-US" sz="2000" b="1" i="1" dirty="0"/>
              <a:t>Meeting attendees:</a:t>
            </a:r>
            <a:br>
              <a:rPr lang="en-US" sz="2999" i="1" dirty="0"/>
            </a:br>
            <a:br>
              <a:rPr lang="en-US" sz="2999" i="1" dirty="0"/>
            </a:br>
            <a:r>
              <a:rPr lang="en-US" sz="2000" i="1" dirty="0"/>
              <a:t>Core Software Product Management:</a:t>
            </a:r>
            <a:br>
              <a:rPr lang="en-US" sz="2000" i="1" dirty="0"/>
            </a:br>
            <a:r>
              <a:rPr lang="en-US" sz="2000" i="1" dirty="0"/>
              <a:t>Priya Srinivasan, Carrie Rogers, Stacy Nawrocki, </a:t>
            </a:r>
            <a:br>
              <a:rPr lang="en-US" sz="2000" i="1" dirty="0"/>
            </a:br>
            <a:r>
              <a:rPr lang="en-US" sz="2000" i="1" dirty="0"/>
              <a:t>Will Streit, Martin Oberhofer, Melissa Modjeski</a:t>
            </a:r>
            <a:br>
              <a:rPr lang="en-US" sz="2000" i="1" dirty="0"/>
            </a:br>
            <a:br>
              <a:rPr lang="en-US" sz="2000" i="1" dirty="0"/>
            </a:br>
            <a:r>
              <a:rPr lang="en-US" sz="2000" i="1" dirty="0"/>
              <a:t>FSM Technical Sales:</a:t>
            </a:r>
            <a:br>
              <a:rPr lang="en-US" sz="2000" i="1" dirty="0"/>
            </a:br>
            <a:r>
              <a:rPr lang="en-US" sz="2000" i="1" dirty="0"/>
              <a:t>Krishnan NR, Rolando Franco, Monika Aggarwal</a:t>
            </a:r>
            <a:br>
              <a:rPr lang="en-US" sz="2000" i="1" dirty="0"/>
            </a:br>
            <a:br>
              <a:rPr lang="en-US" sz="2000" i="1" dirty="0"/>
            </a:br>
            <a:br>
              <a:rPr lang="en-US" sz="2000" i="1" dirty="0"/>
            </a:br>
            <a:br>
              <a:rPr lang="en-US" sz="2999" i="1" dirty="0"/>
            </a:br>
            <a:br>
              <a:rPr lang="en-US" sz="2999" i="1" dirty="0"/>
            </a:br>
            <a:br>
              <a:rPr lang="en-US" sz="2999" i="1" dirty="0"/>
            </a:br>
            <a:br>
              <a:rPr lang="en-US" sz="2999" i="1" dirty="0"/>
            </a:br>
            <a:br>
              <a:rPr lang="en-US" sz="2999" i="1" dirty="0"/>
            </a:br>
            <a:br>
              <a:rPr lang="en-US" sz="3299" i="1" dirty="0">
                <a:latin typeface="IBM Plex Sans Light" pitchFamily="34"/>
              </a:rPr>
            </a:br>
            <a:br>
              <a:rPr lang="en-US" sz="3299" i="1" dirty="0"/>
            </a:br>
            <a:r>
              <a:rPr lang="en-US" sz="1400" i="1" dirty="0"/>
              <a:t>May 11, </a:t>
            </a:r>
            <a:r>
              <a:rPr lang="en-US" sz="1400" dirty="0"/>
              <a:t>2026</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347472"/>
          </a:xfrm>
          <a:prstGeom prst="rect">
            <a:avLst/>
          </a:prstGeom>
          <a:noFill/>
          <a:ln/>
        </p:spPr>
        <p:txBody>
          <a:bodyPr wrap="square" lIns="0" tIns="0" rIns="0" bIns="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F2742"/>
                </a:solidFill>
                <a:effectLst/>
                <a:uLnTx/>
                <a:uFillTx/>
                <a:latin typeface="Aptos" pitchFamily="34" charset="0"/>
                <a:ea typeface="Aptos" pitchFamily="34" charset="-122"/>
                <a:cs typeface="Aptos" pitchFamily="34" charset="-120"/>
              </a:rPr>
              <a:t>FSM Product Connect with | Meeting Agenda</a:t>
            </a:r>
            <a:endParaRPr kumimoji="0" lang="en-US" sz="25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30352" y="749808"/>
            <a:ext cx="9646920" cy="256032"/>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6B7280"/>
                </a:solidFill>
                <a:effectLst/>
                <a:uLnTx/>
                <a:uFillTx/>
                <a:latin typeface="Aptos" pitchFamily="34" charset="0"/>
                <a:ea typeface="Aptos" pitchFamily="34" charset="-122"/>
                <a:cs typeface="Aptos" pitchFamily="34" charset="-120"/>
              </a:rPr>
              <a:t>Focus: validate where Core Product is involved, what needs leadership help, and how we support client-facing modernization.</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Shape 3"/>
          <p:cNvSpPr/>
          <p:nvPr/>
        </p:nvSpPr>
        <p:spPr>
          <a:xfrm>
            <a:off x="502920" y="1115568"/>
            <a:ext cx="11201400" cy="0"/>
          </a:xfrm>
          <a:prstGeom prst="line">
            <a:avLst/>
          </a:prstGeom>
          <a:noFill/>
          <a:ln w="12700">
            <a:solidFill>
              <a:srgbClr val="D9E1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Shape 4"/>
          <p:cNvSpPr/>
          <p:nvPr/>
        </p:nvSpPr>
        <p:spPr>
          <a:xfrm>
            <a:off x="502920" y="6089904"/>
            <a:ext cx="11201400" cy="0"/>
          </a:xfrm>
          <a:prstGeom prst="line">
            <a:avLst/>
          </a:prstGeom>
          <a:noFill/>
          <a:ln w="12700">
            <a:solidFill>
              <a:srgbClr val="D9E1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Text 5"/>
          <p:cNvSpPr/>
          <p:nvPr/>
        </p:nvSpPr>
        <p:spPr>
          <a:xfrm>
            <a:off x="502920" y="1371600"/>
            <a:ext cx="3611880" cy="4343400"/>
          </a:xfrm>
          <a:prstGeom prst="rect">
            <a:avLst/>
          </a:prstGeom>
          <a:solidFill>
            <a:srgbClr val="FFFFFF"/>
          </a:solidFill>
          <a:ln w="12700">
            <a:solidFill>
              <a:srgbClr val="D9E1EC"/>
            </a:solid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Shape 6"/>
          <p:cNvSpPr/>
          <p:nvPr/>
        </p:nvSpPr>
        <p:spPr>
          <a:xfrm>
            <a:off x="685800" y="1627632"/>
            <a:ext cx="3246120" cy="0"/>
          </a:xfrm>
          <a:prstGeom prst="line">
            <a:avLst/>
          </a:prstGeom>
          <a:noFill/>
          <a:ln w="26670">
            <a:solidFill>
              <a:srgbClr val="0F62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9" name="Text 7"/>
          <p:cNvSpPr/>
          <p:nvPr/>
        </p:nvSpPr>
        <p:spPr>
          <a:xfrm>
            <a:off x="704088" y="1819656"/>
            <a:ext cx="475488" cy="292608"/>
          </a:xfrm>
          <a:prstGeom prst="rect">
            <a:avLst/>
          </a:prstGeom>
          <a:solidFill>
            <a:srgbClr val="E8F0FF"/>
          </a:solidFill>
          <a:ln w="10160">
            <a:solidFill>
              <a:srgbClr val="CFE1FF"/>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01</a:t>
            </a:r>
            <a:endParaRPr kumimoji="0" lang="en-US" sz="1300" b="0" i="0" u="none" strike="noStrike" kern="1200" cap="none" spc="0" normalizeH="0" baseline="0" noProof="0" dirty="0">
              <a:ln>
                <a:noFill/>
              </a:ln>
              <a:solidFill>
                <a:prstClr val="black"/>
              </a:solidFill>
              <a:effectLst/>
              <a:uLnTx/>
              <a:uFillTx/>
              <a:latin typeface="Aptos"/>
              <a:ea typeface="+mn-ea"/>
              <a:cs typeface="+mn-cs"/>
            </a:endParaRPr>
          </a:p>
        </p:txBody>
      </p:sp>
      <p:pic>
        <p:nvPicPr>
          <p:cNvPr id="10" name="Image 0" descr="/mnt/data/icon_bullseye4.png"/>
          <p:cNvPicPr>
            <a:picLocks noChangeAspect="1"/>
          </p:cNvPicPr>
          <p:nvPr/>
        </p:nvPicPr>
        <p:blipFill>
          <a:blip r:embed="rId3"/>
          <a:stretch>
            <a:fillRect/>
          </a:stretch>
        </p:blipFill>
        <p:spPr>
          <a:xfrm>
            <a:off x="3474720" y="1783080"/>
            <a:ext cx="329184" cy="329184"/>
          </a:xfrm>
          <a:prstGeom prst="rect">
            <a:avLst/>
          </a:prstGeom>
        </p:spPr>
      </p:pic>
      <p:sp>
        <p:nvSpPr>
          <p:cNvPr id="11" name="Text 8"/>
          <p:cNvSpPr/>
          <p:nvPr/>
        </p:nvSpPr>
        <p:spPr>
          <a:xfrm>
            <a:off x="1252728" y="1819656"/>
            <a:ext cx="2103120" cy="320040"/>
          </a:xfrm>
          <a:prstGeom prst="rect">
            <a:avLst/>
          </a:prstGeom>
          <a:noFill/>
          <a:ln/>
        </p:spPr>
        <p:txBody>
          <a:bodyPr wrap="square" lIns="127" tIns="127" rIns="127" bIns="127" rtlCol="0" anchor="t">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F2742"/>
                </a:solidFill>
                <a:effectLst/>
                <a:uLnTx/>
                <a:uFillTx/>
                <a:latin typeface="Aptos" pitchFamily="34" charset="0"/>
                <a:ea typeface="Aptos" pitchFamily="34" charset="-122"/>
                <a:cs typeface="Aptos" pitchFamily="34" charset="-120"/>
              </a:rPr>
              <a:t>Status: Blueprint assets</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Text 9"/>
          <p:cNvSpPr/>
          <p:nvPr/>
        </p:nvSpPr>
        <p:spPr>
          <a:xfrm>
            <a:off x="832104" y="2423160"/>
            <a:ext cx="2953512" cy="2304288"/>
          </a:xfrm>
          <a:prstGeom prst="rect">
            <a:avLst/>
          </a:prstGeom>
          <a:noFill/>
          <a:ln/>
        </p:spPr>
        <p:txBody>
          <a:bodyPr wrap="square" lIns="254" tIns="254" rIns="254" bIns="254"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Quick recap of core assets</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Business Value Assessment (BVA)</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Product Modernization Technical View </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prstClr val="black"/>
                </a:solidFill>
                <a:effectLst/>
                <a:highlight>
                  <a:srgbClr val="FFFF00"/>
                </a:highlight>
                <a:uLnTx/>
                <a:uFillTx/>
                <a:latin typeface="Aptos"/>
                <a:ea typeface="+mn-ea"/>
                <a:cs typeface="+mn-cs"/>
              </a:rPr>
              <a:t>CSE credibility: Product Modernization Technical View + </a:t>
            </a:r>
            <a:r>
              <a:rPr lang="en-US" sz="1250" dirty="0">
                <a:solidFill>
                  <a:prstClr val="black"/>
                </a:solidFill>
                <a:highlight>
                  <a:srgbClr val="FFFF00"/>
                </a:highlight>
                <a:latin typeface="Aptos"/>
              </a:rPr>
              <a:t>BVA </a:t>
            </a:r>
            <a:r>
              <a:rPr kumimoji="0" lang="en-US" sz="1250" b="0" i="0" u="none" strike="noStrike" kern="1200" cap="none" spc="0" normalizeH="0" baseline="0" noProof="0" dirty="0">
                <a:ln>
                  <a:noFill/>
                </a:ln>
                <a:solidFill>
                  <a:prstClr val="black"/>
                </a:solidFill>
                <a:effectLst/>
                <a:highlight>
                  <a:srgbClr val="FFFF00"/>
                </a:highlight>
                <a:uLnTx/>
                <a:uFillTx/>
                <a:latin typeface="Aptos"/>
                <a:ea typeface="+mn-ea"/>
                <a:cs typeface="+mn-cs"/>
              </a:rPr>
              <a:t>+ product proof</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Text 10"/>
          <p:cNvSpPr/>
          <p:nvPr/>
        </p:nvSpPr>
        <p:spPr>
          <a:xfrm>
            <a:off x="731520" y="5001768"/>
            <a:ext cx="3154680" cy="457200"/>
          </a:xfrm>
          <a:prstGeom prst="rect">
            <a:avLst/>
          </a:prstGeom>
          <a:solidFill>
            <a:srgbClr val="F3F7FF"/>
          </a:solidFill>
          <a:ln w="8890">
            <a:solidFill>
              <a:srgbClr val="D8E6FF"/>
            </a:solidFill>
          </a:ln>
        </p:spPr>
        <p:txBody>
          <a:bodyPr wrap="square" lIns="635" tIns="635" rIns="635" bIns="635"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0F2742"/>
                </a:solidFill>
                <a:effectLst/>
                <a:uLnTx/>
                <a:uFillTx/>
                <a:latin typeface="Aptos" pitchFamily="34" charset="0"/>
                <a:ea typeface="Aptos" pitchFamily="34" charset="-122"/>
                <a:cs typeface="Aptos" pitchFamily="34" charset="-120"/>
              </a:rPr>
              <a:t>Outcome: validate asset purpose and usage.</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Text 11"/>
          <p:cNvSpPr/>
          <p:nvPr/>
        </p:nvSpPr>
        <p:spPr>
          <a:xfrm>
            <a:off x="4389120" y="1371600"/>
            <a:ext cx="3611880" cy="4343400"/>
          </a:xfrm>
          <a:prstGeom prst="rect">
            <a:avLst/>
          </a:prstGeom>
          <a:solidFill>
            <a:srgbClr val="FFFFFF"/>
          </a:solidFill>
          <a:ln w="12700">
            <a:solidFill>
              <a:srgbClr val="D9E1EC"/>
            </a:solid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Shape 12"/>
          <p:cNvSpPr/>
          <p:nvPr/>
        </p:nvSpPr>
        <p:spPr>
          <a:xfrm>
            <a:off x="4572000" y="1627632"/>
            <a:ext cx="3246120" cy="0"/>
          </a:xfrm>
          <a:prstGeom prst="line">
            <a:avLst/>
          </a:prstGeom>
          <a:noFill/>
          <a:ln w="26670">
            <a:solidFill>
              <a:srgbClr val="0E7C6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3"/>
          <p:cNvSpPr/>
          <p:nvPr/>
        </p:nvSpPr>
        <p:spPr>
          <a:xfrm>
            <a:off x="4590288" y="1819656"/>
            <a:ext cx="475488" cy="292608"/>
          </a:xfrm>
          <a:prstGeom prst="rect">
            <a:avLst/>
          </a:prstGeom>
          <a:solidFill>
            <a:srgbClr val="E5F4EF"/>
          </a:solidFill>
          <a:ln w="10160">
            <a:solidFill>
              <a:srgbClr val="C8E6DA"/>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7C66"/>
                </a:solidFill>
                <a:effectLst/>
                <a:uLnTx/>
                <a:uFillTx/>
                <a:latin typeface="Aptos" pitchFamily="34" charset="0"/>
                <a:ea typeface="Aptos" pitchFamily="34" charset="-122"/>
                <a:cs typeface="Aptos" pitchFamily="34" charset="-120"/>
              </a:rPr>
              <a:t>02</a:t>
            </a:r>
            <a:endParaRPr kumimoji="0" lang="en-US" sz="1300" b="0" i="0" u="none" strike="noStrike" kern="1200" cap="none" spc="0" normalizeH="0" baseline="0" noProof="0" dirty="0">
              <a:ln>
                <a:noFill/>
              </a:ln>
              <a:solidFill>
                <a:prstClr val="black"/>
              </a:solidFill>
              <a:effectLst/>
              <a:uLnTx/>
              <a:uFillTx/>
              <a:latin typeface="Aptos"/>
              <a:ea typeface="+mn-ea"/>
              <a:cs typeface="+mn-cs"/>
            </a:endParaRPr>
          </a:p>
        </p:txBody>
      </p:sp>
      <p:pic>
        <p:nvPicPr>
          <p:cNvPr id="17" name="Image 1" descr="/mnt/data/icon_barchart_fixed.png"/>
          <p:cNvPicPr>
            <a:picLocks noChangeAspect="1"/>
          </p:cNvPicPr>
          <p:nvPr/>
        </p:nvPicPr>
        <p:blipFill>
          <a:blip r:embed="rId4"/>
          <a:stretch>
            <a:fillRect/>
          </a:stretch>
        </p:blipFill>
        <p:spPr>
          <a:xfrm>
            <a:off x="7434072" y="1792224"/>
            <a:ext cx="329184" cy="329184"/>
          </a:xfrm>
          <a:prstGeom prst="rect">
            <a:avLst/>
          </a:prstGeom>
        </p:spPr>
      </p:pic>
      <p:sp>
        <p:nvSpPr>
          <p:cNvPr id="18" name="Text 14"/>
          <p:cNvSpPr/>
          <p:nvPr/>
        </p:nvSpPr>
        <p:spPr>
          <a:xfrm>
            <a:off x="5138928" y="1760220"/>
            <a:ext cx="2221992" cy="320040"/>
          </a:xfrm>
          <a:prstGeom prst="rect">
            <a:avLst/>
          </a:prstGeom>
          <a:noFill/>
          <a:ln/>
        </p:spPr>
        <p:txBody>
          <a:bodyPr wrap="square" lIns="127" tIns="127" rIns="127" bIns="127"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F2742"/>
                </a:solidFill>
                <a:effectLst/>
                <a:uLnTx/>
                <a:uFillTx/>
                <a:latin typeface="Aptos" pitchFamily="34" charset="0"/>
                <a:ea typeface="+mn-ea"/>
                <a:cs typeface="+mn-cs"/>
              </a:rPr>
              <a:t>Product</a:t>
            </a:r>
            <a:r>
              <a:rPr kumimoji="0" lang="en-US" sz="1600" b="1" i="0" u="none" strike="noStrike" kern="1200" cap="none" spc="0" normalizeH="0" baseline="0" noProof="0" dirty="0">
                <a:ln>
                  <a:noFill/>
                </a:ln>
                <a:solidFill>
                  <a:srgbClr val="0F2742"/>
                </a:solidFill>
                <a:effectLst/>
                <a:uLnTx/>
                <a:uFillTx/>
                <a:latin typeface="Aptos" pitchFamily="34" charset="0"/>
                <a:ea typeface="Aptos" pitchFamily="34" charset="-122"/>
                <a:cs typeface="Aptos" pitchFamily="34" charset="-120"/>
              </a:rPr>
              <a:t> </a:t>
            </a:r>
            <a:r>
              <a:rPr kumimoji="0" lang="en-US" sz="1600" b="1" i="0" u="none" strike="noStrike" kern="1200" cap="none" spc="0" normalizeH="0" baseline="0" noProof="0" dirty="0">
                <a:ln>
                  <a:noFill/>
                </a:ln>
                <a:solidFill>
                  <a:srgbClr val="0F2742"/>
                </a:solidFill>
                <a:effectLst/>
                <a:uLnTx/>
                <a:uFillTx/>
                <a:latin typeface="Aptos" pitchFamily="34" charset="0"/>
                <a:ea typeface="+mn-ea"/>
                <a:cs typeface="+mn-cs"/>
              </a:rPr>
              <a:t>Engagement</a:t>
            </a:r>
            <a:r>
              <a:rPr kumimoji="0" lang="en-US" sz="1600" b="1" i="0" u="none" strike="noStrike" kern="1200" cap="none" spc="0" normalizeH="0" baseline="0" noProof="0" dirty="0">
                <a:ln>
                  <a:noFill/>
                </a:ln>
                <a:solidFill>
                  <a:srgbClr val="0F2742"/>
                </a:solidFill>
                <a:effectLst/>
                <a:uLnTx/>
                <a:uFillTx/>
                <a:latin typeface="Aptos" pitchFamily="34" charset="0"/>
                <a:ea typeface="Aptos" pitchFamily="34" charset="-122"/>
                <a:cs typeface="Aptos" pitchFamily="34" charset="-120"/>
              </a:rPr>
              <a:t> on Modernization pilots</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Text 15"/>
          <p:cNvSpPr/>
          <p:nvPr/>
        </p:nvSpPr>
        <p:spPr>
          <a:xfrm>
            <a:off x="4718304" y="2423160"/>
            <a:ext cx="2953512" cy="2304288"/>
          </a:xfrm>
          <a:prstGeom prst="rect">
            <a:avLst/>
          </a:prstGeom>
          <a:noFill/>
          <a:ln/>
        </p:spPr>
        <p:txBody>
          <a:bodyPr wrap="square" lIns="254" tIns="254" rIns="254" bIns="254"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Product Engagement Review: where Product is already engaged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Executive Ask View: what needs Product leadership help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Portfolio Heatmap: patterns across products and pillars</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20" name="Text 16"/>
          <p:cNvSpPr/>
          <p:nvPr/>
        </p:nvSpPr>
        <p:spPr>
          <a:xfrm>
            <a:off x="4617720" y="5001768"/>
            <a:ext cx="3154680" cy="457200"/>
          </a:xfrm>
          <a:prstGeom prst="rect">
            <a:avLst/>
          </a:prstGeom>
          <a:solidFill>
            <a:srgbClr val="F2FAF7"/>
          </a:solidFill>
          <a:ln w="8890">
            <a:solidFill>
              <a:srgbClr val="D6EDE4"/>
            </a:solidFill>
          </a:ln>
        </p:spPr>
        <p:txBody>
          <a:bodyPr wrap="square" lIns="635" tIns="635" rIns="635" bIns="635"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0F2742"/>
                </a:solidFill>
                <a:effectLst/>
                <a:uLnTx/>
                <a:uFillTx/>
                <a:latin typeface="Aptos" pitchFamily="34" charset="0"/>
                <a:ea typeface="Aptos" pitchFamily="34" charset="-122"/>
                <a:cs typeface="Aptos" pitchFamily="34" charset="-120"/>
              </a:rPr>
              <a:t>Outcome: agree on visibility and routing.</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7"/>
          <p:cNvSpPr/>
          <p:nvPr/>
        </p:nvSpPr>
        <p:spPr>
          <a:xfrm>
            <a:off x="8275320" y="1371600"/>
            <a:ext cx="3611880" cy="4343400"/>
          </a:xfrm>
          <a:prstGeom prst="rect">
            <a:avLst/>
          </a:prstGeom>
          <a:solidFill>
            <a:srgbClr val="FFFFFF"/>
          </a:solidFill>
          <a:ln w="12700">
            <a:solidFill>
              <a:srgbClr val="D9E1EC"/>
            </a:solid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Shape 18"/>
          <p:cNvSpPr/>
          <p:nvPr/>
        </p:nvSpPr>
        <p:spPr>
          <a:xfrm>
            <a:off x="8458200" y="1627632"/>
            <a:ext cx="3246120" cy="0"/>
          </a:xfrm>
          <a:prstGeom prst="line">
            <a:avLst/>
          </a:prstGeom>
          <a:noFill/>
          <a:ln w="26670">
            <a:solidFill>
              <a:srgbClr val="B7791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3" name="Text 19"/>
          <p:cNvSpPr/>
          <p:nvPr/>
        </p:nvSpPr>
        <p:spPr>
          <a:xfrm>
            <a:off x="8476488" y="1819656"/>
            <a:ext cx="475488" cy="292608"/>
          </a:xfrm>
          <a:prstGeom prst="rect">
            <a:avLst/>
          </a:prstGeom>
          <a:solidFill>
            <a:srgbClr val="FFF4DA"/>
          </a:solidFill>
          <a:ln w="10160">
            <a:solidFill>
              <a:srgbClr val="F5D99A"/>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791F"/>
                </a:solidFill>
                <a:effectLst/>
                <a:uLnTx/>
                <a:uFillTx/>
                <a:latin typeface="Aptos" pitchFamily="34" charset="0"/>
                <a:ea typeface="Aptos" pitchFamily="34" charset="-122"/>
                <a:cs typeface="Aptos" pitchFamily="34" charset="-120"/>
              </a:rPr>
              <a:t>03</a:t>
            </a:r>
            <a:endParaRPr kumimoji="0" lang="en-US" sz="1300" b="0" i="0" u="none" strike="noStrike" kern="1200" cap="none" spc="0" normalizeH="0" baseline="0" noProof="0" dirty="0">
              <a:ln>
                <a:noFill/>
              </a:ln>
              <a:solidFill>
                <a:prstClr val="black"/>
              </a:solidFill>
              <a:effectLst/>
              <a:uLnTx/>
              <a:uFillTx/>
              <a:latin typeface="Aptos"/>
              <a:ea typeface="+mn-ea"/>
              <a:cs typeface="+mn-cs"/>
            </a:endParaRPr>
          </a:p>
        </p:txBody>
      </p:sp>
      <p:pic>
        <p:nvPicPr>
          <p:cNvPr id="24" name="Image 2" descr="/mnt/data/icon_rocket_fixed.png"/>
          <p:cNvPicPr>
            <a:picLocks noChangeAspect="1"/>
          </p:cNvPicPr>
          <p:nvPr/>
        </p:nvPicPr>
        <p:blipFill>
          <a:blip r:embed="rId5"/>
          <a:stretch>
            <a:fillRect/>
          </a:stretch>
        </p:blipFill>
        <p:spPr>
          <a:xfrm>
            <a:off x="11247120" y="1783080"/>
            <a:ext cx="329184" cy="329184"/>
          </a:xfrm>
          <a:prstGeom prst="rect">
            <a:avLst/>
          </a:prstGeom>
        </p:spPr>
      </p:pic>
      <p:sp>
        <p:nvSpPr>
          <p:cNvPr id="25" name="Text 20"/>
          <p:cNvSpPr/>
          <p:nvPr/>
        </p:nvSpPr>
        <p:spPr>
          <a:xfrm>
            <a:off x="9025128" y="1819656"/>
            <a:ext cx="2103120" cy="320040"/>
          </a:xfrm>
          <a:prstGeom prst="rect">
            <a:avLst/>
          </a:prstGeom>
          <a:noFill/>
          <a:ln/>
        </p:spPr>
        <p:txBody>
          <a:bodyPr wrap="square" lIns="127" tIns="127" rIns="127" bIns="127" rtlCol="0" anchor="t">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F2742"/>
                </a:solidFill>
                <a:effectLst/>
                <a:uLnTx/>
                <a:uFillTx/>
                <a:latin typeface="Aptos" pitchFamily="34" charset="0"/>
                <a:ea typeface="Aptos" pitchFamily="34" charset="-122"/>
                <a:cs typeface="Aptos" pitchFamily="34" charset="-120"/>
              </a:rPr>
              <a:t>Client briefing sessions</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26" name="Text 21"/>
          <p:cNvSpPr/>
          <p:nvPr/>
        </p:nvSpPr>
        <p:spPr>
          <a:xfrm>
            <a:off x="8604504" y="2423160"/>
            <a:ext cx="2953512" cy="2304288"/>
          </a:xfrm>
          <a:prstGeom prst="rect">
            <a:avLst/>
          </a:prstGeom>
          <a:noFill/>
          <a:ln/>
        </p:spPr>
        <p:txBody>
          <a:bodyPr wrap="square" lIns="254" tIns="254" rIns="254" bIns="254"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Align on Product role in client-facing modernization sessions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Confirm PM, roadmap, and product proof support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Identify where executive presence or sponsorship is needed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 Connect briefings to account motion and follow-up ownership</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27" name="Text 22"/>
          <p:cNvSpPr/>
          <p:nvPr/>
        </p:nvSpPr>
        <p:spPr>
          <a:xfrm>
            <a:off x="8503920" y="5001768"/>
            <a:ext cx="3154680" cy="457200"/>
          </a:xfrm>
          <a:prstGeom prst="rect">
            <a:avLst/>
          </a:prstGeom>
          <a:solidFill>
            <a:srgbClr val="FFF9EC"/>
          </a:solidFill>
          <a:ln w="8890">
            <a:solidFill>
              <a:srgbClr val="F6E2B5"/>
            </a:solidFill>
          </a:ln>
        </p:spPr>
        <p:txBody>
          <a:bodyPr wrap="square" lIns="635" tIns="635" rIns="635" bIns="635"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0F2742"/>
                </a:solidFill>
                <a:effectLst/>
                <a:uLnTx/>
                <a:uFillTx/>
                <a:latin typeface="Aptos" pitchFamily="34" charset="0"/>
                <a:ea typeface="Aptos" pitchFamily="34" charset="-122"/>
                <a:cs typeface="Aptos" pitchFamily="34" charset="-120"/>
              </a:rPr>
              <a:t>Outcome: confirm support model and next events.</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Text 23"/>
          <p:cNvSpPr/>
          <p:nvPr/>
        </p:nvSpPr>
        <p:spPr>
          <a:xfrm>
            <a:off x="566928" y="6245352"/>
            <a:ext cx="256032" cy="256032"/>
          </a:xfrm>
          <a:prstGeom prst="rect">
            <a:avLst/>
          </a:prstGeom>
          <a:solidFill>
            <a:srgbClr val="0F62FE"/>
          </a:solidFill>
          <a:ln>
            <a:solidFill>
              <a:srgbClr val="0F62FE">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29" name="Text 24"/>
          <p:cNvSpPr/>
          <p:nvPr/>
        </p:nvSpPr>
        <p:spPr>
          <a:xfrm>
            <a:off x="932688" y="6254496"/>
            <a:ext cx="804672" cy="237744"/>
          </a:xfrm>
          <a:prstGeom prst="rect">
            <a:avLst/>
          </a:prstGeom>
          <a:noFill/>
          <a:ln/>
        </p:spPr>
        <p:txBody>
          <a:bodyPr wrap="square" lIns="0" tIns="0" rIns="0" bIns="0" rtlCol="0" anchor="t">
            <a:normAutofit fontScale="850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2742"/>
                </a:solidFill>
                <a:effectLst/>
                <a:uLnTx/>
                <a:uFillTx/>
                <a:latin typeface="Aptos" pitchFamily="34" charset="0"/>
                <a:ea typeface="Aptos" pitchFamily="34" charset="-122"/>
                <a:cs typeface="Aptos" pitchFamily="34" charset="-120"/>
              </a:rPr>
              <a:t>Target close:</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30" name="Text 25"/>
          <p:cNvSpPr/>
          <p:nvPr/>
        </p:nvSpPr>
        <p:spPr>
          <a:xfrm>
            <a:off x="2011680" y="6254496"/>
            <a:ext cx="8823960" cy="256032"/>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B5563"/>
                </a:solidFill>
                <a:effectLst/>
                <a:uLnTx/>
                <a:uFillTx/>
                <a:latin typeface="Aptos" pitchFamily="34" charset="0"/>
                <a:ea typeface="Aptos" pitchFamily="34" charset="-122"/>
                <a:cs typeface="Aptos" pitchFamily="34" charset="-120"/>
              </a:rPr>
              <a:t>Validate Product involvement views, confirm leadership asks, and align on client briefing support model.</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31" name="Text 26"/>
          <p:cNvSpPr/>
          <p:nvPr/>
        </p:nvSpPr>
        <p:spPr>
          <a:xfrm>
            <a:off x="9464040" y="6519672"/>
            <a:ext cx="2103120" cy="164592"/>
          </a:xfrm>
          <a:prstGeom prst="rect">
            <a:avLst/>
          </a:prstGeom>
          <a:noFill/>
          <a:ln/>
        </p:spPr>
        <p:txBody>
          <a:bodyPr wrap="square" lIns="0" tIns="0" rIns="0" bIns="0" rtlCol="0" anchor="t">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8A94A6"/>
                </a:solidFill>
                <a:effectLst/>
                <a:uLnTx/>
                <a:uFillTx/>
                <a:latin typeface="Aptos" pitchFamily="34" charset="0"/>
                <a:ea typeface="Aptos" pitchFamily="34" charset="-122"/>
                <a:cs typeface="Aptos" pitchFamily="34" charset="-120"/>
              </a:rPr>
              <a:t>Core Software Modernization | Product Connect</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A53A7-21FE-D684-BDE0-BED3B896E7D9}"/>
            </a:ext>
          </a:extLst>
        </p:cNvPr>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A7E65938-A63C-9F0A-9A39-D0BD2D5D8954}"/>
              </a:ext>
            </a:extLst>
          </p:cNvPr>
          <p:cNvSpPr txBox="1"/>
          <p:nvPr/>
        </p:nvSpPr>
        <p:spPr>
          <a:xfrm>
            <a:off x="11769264" y="6475462"/>
            <a:ext cx="135437" cy="123094"/>
          </a:xfrm>
          <a:prstGeom prst="rect">
            <a:avLst/>
          </a:prstGeom>
          <a:noFill/>
          <a:ln cap="flat">
            <a:noFill/>
          </a:ln>
        </p:spPr>
        <p:txBody>
          <a:bodyPr vert="horz" wrap="square" lIns="0" tIns="0" rIns="0" bIns="0" anchor="b" anchorCtr="0" compatLnSpc="1">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lvl="0" indent="0" algn="r" defTabSz="914505"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F236CF04-9176-8B4F-A590-9E50191D84F4}" type="slidenum">
              <a:rPr kumimoji="0" lang="en-US" sz="800" b="0" i="0" u="none" strike="noStrike" kern="1200" cap="none" spc="0" normalizeH="0" baseline="0" noProof="0">
                <a:ln>
                  <a:noFill/>
                </a:ln>
                <a:solidFill>
                  <a:srgbClr val="000000"/>
                </a:solidFill>
                <a:effectLst/>
                <a:uLnTx/>
                <a:uFillTx/>
                <a:latin typeface="IBM Plex Sans" pitchFamily="34"/>
                <a:ea typeface="+mn-ea"/>
                <a:cs typeface="+mn-cs"/>
              </a:rPr>
              <a:pPr marL="0" marR="0" lvl="0" indent="0" algn="r" defTabSz="914505"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3</a:t>
            </a:fld>
            <a:endParaRPr kumimoji="0" lang="en-US" sz="800" b="0" i="0" u="none" strike="noStrike" kern="1200" cap="none" spc="0" normalizeH="0" baseline="0" noProof="0">
              <a:ln>
                <a:noFill/>
              </a:ln>
              <a:solidFill>
                <a:srgbClr val="000000"/>
              </a:solidFill>
              <a:effectLst/>
              <a:uLnTx/>
              <a:uFillTx/>
              <a:latin typeface="IBM Plex Sans" pitchFamily="34"/>
              <a:ea typeface="+mn-ea"/>
              <a:cs typeface="+mn-cs"/>
            </a:endParaRPr>
          </a:p>
        </p:txBody>
      </p:sp>
      <p:sp>
        <p:nvSpPr>
          <p:cNvPr id="2" name="Content Placeholder 1">
            <a:extLst>
              <a:ext uri="{FF2B5EF4-FFF2-40B4-BE49-F238E27FC236}">
                <a16:creationId xmlns:a16="http://schemas.microsoft.com/office/drawing/2014/main" id="{60413399-27BF-DE8B-1EA7-DE8813E2241D}"/>
              </a:ext>
            </a:extLst>
          </p:cNvPr>
          <p:cNvSpPr txBox="1">
            <a:spLocks/>
          </p:cNvSpPr>
          <p:nvPr/>
        </p:nvSpPr>
        <p:spPr>
          <a:xfrm>
            <a:off x="305550" y="229017"/>
            <a:ext cx="7946684" cy="319394"/>
          </a:xfrm>
          <a:prstGeom prst="rect">
            <a:avLst/>
          </a:prstGeom>
        </p:spPr>
        <p:txBody>
          <a:bodyPr vert="horz"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2200" dirty="0"/>
              <a:t>Core to Modernization (C2M)</a:t>
            </a:r>
          </a:p>
        </p:txBody>
      </p:sp>
      <p:grpSp>
        <p:nvGrpSpPr>
          <p:cNvPr id="28" name="Group 27">
            <a:extLst>
              <a:ext uri="{FF2B5EF4-FFF2-40B4-BE49-F238E27FC236}">
                <a16:creationId xmlns:a16="http://schemas.microsoft.com/office/drawing/2014/main" id="{29228CA3-6647-500D-1304-3DB97368908F}"/>
              </a:ext>
            </a:extLst>
          </p:cNvPr>
          <p:cNvGrpSpPr/>
          <p:nvPr/>
        </p:nvGrpSpPr>
        <p:grpSpPr>
          <a:xfrm>
            <a:off x="10482535" y="183198"/>
            <a:ext cx="1434137" cy="790956"/>
            <a:chOff x="9182872" y="11160287"/>
            <a:chExt cx="2868648" cy="1582118"/>
          </a:xfrm>
        </p:grpSpPr>
        <p:sp>
          <p:nvSpPr>
            <p:cNvPr id="29" name="Rectangle 28">
              <a:extLst>
                <a:ext uri="{FF2B5EF4-FFF2-40B4-BE49-F238E27FC236}">
                  <a16:creationId xmlns:a16="http://schemas.microsoft.com/office/drawing/2014/main" id="{86F5AA37-A613-FA33-E934-30D97EF0F8F3}"/>
                </a:ext>
              </a:extLst>
            </p:cNvPr>
            <p:cNvSpPr/>
            <p:nvPr/>
          </p:nvSpPr>
          <p:spPr bwMode="auto">
            <a:xfrm>
              <a:off x="9182872" y="11458947"/>
              <a:ext cx="1434325" cy="1283458"/>
            </a:xfrm>
            <a:prstGeom prst="rect">
              <a:avLst/>
            </a:prstGeom>
            <a:gradFill>
              <a:gsLst>
                <a:gs pos="0">
                  <a:schemeClr val="accent1">
                    <a:lumMod val="20000"/>
                    <a:lumOff val="80000"/>
                  </a:schemeClr>
                </a:gs>
                <a:gs pos="100000">
                  <a:schemeClr val="accent2">
                    <a:lumMod val="20000"/>
                    <a:lumOff val="80000"/>
                  </a:schemeClr>
                </a:gs>
              </a:gsLst>
              <a:lin ang="54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sp>
          <p:nvSpPr>
            <p:cNvPr id="30" name="Freeform 29">
              <a:extLst>
                <a:ext uri="{FF2B5EF4-FFF2-40B4-BE49-F238E27FC236}">
                  <a16:creationId xmlns:a16="http://schemas.microsoft.com/office/drawing/2014/main" id="{C362A993-D677-982B-3CA1-E0EF3FE9847D}"/>
                </a:ext>
              </a:extLst>
            </p:cNvPr>
            <p:cNvSpPr/>
            <p:nvPr/>
          </p:nvSpPr>
          <p:spPr bwMode="auto">
            <a:xfrm>
              <a:off x="9371005" y="11599685"/>
              <a:ext cx="1058057" cy="500122"/>
            </a:xfrm>
            <a:custGeom>
              <a:avLst/>
              <a:gdLst>
                <a:gd name="csX0" fmla="*/ 4285462 w 8570925"/>
                <a:gd name="csY0" fmla="*/ 0 h 4051300"/>
                <a:gd name="csX1" fmla="*/ 8555900 w 8570925"/>
                <a:gd name="csY1" fmla="*/ 3853707 h 4051300"/>
                <a:gd name="csX2" fmla="*/ 8570925 w 8570925"/>
                <a:gd name="csY2" fmla="*/ 4051300 h 4051300"/>
                <a:gd name="csX3" fmla="*/ 0 w 8570925"/>
                <a:gd name="csY3" fmla="*/ 4051300 h 4051300"/>
                <a:gd name="csX4" fmla="*/ 15024 w 8570925"/>
                <a:gd name="csY4" fmla="*/ 3853707 h 4051300"/>
                <a:gd name="csX5" fmla="*/ 4285462 w 8570925"/>
                <a:gd name="csY5" fmla="*/ 0 h 4051300"/>
              </a:gdLst>
              <a:ahLst/>
              <a:cxnLst>
                <a:cxn ang="0">
                  <a:pos x="csX0" y="csY0"/>
                </a:cxn>
                <a:cxn ang="0">
                  <a:pos x="csX1" y="csY1"/>
                </a:cxn>
                <a:cxn ang="0">
                  <a:pos x="csX2" y="csY2"/>
                </a:cxn>
                <a:cxn ang="0">
                  <a:pos x="csX3" y="csY3"/>
                </a:cxn>
                <a:cxn ang="0">
                  <a:pos x="csX4" y="csY4"/>
                </a:cxn>
                <a:cxn ang="0">
                  <a:pos x="csX5" y="csY5"/>
                </a:cxn>
              </a:cxnLst>
              <a:rect l="l" t="t" r="r" b="b"/>
              <a:pathLst>
                <a:path w="8570925" h="4051300">
                  <a:moveTo>
                    <a:pt x="4285462" y="0"/>
                  </a:moveTo>
                  <a:cubicBezTo>
                    <a:pt x="6508029" y="0"/>
                    <a:pt x="8336076" y="1689136"/>
                    <a:pt x="8555900" y="3853707"/>
                  </a:cubicBezTo>
                  <a:lnTo>
                    <a:pt x="8570925" y="4051300"/>
                  </a:lnTo>
                  <a:lnTo>
                    <a:pt x="0" y="4051300"/>
                  </a:lnTo>
                  <a:lnTo>
                    <a:pt x="15024" y="3853707"/>
                  </a:lnTo>
                  <a:cubicBezTo>
                    <a:pt x="234848" y="1689136"/>
                    <a:pt x="2062895" y="0"/>
                    <a:pt x="4285462" y="0"/>
                  </a:cubicBezTo>
                  <a:close/>
                </a:path>
              </a:pathLst>
            </a:cu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sp>
          <p:nvSpPr>
            <p:cNvPr id="31" name="Freeform 30">
              <a:extLst>
                <a:ext uri="{FF2B5EF4-FFF2-40B4-BE49-F238E27FC236}">
                  <a16:creationId xmlns:a16="http://schemas.microsoft.com/office/drawing/2014/main" id="{6DF3DB8B-5ADF-F14E-025D-844578FFC894}"/>
                </a:ext>
              </a:extLst>
            </p:cNvPr>
            <p:cNvSpPr/>
            <p:nvPr/>
          </p:nvSpPr>
          <p:spPr bwMode="auto">
            <a:xfrm>
              <a:off x="9371005" y="12171045"/>
              <a:ext cx="1058057" cy="500122"/>
            </a:xfrm>
            <a:custGeom>
              <a:avLst/>
              <a:gdLst>
                <a:gd name="csX0" fmla="*/ 0 w 8570925"/>
                <a:gd name="csY0" fmla="*/ 0 h 4051300"/>
                <a:gd name="csX1" fmla="*/ 8570925 w 8570925"/>
                <a:gd name="csY1" fmla="*/ 0 h 4051300"/>
                <a:gd name="csX2" fmla="*/ 8555900 w 8570925"/>
                <a:gd name="csY2" fmla="*/ 197593 h 4051300"/>
                <a:gd name="csX3" fmla="*/ 4285462 w 8570925"/>
                <a:gd name="csY3" fmla="*/ 4051300 h 4051300"/>
                <a:gd name="csX4" fmla="*/ 15024 w 8570925"/>
                <a:gd name="csY4" fmla="*/ 197593 h 4051300"/>
                <a:gd name="csX5" fmla="*/ 0 w 8570925"/>
                <a:gd name="csY5" fmla="*/ 0 h 4051300"/>
              </a:gdLst>
              <a:ahLst/>
              <a:cxnLst>
                <a:cxn ang="0">
                  <a:pos x="csX0" y="csY0"/>
                </a:cxn>
                <a:cxn ang="0">
                  <a:pos x="csX1" y="csY1"/>
                </a:cxn>
                <a:cxn ang="0">
                  <a:pos x="csX2" y="csY2"/>
                </a:cxn>
                <a:cxn ang="0">
                  <a:pos x="csX3" y="csY3"/>
                </a:cxn>
                <a:cxn ang="0">
                  <a:pos x="csX4" y="csY4"/>
                </a:cxn>
                <a:cxn ang="0">
                  <a:pos x="csX5" y="csY5"/>
                </a:cxn>
              </a:cxnLst>
              <a:rect l="l" t="t" r="r" b="b"/>
              <a:pathLst>
                <a:path w="8570925" h="4051300">
                  <a:moveTo>
                    <a:pt x="0" y="0"/>
                  </a:moveTo>
                  <a:lnTo>
                    <a:pt x="8570925" y="0"/>
                  </a:lnTo>
                  <a:lnTo>
                    <a:pt x="8555900" y="197593"/>
                  </a:lnTo>
                  <a:cubicBezTo>
                    <a:pt x="8336076" y="2362163"/>
                    <a:pt x="6508029" y="4051300"/>
                    <a:pt x="4285462" y="4051300"/>
                  </a:cubicBezTo>
                  <a:cubicBezTo>
                    <a:pt x="2062895" y="4051300"/>
                    <a:pt x="234848" y="2362163"/>
                    <a:pt x="15024" y="197593"/>
                  </a:cubicBezTo>
                  <a:lnTo>
                    <a:pt x="0" y="0"/>
                  </a:lnTo>
                  <a:close/>
                </a:path>
              </a:pathLst>
            </a:custGeom>
            <a:solidFill>
              <a:schemeClr val="bg1">
                <a:alpha val="75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sp>
          <p:nvSpPr>
            <p:cNvPr id="35" name="Rectangle 34">
              <a:extLst>
                <a:ext uri="{FF2B5EF4-FFF2-40B4-BE49-F238E27FC236}">
                  <a16:creationId xmlns:a16="http://schemas.microsoft.com/office/drawing/2014/main" id="{8178D921-2D3D-F728-A08A-2C72C1B53CF4}"/>
                </a:ext>
              </a:extLst>
            </p:cNvPr>
            <p:cNvSpPr/>
            <p:nvPr/>
          </p:nvSpPr>
          <p:spPr bwMode="auto">
            <a:xfrm>
              <a:off x="10617195" y="11458947"/>
              <a:ext cx="1434325" cy="1283458"/>
            </a:xfrm>
            <a:prstGeom prst="rect">
              <a:avLst/>
            </a:prstGeom>
            <a:gradFill>
              <a:gsLst>
                <a:gs pos="0">
                  <a:schemeClr val="accent2">
                    <a:lumMod val="20000"/>
                    <a:lumOff val="80000"/>
                  </a:schemeClr>
                </a:gs>
                <a:gs pos="100000">
                  <a:schemeClr val="accent1">
                    <a:lumMod val="40000"/>
                    <a:lumOff val="60000"/>
                  </a:schemeClr>
                </a:gs>
              </a:gsLst>
              <a:lin ang="5400000" scaled="1"/>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sp>
          <p:nvSpPr>
            <p:cNvPr id="36" name="Oval 35">
              <a:extLst>
                <a:ext uri="{FF2B5EF4-FFF2-40B4-BE49-F238E27FC236}">
                  <a16:creationId xmlns:a16="http://schemas.microsoft.com/office/drawing/2014/main" id="{CFA58AEB-A62E-F04C-02EB-7689C3FD73F8}"/>
                </a:ext>
              </a:extLst>
            </p:cNvPr>
            <p:cNvSpPr/>
            <p:nvPr/>
          </p:nvSpPr>
          <p:spPr bwMode="auto">
            <a:xfrm>
              <a:off x="10803564" y="11569896"/>
              <a:ext cx="1059821" cy="1059821"/>
            </a:xfrm>
            <a:prstGeom prst="ellipse">
              <a:avLst/>
            </a:prstGeom>
            <a:solidFill>
              <a:schemeClr val="bg1">
                <a:alpha val="75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sp>
          <p:nvSpPr>
            <p:cNvPr id="37" name="TextBox 36">
              <a:extLst>
                <a:ext uri="{FF2B5EF4-FFF2-40B4-BE49-F238E27FC236}">
                  <a16:creationId xmlns:a16="http://schemas.microsoft.com/office/drawing/2014/main" id="{D3C19645-E975-816A-0AAE-0E93FC806D55}"/>
                </a:ext>
              </a:extLst>
            </p:cNvPr>
            <p:cNvSpPr txBox="1"/>
            <p:nvPr/>
          </p:nvSpPr>
          <p:spPr>
            <a:xfrm>
              <a:off x="9241092" y="11160287"/>
              <a:ext cx="1319694" cy="2969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900" kern="0" dirty="0">
                  <a:solidFill>
                    <a:srgbClr val="000000"/>
                  </a:solidFill>
                  <a:latin typeface="IBM Plex Sans Medm" panose="020B0503050203000203" pitchFamily="34" charset="0"/>
                  <a:sym typeface="IBM Plex Sans Light"/>
                </a:rPr>
                <a:t>Heritage</a:t>
              </a:r>
            </a:p>
          </p:txBody>
        </p:sp>
        <p:sp>
          <p:nvSpPr>
            <p:cNvPr id="38" name="TextBox 37">
              <a:extLst>
                <a:ext uri="{FF2B5EF4-FFF2-40B4-BE49-F238E27FC236}">
                  <a16:creationId xmlns:a16="http://schemas.microsoft.com/office/drawing/2014/main" id="{25CD548D-609A-CF88-A46D-31DD05D2081E}"/>
                </a:ext>
              </a:extLst>
            </p:cNvPr>
            <p:cNvSpPr txBox="1"/>
            <p:nvPr/>
          </p:nvSpPr>
          <p:spPr>
            <a:xfrm>
              <a:off x="10675415" y="11160287"/>
              <a:ext cx="1319694" cy="2969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900" kern="0" dirty="0">
                  <a:solidFill>
                    <a:schemeClr val="bg1">
                      <a:lumMod val="50000"/>
                    </a:schemeClr>
                  </a:solidFill>
                  <a:sym typeface="IBM Plex Sans Light"/>
                </a:rPr>
                <a:t>New</a:t>
              </a:r>
            </a:p>
          </p:txBody>
        </p:sp>
        <p:sp>
          <p:nvSpPr>
            <p:cNvPr id="42" name="TextBox 41">
              <a:extLst>
                <a:ext uri="{FF2B5EF4-FFF2-40B4-BE49-F238E27FC236}">
                  <a16:creationId xmlns:a16="http://schemas.microsoft.com/office/drawing/2014/main" id="{010594BB-CA3B-38E5-87B3-B13CEA62B8F7}"/>
                </a:ext>
              </a:extLst>
            </p:cNvPr>
            <p:cNvSpPr txBox="1"/>
            <p:nvPr/>
          </p:nvSpPr>
          <p:spPr>
            <a:xfrm>
              <a:off x="9538283" y="11766473"/>
              <a:ext cx="723500" cy="3659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900" kern="0" dirty="0">
                  <a:solidFill>
                    <a:schemeClr val="bg1"/>
                  </a:solidFill>
                  <a:latin typeface="IBM Plex Sans Medm" panose="020B0503050203000203" pitchFamily="34" charset="0"/>
                  <a:sym typeface="IBM Plex Sans Light"/>
                </a:rPr>
                <a:t>C2M</a:t>
              </a:r>
            </a:p>
          </p:txBody>
        </p:sp>
        <p:sp>
          <p:nvSpPr>
            <p:cNvPr id="44" name="TextBox 43">
              <a:extLst>
                <a:ext uri="{FF2B5EF4-FFF2-40B4-BE49-F238E27FC236}">
                  <a16:creationId xmlns:a16="http://schemas.microsoft.com/office/drawing/2014/main" id="{BF56CBD9-9852-4B44-31B7-3E14749C49CF}"/>
                </a:ext>
              </a:extLst>
            </p:cNvPr>
            <p:cNvSpPr txBox="1"/>
            <p:nvPr/>
          </p:nvSpPr>
          <p:spPr>
            <a:xfrm>
              <a:off x="9538287" y="12241348"/>
              <a:ext cx="723498" cy="3659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900" kern="0" dirty="0">
                  <a:solidFill>
                    <a:schemeClr val="bg1">
                      <a:lumMod val="50000"/>
                    </a:schemeClr>
                  </a:solidFill>
                  <a:sym typeface="IBM Plex Sans Light"/>
                </a:rPr>
                <a:t>MMA</a:t>
              </a:r>
            </a:p>
          </p:txBody>
        </p:sp>
        <p:sp>
          <p:nvSpPr>
            <p:cNvPr id="45" name="TextBox 44">
              <a:extLst>
                <a:ext uri="{FF2B5EF4-FFF2-40B4-BE49-F238E27FC236}">
                  <a16:creationId xmlns:a16="http://schemas.microsoft.com/office/drawing/2014/main" id="{20095C18-BF50-6D2D-366A-3F51C1663EB8}"/>
                </a:ext>
              </a:extLst>
            </p:cNvPr>
            <p:cNvSpPr txBox="1"/>
            <p:nvPr/>
          </p:nvSpPr>
          <p:spPr>
            <a:xfrm>
              <a:off x="10818435" y="11818704"/>
              <a:ext cx="1030077" cy="3523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lgn="ctr" defTabSz="1218956">
                <a:spcBef>
                  <a:spcPts val="1450"/>
                </a:spcBef>
                <a:buSzPct val="100000"/>
              </a:pPr>
              <a:r>
                <a:rPr lang="en-US" sz="900" kern="0" dirty="0">
                  <a:solidFill>
                    <a:schemeClr val="bg1">
                      <a:lumMod val="50000"/>
                    </a:schemeClr>
                  </a:solidFill>
                  <a:sym typeface="IBM Plex Sans Light"/>
                </a:rPr>
                <a:t>Sales Plays</a:t>
              </a:r>
            </a:p>
          </p:txBody>
        </p:sp>
      </p:grpSp>
      <p:sp>
        <p:nvSpPr>
          <p:cNvPr id="4" name="Text Placeholder 3">
            <a:extLst>
              <a:ext uri="{FF2B5EF4-FFF2-40B4-BE49-F238E27FC236}">
                <a16:creationId xmlns:a16="http://schemas.microsoft.com/office/drawing/2014/main" id="{D820B7C2-F545-9697-1F85-07EE33C02A74}"/>
              </a:ext>
            </a:extLst>
          </p:cNvPr>
          <p:cNvSpPr txBox="1">
            <a:spLocks/>
          </p:cNvSpPr>
          <p:nvPr/>
        </p:nvSpPr>
        <p:spPr>
          <a:xfrm>
            <a:off x="3333317" y="1916082"/>
            <a:ext cx="2475384" cy="4440793"/>
          </a:xfrm>
          <a:prstGeom prst="rect">
            <a:avLst/>
          </a:prstGeom>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spcAft>
                <a:spcPts val="800"/>
              </a:spcAft>
              <a:buSzPct val="100000"/>
            </a:pPr>
            <a:r>
              <a:rPr lang="en-US" sz="1250" kern="0" dirty="0">
                <a:solidFill>
                  <a:schemeClr val="accent1"/>
                </a:solidFill>
                <a:latin typeface="IBM Plex Sans Medm" panose="020B0503050203000203" pitchFamily="34" charset="0"/>
              </a:rPr>
              <a:t>Apps &amp; Runtime</a:t>
            </a:r>
          </a:p>
          <a:p>
            <a:pPr marL="142846" indent="-142846">
              <a:spcAft>
                <a:spcPts val="800"/>
              </a:spcAft>
              <a:buSzPct val="100000"/>
              <a:buFont typeface="Arial" panose="020B0604020202020204" pitchFamily="34" charset="0"/>
              <a:buChar char="•"/>
            </a:pPr>
            <a:r>
              <a:rPr lang="en-US" sz="900" kern="0" dirty="0">
                <a:solidFill>
                  <a:srgbClr val="000000"/>
                </a:solidFill>
              </a:rPr>
              <a:t>How the bank’s core and customer-facing applications actually run day-to-day (securely, reliably, and at scale) so money moves correctly, decisions execute instantly, and services stay available.</a:t>
            </a:r>
          </a:p>
          <a:p>
            <a:pPr>
              <a:spcAft>
                <a:spcPts val="800"/>
              </a:spcAft>
              <a:buSzPct val="100000"/>
            </a:pPr>
            <a:r>
              <a:rPr lang="en-US" sz="1250" kern="0" dirty="0">
                <a:solidFill>
                  <a:schemeClr val="accent1"/>
                </a:solidFill>
                <a:latin typeface="IBM Plex Sans Medm" panose="020B0503050203000203" pitchFamily="34" charset="0"/>
              </a:rPr>
              <a:t>Application Integration</a:t>
            </a:r>
          </a:p>
          <a:p>
            <a:pPr marL="142846" indent="-142846">
              <a:spcAft>
                <a:spcPts val="800"/>
              </a:spcAft>
              <a:buFont typeface="Arial" panose="020B0604020202020204" pitchFamily="34" charset="0"/>
              <a:buChar char="•"/>
            </a:pPr>
            <a:r>
              <a:rPr lang="en-US" sz="900" kern="0" dirty="0"/>
              <a:t>How data and transactions flow in real time between channels, decision engines, and systems of record so a customer action becomes a completed banking outcome.</a:t>
            </a:r>
          </a:p>
          <a:p>
            <a:pPr>
              <a:spcAft>
                <a:spcPts val="800"/>
              </a:spcAft>
            </a:pPr>
            <a:r>
              <a:rPr lang="en-US" sz="1250" kern="0" dirty="0">
                <a:solidFill>
                  <a:schemeClr val="accent1"/>
                </a:solidFill>
                <a:latin typeface="IBM Plex Sans Medm" panose="020B0503050203000203" pitchFamily="34" charset="0"/>
              </a:rPr>
              <a:t>Business Automation</a:t>
            </a:r>
          </a:p>
          <a:p>
            <a:pPr marL="142846" indent="-142846">
              <a:spcAft>
                <a:spcPts val="800"/>
              </a:spcAft>
              <a:buFont typeface="Arial" panose="020B0604020202020204" pitchFamily="34" charset="0"/>
              <a:buChar char="•"/>
            </a:pPr>
            <a:r>
              <a:rPr lang="en-US" sz="900" kern="0" dirty="0"/>
              <a:t>How lending, payments, compliance, and servicing decisions are executed consistently and at speed — combining rules, workflows, and AI to reduce manual effort and human error.</a:t>
            </a:r>
          </a:p>
          <a:p>
            <a:pPr>
              <a:spcAft>
                <a:spcPts val="800"/>
              </a:spcAft>
            </a:pPr>
            <a:r>
              <a:rPr lang="en-US" sz="1250" kern="0" dirty="0">
                <a:solidFill>
                  <a:schemeClr val="accent1"/>
                </a:solidFill>
                <a:latin typeface="IBM Plex Sans Medm" panose="020B0503050203000203" pitchFamily="34" charset="0"/>
              </a:rPr>
              <a:t>Data Architecture</a:t>
            </a:r>
          </a:p>
          <a:p>
            <a:pPr marL="142846" indent="-142846">
              <a:spcAft>
                <a:spcPts val="800"/>
              </a:spcAft>
              <a:buFont typeface="Arial" panose="020B0604020202020204" pitchFamily="34" charset="0"/>
              <a:buChar char="•"/>
            </a:pPr>
            <a:r>
              <a:rPr lang="en-US" sz="900" kern="0" dirty="0"/>
              <a:t>How financial data is structured, governed, and shared so decisions are based on trusted, well-understood information that both humans and machines can interpret and audit.</a:t>
            </a:r>
          </a:p>
        </p:txBody>
      </p:sp>
      <p:sp>
        <p:nvSpPr>
          <p:cNvPr id="5" name="Text Placeholder 5">
            <a:extLst>
              <a:ext uri="{FF2B5EF4-FFF2-40B4-BE49-F238E27FC236}">
                <a16:creationId xmlns:a16="http://schemas.microsoft.com/office/drawing/2014/main" id="{1EA06270-E531-0463-881B-29793D31A3E6}"/>
              </a:ext>
            </a:extLst>
          </p:cNvPr>
          <p:cNvSpPr txBox="1">
            <a:spLocks/>
          </p:cNvSpPr>
          <p:nvPr/>
        </p:nvSpPr>
        <p:spPr>
          <a:xfrm>
            <a:off x="6380919" y="1900620"/>
            <a:ext cx="2476178" cy="4099795"/>
          </a:xfrm>
          <a:prstGeom prst="rect">
            <a:avLst/>
          </a:prstGeom>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spcAft>
                <a:spcPts val="800"/>
              </a:spcAft>
              <a:buSzPct val="100000"/>
            </a:pPr>
            <a:r>
              <a:rPr lang="en-US" sz="1200" kern="0" dirty="0">
                <a:solidFill>
                  <a:srgbClr val="33B1FF"/>
                </a:solidFill>
                <a:latin typeface="IBM Plex Sans Medm" panose="020B0503050203000203" pitchFamily="34" charset="0"/>
              </a:rPr>
              <a:t>Vitality </a:t>
            </a:r>
          </a:p>
          <a:p>
            <a:pPr marL="142846" indent="-142846">
              <a:spcAft>
                <a:spcPts val="800"/>
              </a:spcAft>
              <a:buSzPct val="100000"/>
              <a:buFont typeface="Arial" panose="020B0604020202020204" pitchFamily="34" charset="0"/>
              <a:buChar char="•"/>
            </a:pPr>
            <a:r>
              <a:rPr lang="en-US" sz="1200" kern="0" dirty="0">
                <a:solidFill>
                  <a:srgbClr val="000000"/>
                </a:solidFill>
              </a:rPr>
              <a:t> Keep platforms current, secure, supported</a:t>
            </a:r>
          </a:p>
          <a:p>
            <a:pPr>
              <a:spcAft>
                <a:spcPts val="800"/>
              </a:spcAft>
              <a:buSzPct val="100000"/>
            </a:pPr>
            <a:r>
              <a:rPr lang="en-US" sz="1200" kern="0" dirty="0">
                <a:solidFill>
                  <a:srgbClr val="33B1FF"/>
                </a:solidFill>
                <a:latin typeface="IBM Plex Sans Medm" panose="020B0503050203000203" pitchFamily="34" charset="0"/>
              </a:rPr>
              <a:t>Containerization</a:t>
            </a:r>
          </a:p>
          <a:p>
            <a:pPr marL="142846" indent="-142846">
              <a:spcAft>
                <a:spcPts val="800"/>
              </a:spcAft>
              <a:buFont typeface="Arial" panose="020B0604020202020204" pitchFamily="34" charset="0"/>
              <a:buChar char="•"/>
            </a:pPr>
            <a:r>
              <a:rPr lang="en-US" sz="1200" kern="0" dirty="0"/>
              <a:t> Modernize with flexibility while protecting the core</a:t>
            </a:r>
            <a:endParaRPr lang="en-US" sz="1200" kern="0" dirty="0">
              <a:solidFill>
                <a:srgbClr val="33B1FF"/>
              </a:solidFill>
            </a:endParaRPr>
          </a:p>
          <a:p>
            <a:pPr>
              <a:spcAft>
                <a:spcPts val="800"/>
              </a:spcAft>
              <a:buSzPct val="100000"/>
            </a:pPr>
            <a:r>
              <a:rPr lang="en-US" sz="1200" kern="0" dirty="0">
                <a:solidFill>
                  <a:srgbClr val="33B1FF"/>
                </a:solidFill>
                <a:latin typeface="IBM Plex Sans Medm" panose="020B0503050203000203" pitchFamily="34" charset="0"/>
              </a:rPr>
              <a:t>Managed or as a Service</a:t>
            </a:r>
          </a:p>
          <a:p>
            <a:pPr marL="142846" indent="-142846">
              <a:spcAft>
                <a:spcPts val="800"/>
              </a:spcAft>
              <a:buFont typeface="Arial" panose="020B0604020202020204" pitchFamily="34" charset="0"/>
              <a:buChar char="•"/>
            </a:pPr>
            <a:r>
              <a:rPr lang="en-US" sz="1200" kern="0" dirty="0"/>
              <a:t> Maximize operational value at scale</a:t>
            </a:r>
            <a:endParaRPr lang="en-US" sz="1200" kern="0" dirty="0">
              <a:solidFill>
                <a:srgbClr val="33B1FF"/>
              </a:solidFill>
            </a:endParaRPr>
          </a:p>
          <a:p>
            <a:pPr>
              <a:spcAft>
                <a:spcPts val="800"/>
              </a:spcAft>
              <a:buSzPct val="100000"/>
            </a:pPr>
            <a:r>
              <a:rPr lang="en-US" sz="1200" kern="0" dirty="0">
                <a:solidFill>
                  <a:srgbClr val="33B1FF"/>
                </a:solidFill>
                <a:latin typeface="IBM Plex Sans Medm" panose="020B0503050203000203" pitchFamily="34" charset="0"/>
              </a:rPr>
              <a:t>Expansion</a:t>
            </a:r>
          </a:p>
          <a:p>
            <a:pPr marL="142846" indent="-142846">
              <a:spcAft>
                <a:spcPts val="800"/>
              </a:spcAft>
              <a:buFont typeface="Arial" panose="020B0604020202020204" pitchFamily="34" charset="0"/>
              <a:buChar char="•"/>
            </a:pPr>
            <a:r>
              <a:rPr lang="en-US" sz="1200" kern="0" dirty="0"/>
              <a:t>Grow adjacent usage based on proven value</a:t>
            </a:r>
          </a:p>
          <a:p>
            <a:pPr>
              <a:spcAft>
                <a:spcPts val="800"/>
              </a:spcAft>
              <a:buSzPct val="100000"/>
            </a:pPr>
            <a:endParaRPr lang="en-US" sz="1200" kern="0" dirty="0"/>
          </a:p>
          <a:p>
            <a:pPr>
              <a:spcAft>
                <a:spcPts val="800"/>
              </a:spcAft>
            </a:pPr>
            <a:endParaRPr lang="en-US" sz="1200" kern="0" dirty="0"/>
          </a:p>
        </p:txBody>
      </p:sp>
      <p:sp>
        <p:nvSpPr>
          <p:cNvPr id="6" name="Text Placeholder 7">
            <a:extLst>
              <a:ext uri="{FF2B5EF4-FFF2-40B4-BE49-F238E27FC236}">
                <a16:creationId xmlns:a16="http://schemas.microsoft.com/office/drawing/2014/main" id="{4F7E3387-01B6-1F43-21AC-E3A0F5478F77}"/>
              </a:ext>
            </a:extLst>
          </p:cNvPr>
          <p:cNvSpPr txBox="1">
            <a:spLocks/>
          </p:cNvSpPr>
          <p:nvPr/>
        </p:nvSpPr>
        <p:spPr>
          <a:xfrm>
            <a:off x="9428523" y="1900620"/>
            <a:ext cx="2479352" cy="4099795"/>
          </a:xfrm>
          <a:prstGeom prst="rect">
            <a:avLst/>
          </a:prstGeom>
        </p:spPr>
        <p:txBody>
          <a:bodyPr lIns="45714" tIns="22857" rIns="45714" bIns="22857" anchor="t"/>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a:spcAft>
                <a:spcPts val="800"/>
              </a:spcAft>
              <a:buSzPct val="100000"/>
            </a:pPr>
            <a:r>
              <a:rPr lang="en-US" sz="1200" kern="0" dirty="0">
                <a:latin typeface="IBM Plex Sans Medm" panose="020B0503050203000203" pitchFamily="34" charset="0"/>
              </a:rPr>
              <a:t>Client</a:t>
            </a:r>
          </a:p>
          <a:p>
            <a:pPr marL="142846" indent="-142846">
              <a:spcAft>
                <a:spcPts val="800"/>
              </a:spcAft>
              <a:buSzPct val="100000"/>
              <a:buFont typeface="Arial" panose="020B0604020202020204" pitchFamily="34" charset="0"/>
              <a:buChar char="•"/>
            </a:pPr>
            <a:r>
              <a:rPr lang="en-US" sz="1200" kern="0" dirty="0">
                <a:solidFill>
                  <a:srgbClr val="000000"/>
                </a:solidFill>
              </a:rPr>
              <a:t>Operational stability &amp; resilience</a:t>
            </a:r>
          </a:p>
          <a:p>
            <a:pPr marL="142846" indent="-142846">
              <a:spcAft>
                <a:spcPts val="800"/>
              </a:spcAft>
              <a:buSzPct val="100000"/>
              <a:buFont typeface="Arial" panose="020B0604020202020204" pitchFamily="34" charset="0"/>
              <a:buChar char="•"/>
            </a:pPr>
            <a:r>
              <a:rPr lang="en-US" sz="1200" kern="0" dirty="0">
                <a:solidFill>
                  <a:srgbClr val="000000"/>
                </a:solidFill>
              </a:rPr>
              <a:t>Faster time to value</a:t>
            </a:r>
          </a:p>
          <a:p>
            <a:pPr marL="142846" indent="-142846">
              <a:spcAft>
                <a:spcPts val="800"/>
              </a:spcAft>
              <a:buSzPct val="100000"/>
              <a:buFont typeface="Arial" panose="020B0604020202020204" pitchFamily="34" charset="0"/>
              <a:buChar char="•"/>
            </a:pPr>
            <a:r>
              <a:rPr lang="en-US" sz="1200" kern="0" dirty="0">
                <a:solidFill>
                  <a:srgbClr val="000000"/>
                </a:solidFill>
              </a:rPr>
              <a:t>Reduced risk &amp; technical debt</a:t>
            </a:r>
          </a:p>
          <a:p>
            <a:pPr>
              <a:spcAft>
                <a:spcPts val="800"/>
              </a:spcAft>
              <a:buSzPct val="100000"/>
            </a:pPr>
            <a:endParaRPr lang="en-US" sz="1200" kern="0" dirty="0"/>
          </a:p>
          <a:p>
            <a:pPr>
              <a:spcAft>
                <a:spcPts val="800"/>
              </a:spcAft>
              <a:buSzPct val="100000"/>
            </a:pPr>
            <a:r>
              <a:rPr lang="en-US" sz="1200" kern="0" dirty="0">
                <a:latin typeface="IBM Plex Sans Medm"/>
              </a:rPr>
              <a:t>IBM</a:t>
            </a:r>
          </a:p>
          <a:p>
            <a:pPr marL="142846" indent="-142846">
              <a:spcAft>
                <a:spcPts val="800"/>
              </a:spcAft>
              <a:buSzPct val="100000"/>
              <a:buFont typeface="Arial" panose="020B0604020202020204" pitchFamily="34" charset="0"/>
              <a:buChar char="•"/>
            </a:pPr>
            <a:r>
              <a:rPr lang="en-US" sz="1200" kern="0" dirty="0">
                <a:solidFill>
                  <a:srgbClr val="000000"/>
                </a:solidFill>
              </a:rPr>
              <a:t>Protected annuity revenue</a:t>
            </a:r>
          </a:p>
          <a:p>
            <a:pPr marL="142846" indent="-142846">
              <a:spcAft>
                <a:spcPts val="800"/>
              </a:spcAft>
              <a:buSzPct val="100000"/>
              <a:buFont typeface="Arial" panose="020B0604020202020204" pitchFamily="34" charset="0"/>
              <a:buChar char="•"/>
            </a:pPr>
            <a:r>
              <a:rPr lang="en-US" sz="1200" kern="0">
                <a:solidFill>
                  <a:srgbClr val="000000"/>
                </a:solidFill>
              </a:rPr>
              <a:t>Deeper trust &amp; loyalty</a:t>
            </a:r>
            <a:endParaRPr lang="en-US" sz="1200" kern="0" dirty="0">
              <a:solidFill>
                <a:srgbClr val="000000"/>
              </a:solidFill>
            </a:endParaRPr>
          </a:p>
          <a:p>
            <a:pPr marL="142846" indent="-142846">
              <a:spcAft>
                <a:spcPts val="800"/>
              </a:spcAft>
              <a:buSzPct val="100000"/>
              <a:buFont typeface="Arial" panose="020B0604020202020204" pitchFamily="34" charset="0"/>
              <a:buChar char="•"/>
            </a:pPr>
            <a:r>
              <a:rPr lang="en-US" sz="1200" kern="0" dirty="0">
                <a:solidFill>
                  <a:srgbClr val="000000"/>
                </a:solidFill>
              </a:rPr>
              <a:t>Repeatable modernization at scale</a:t>
            </a:r>
          </a:p>
        </p:txBody>
      </p:sp>
      <p:sp>
        <p:nvSpPr>
          <p:cNvPr id="10" name="Text Placeholder 3">
            <a:extLst>
              <a:ext uri="{FF2B5EF4-FFF2-40B4-BE49-F238E27FC236}">
                <a16:creationId xmlns:a16="http://schemas.microsoft.com/office/drawing/2014/main" id="{D96D596B-D631-4A44-4318-D387CECBB93B}"/>
              </a:ext>
            </a:extLst>
          </p:cNvPr>
          <p:cNvSpPr txBox="1">
            <a:spLocks/>
          </p:cNvSpPr>
          <p:nvPr/>
        </p:nvSpPr>
        <p:spPr>
          <a:xfrm>
            <a:off x="277464" y="1905027"/>
            <a:ext cx="2475384" cy="41969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300" dirty="0">
                <a:latin typeface="IBM Plex Sans Medm" panose="020B0503050203000203" pitchFamily="34" charset="0"/>
              </a:rPr>
              <a:t>Core to Modernize ensures modernization is purposeful, repeatable, and value-driven.</a:t>
            </a:r>
            <a:br>
              <a:rPr lang="en-US" sz="900" dirty="0"/>
            </a:br>
            <a:br>
              <a:rPr lang="en-US" sz="900" dirty="0"/>
            </a:br>
            <a:r>
              <a:rPr lang="en-US" sz="900" dirty="0"/>
              <a:t>The mission of our FSM Core to Modernization organization is to establish a standardized, repeatable technical engagement model across IBM’s Core Software portfolio focused on protecting our client’s core, modernizing it with intent, and expanding value where trust and adoption are proven.</a:t>
            </a:r>
            <a:br>
              <a:rPr lang="en-US" sz="900" dirty="0"/>
            </a:br>
            <a:endParaRPr lang="en-US" sz="900" kern="0" dirty="0"/>
          </a:p>
        </p:txBody>
      </p:sp>
      <p:sp>
        <p:nvSpPr>
          <p:cNvPr id="14" name="Text Placeholder 1">
            <a:extLst>
              <a:ext uri="{FF2B5EF4-FFF2-40B4-BE49-F238E27FC236}">
                <a16:creationId xmlns:a16="http://schemas.microsoft.com/office/drawing/2014/main" id="{47C31314-6039-385C-F834-03506A922B69}"/>
              </a:ext>
            </a:extLst>
          </p:cNvPr>
          <p:cNvSpPr txBox="1">
            <a:spLocks/>
          </p:cNvSpPr>
          <p:nvPr/>
        </p:nvSpPr>
        <p:spPr>
          <a:xfrm>
            <a:off x="277464" y="1555970"/>
            <a:ext cx="2241784" cy="2319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600" b="1" kern="0" dirty="0"/>
              <a:t>Why</a:t>
            </a:r>
          </a:p>
        </p:txBody>
      </p:sp>
      <p:sp>
        <p:nvSpPr>
          <p:cNvPr id="15" name="Text Placeholder 1">
            <a:extLst>
              <a:ext uri="{FF2B5EF4-FFF2-40B4-BE49-F238E27FC236}">
                <a16:creationId xmlns:a16="http://schemas.microsoft.com/office/drawing/2014/main" id="{64C25AC8-B0B7-6AB6-C01A-D32AA114D375}"/>
              </a:ext>
            </a:extLst>
          </p:cNvPr>
          <p:cNvSpPr txBox="1">
            <a:spLocks/>
          </p:cNvSpPr>
          <p:nvPr/>
        </p:nvSpPr>
        <p:spPr>
          <a:xfrm>
            <a:off x="6243482" y="1555970"/>
            <a:ext cx="2241784" cy="2319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600" b="1" kern="0" dirty="0"/>
              <a:t>How</a:t>
            </a:r>
          </a:p>
        </p:txBody>
      </p:sp>
      <p:sp>
        <p:nvSpPr>
          <p:cNvPr id="16" name="Text Placeholder 1">
            <a:extLst>
              <a:ext uri="{FF2B5EF4-FFF2-40B4-BE49-F238E27FC236}">
                <a16:creationId xmlns:a16="http://schemas.microsoft.com/office/drawing/2014/main" id="{04A6CC59-0B21-91A9-CFF9-BAF4136AAAAB}"/>
              </a:ext>
            </a:extLst>
          </p:cNvPr>
          <p:cNvSpPr txBox="1">
            <a:spLocks/>
          </p:cNvSpPr>
          <p:nvPr/>
        </p:nvSpPr>
        <p:spPr>
          <a:xfrm>
            <a:off x="3229240" y="1555970"/>
            <a:ext cx="2241784" cy="2319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600" b="1" kern="0" dirty="0"/>
              <a:t>What</a:t>
            </a:r>
          </a:p>
        </p:txBody>
      </p:sp>
      <p:sp>
        <p:nvSpPr>
          <p:cNvPr id="17" name="Text Placeholder 1">
            <a:extLst>
              <a:ext uri="{FF2B5EF4-FFF2-40B4-BE49-F238E27FC236}">
                <a16:creationId xmlns:a16="http://schemas.microsoft.com/office/drawing/2014/main" id="{356B0950-06CF-66C6-64E1-78CF9CA011A1}"/>
              </a:ext>
            </a:extLst>
          </p:cNvPr>
          <p:cNvSpPr txBox="1">
            <a:spLocks/>
          </p:cNvSpPr>
          <p:nvPr/>
        </p:nvSpPr>
        <p:spPr>
          <a:xfrm>
            <a:off x="9257725" y="1555970"/>
            <a:ext cx="2241784" cy="2319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600" b="1" kern="0" dirty="0"/>
              <a:t>Measures of Success</a:t>
            </a:r>
          </a:p>
        </p:txBody>
      </p:sp>
      <p:cxnSp>
        <p:nvCxnSpPr>
          <p:cNvPr id="19" name="Straight Connector 18">
            <a:extLst>
              <a:ext uri="{FF2B5EF4-FFF2-40B4-BE49-F238E27FC236}">
                <a16:creationId xmlns:a16="http://schemas.microsoft.com/office/drawing/2014/main" id="{027EFA74-B964-7522-36A5-BA1C439E5479}"/>
              </a:ext>
            </a:extLst>
          </p:cNvPr>
          <p:cNvCxnSpPr>
            <a:cxnSpLocks/>
          </p:cNvCxnSpPr>
          <p:nvPr/>
        </p:nvCxnSpPr>
        <p:spPr bwMode="auto">
          <a:xfrm>
            <a:off x="3004066" y="1324038"/>
            <a:ext cx="0" cy="5039344"/>
          </a:xfrm>
          <a:prstGeom prst="line">
            <a:avLst/>
          </a:prstGeom>
          <a:ln w="158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1A98DAED-46DB-7C6F-228F-FEA45AE2A0C2}"/>
              </a:ext>
            </a:extLst>
          </p:cNvPr>
          <p:cNvCxnSpPr>
            <a:cxnSpLocks/>
          </p:cNvCxnSpPr>
          <p:nvPr/>
        </p:nvCxnSpPr>
        <p:spPr bwMode="auto">
          <a:xfrm>
            <a:off x="6008132" y="1324038"/>
            <a:ext cx="0" cy="5039344"/>
          </a:xfrm>
          <a:prstGeom prst="line">
            <a:avLst/>
          </a:prstGeom>
          <a:ln w="158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84C68195-559B-F8ED-839E-2DEDDA29517C}"/>
              </a:ext>
            </a:extLst>
          </p:cNvPr>
          <p:cNvCxnSpPr>
            <a:cxnSpLocks/>
          </p:cNvCxnSpPr>
          <p:nvPr/>
        </p:nvCxnSpPr>
        <p:spPr bwMode="auto">
          <a:xfrm>
            <a:off x="9077503" y="1324038"/>
            <a:ext cx="0" cy="5039344"/>
          </a:xfrm>
          <a:prstGeom prst="line">
            <a:avLst/>
          </a:prstGeom>
          <a:ln w="158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2" name="Text Placeholder 2">
            <a:extLst>
              <a:ext uri="{FF2B5EF4-FFF2-40B4-BE49-F238E27FC236}">
                <a16:creationId xmlns:a16="http://schemas.microsoft.com/office/drawing/2014/main" id="{BC8728C1-B0C2-EA68-5DBA-7345140B4CC4}"/>
              </a:ext>
            </a:extLst>
          </p:cNvPr>
          <p:cNvSpPr txBox="1">
            <a:spLocks/>
          </p:cNvSpPr>
          <p:nvPr/>
        </p:nvSpPr>
        <p:spPr>
          <a:xfrm>
            <a:off x="3181730" y="1311823"/>
            <a:ext cx="2477765" cy="231931"/>
          </a:xfrm>
          <a:prstGeom prst="rect">
            <a:avLst/>
          </a:prstGeom>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200" kern="0" dirty="0"/>
              <a:t>Product Pillars</a:t>
            </a:r>
          </a:p>
        </p:txBody>
      </p:sp>
      <p:sp>
        <p:nvSpPr>
          <p:cNvPr id="23" name="Text Placeholder 4">
            <a:extLst>
              <a:ext uri="{FF2B5EF4-FFF2-40B4-BE49-F238E27FC236}">
                <a16:creationId xmlns:a16="http://schemas.microsoft.com/office/drawing/2014/main" id="{7CC06B10-62E1-CC38-1B9E-12808775F422}"/>
              </a:ext>
            </a:extLst>
          </p:cNvPr>
          <p:cNvSpPr txBox="1">
            <a:spLocks/>
          </p:cNvSpPr>
          <p:nvPr/>
        </p:nvSpPr>
        <p:spPr>
          <a:xfrm>
            <a:off x="6207564" y="1324038"/>
            <a:ext cx="2476178" cy="231931"/>
          </a:xfrm>
          <a:prstGeom prst="rect">
            <a:avLst/>
          </a:prstGeom>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200" kern="0" dirty="0"/>
              <a:t>Core to Modernization Motions</a:t>
            </a:r>
          </a:p>
        </p:txBody>
      </p:sp>
      <p:sp>
        <p:nvSpPr>
          <p:cNvPr id="24" name="Text Placeholder 6">
            <a:extLst>
              <a:ext uri="{FF2B5EF4-FFF2-40B4-BE49-F238E27FC236}">
                <a16:creationId xmlns:a16="http://schemas.microsoft.com/office/drawing/2014/main" id="{602AF59A-1929-CB53-8702-22AC1F5ADCAB}"/>
              </a:ext>
            </a:extLst>
          </p:cNvPr>
          <p:cNvSpPr txBox="1">
            <a:spLocks/>
          </p:cNvSpPr>
          <p:nvPr/>
        </p:nvSpPr>
        <p:spPr>
          <a:xfrm>
            <a:off x="9225073" y="1309607"/>
            <a:ext cx="2479352" cy="231931"/>
          </a:xfrm>
          <a:prstGeom prst="rect">
            <a:avLst/>
          </a:prstGeom>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1200" kern="0"/>
              <a:t>Outcomes</a:t>
            </a:r>
            <a:endParaRPr lang="en-US" sz="1200" kern="0" dirty="0"/>
          </a:p>
        </p:txBody>
      </p:sp>
    </p:spTree>
    <p:extLst>
      <p:ext uri="{BB962C8B-B14F-4D97-AF65-F5344CB8AC3E}">
        <p14:creationId xmlns:p14="http://schemas.microsoft.com/office/powerpoint/2010/main" val="551024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66928" y="201168"/>
            <a:ext cx="7772400" cy="384048"/>
          </a:xfrm>
          <a:prstGeom prst="rect">
            <a:avLst/>
          </a:prstGeom>
          <a:noFill/>
          <a:ln/>
        </p:spPr>
        <p:txBody>
          <a:bodyPr wrap="square" lIns="0" tIns="0" rIns="0" bIns="0"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E1E1E"/>
                </a:solidFill>
                <a:effectLst/>
                <a:uLnTx/>
                <a:uFillTx/>
                <a:latin typeface="Aptos Display" pitchFamily="34" charset="0"/>
                <a:ea typeface="Aptos Display" pitchFamily="34" charset="-122"/>
                <a:cs typeface="Aptos Display" pitchFamily="34" charset="-120"/>
              </a:rPr>
              <a:t>FSM Product Connect</a:t>
            </a:r>
            <a:endParaRPr kumimoji="0" lang="en-US" sz="26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85216" y="658368"/>
            <a:ext cx="2743200" cy="20116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5F6673"/>
                </a:solidFill>
                <a:effectLst/>
                <a:uLnTx/>
                <a:uFillTx/>
                <a:latin typeface="Aptos" pitchFamily="34" charset="0"/>
                <a:ea typeface="Aptos" pitchFamily="34" charset="-122"/>
                <a:cs typeface="Aptos" pitchFamily="34" charset="-120"/>
              </a:rPr>
              <a:t>Executive update | May 2026</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457200" y="960120"/>
            <a:ext cx="11292840" cy="658368"/>
          </a:xfrm>
          <a:prstGeom prst="roundRect">
            <a:avLst>
              <a:gd name="adj" fmla="val 6944"/>
            </a:avLst>
          </a:prstGeom>
          <a:solidFill>
            <a:srgbClr val="FFFFFF"/>
          </a:solidFill>
          <a:ln w="12700">
            <a:solidFill>
              <a:srgbClr val="D8DDE6"/>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658368" y="1097280"/>
            <a:ext cx="256032"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F62FE"/>
                </a:solidFill>
                <a:effectLst/>
                <a:uLnTx/>
                <a:uFillTx/>
                <a:latin typeface="Aptos"/>
                <a:ea typeface="+mn-ea"/>
                <a:cs typeface="+mn-cs"/>
              </a:rPr>
              <a:t>◎</a:t>
            </a:r>
            <a:endParaRPr kumimoji="0" lang="en-US" sz="21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Text 4"/>
          <p:cNvSpPr/>
          <p:nvPr/>
        </p:nvSpPr>
        <p:spPr>
          <a:xfrm>
            <a:off x="950976" y="1097280"/>
            <a:ext cx="10424160" cy="310896"/>
          </a:xfrm>
          <a:prstGeom prst="rect">
            <a:avLst/>
          </a:prstGeom>
          <a:noFill/>
          <a:ln/>
        </p:spPr>
        <p:txBody>
          <a:bodyPr wrap="square" lIns="0" tIns="0" rIns="0" bIns="0"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2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Objective: </a:t>
            </a:r>
            <a:r>
              <a:rPr kumimoji="0" lang="en-US" sz="132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convert reactive product escalations into a proactive modernization motion across FSM with clearer roadmap alignment, named product coverage, and reusable field assets.</a:t>
            </a:r>
            <a:endParaRPr kumimoji="0" lang="en-US" sz="132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457200" y="1965960"/>
            <a:ext cx="11292840" cy="347472"/>
          </a:xfrm>
          <a:prstGeom prst="roundRect">
            <a:avLst>
              <a:gd name="adj" fmla="val 10526"/>
            </a:avLst>
          </a:prstGeom>
          <a:solidFill>
            <a:srgbClr val="F2F5F9"/>
          </a:solidFill>
          <a:ln w="10160">
            <a:solidFill>
              <a:srgbClr val="D8DD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877824" y="2020824"/>
            <a:ext cx="2560320" cy="20116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Tracks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3867912" y="2020824"/>
            <a:ext cx="1051560" cy="201168"/>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Progress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Text 8"/>
          <p:cNvSpPr/>
          <p:nvPr/>
        </p:nvSpPr>
        <p:spPr>
          <a:xfrm>
            <a:off x="5001768" y="2020824"/>
            <a:ext cx="2697480" cy="20116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Current focus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Text 9"/>
          <p:cNvSpPr/>
          <p:nvPr/>
        </p:nvSpPr>
        <p:spPr>
          <a:xfrm>
            <a:off x="8028432" y="2020824"/>
            <a:ext cx="3246120" cy="20116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Support Needed</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Shape 10"/>
          <p:cNvSpPr/>
          <p:nvPr/>
        </p:nvSpPr>
        <p:spPr>
          <a:xfrm>
            <a:off x="457200" y="2404872"/>
            <a:ext cx="11292840" cy="713232"/>
          </a:xfrm>
          <a:prstGeom prst="roundRect">
            <a:avLst>
              <a:gd name="adj" fmla="val 3846"/>
            </a:avLst>
          </a:prstGeom>
          <a:solidFill>
            <a:srgbClr val="FFFFFF"/>
          </a:solidFill>
          <a:ln w="7620">
            <a:solidFill>
              <a:srgbClr val="D8DDE6"/>
            </a:solidFill>
            <a:prstDash val="solid"/>
          </a:ln>
          <a:effectLst>
            <a:outerShdw blurRad="12700" dist="50800" dir="2700000" algn="bl" rotWithShape="0">
              <a:srgbClr val="000000">
                <a:alpha val="1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3" name="Text 11"/>
          <p:cNvSpPr/>
          <p:nvPr/>
        </p:nvSpPr>
        <p:spPr>
          <a:xfrm>
            <a:off x="502920" y="2596896"/>
            <a:ext cx="256032" cy="219456"/>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Text 12"/>
          <p:cNvSpPr/>
          <p:nvPr/>
        </p:nvSpPr>
        <p:spPr>
          <a:xfrm>
            <a:off x="877824" y="2606040"/>
            <a:ext cx="260604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7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Product Connect governance framework</a:t>
            </a:r>
            <a:endParaRPr kumimoji="0" lang="en-US" sz="107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Shape 13"/>
          <p:cNvSpPr/>
          <p:nvPr/>
        </p:nvSpPr>
        <p:spPr>
          <a:xfrm>
            <a:off x="4005072" y="2606040"/>
            <a:ext cx="777240" cy="310896"/>
          </a:xfrm>
          <a:prstGeom prst="roundRect">
            <a:avLst>
              <a:gd name="adj" fmla="val 23529"/>
            </a:avLst>
          </a:prstGeom>
          <a:solidFill>
            <a:srgbClr val="0F62FE"/>
          </a:solidFill>
          <a:ln w="12700">
            <a:solidFill>
              <a:srgbClr val="0F62FE">
                <a:alpha val="0"/>
              </a:srgbClr>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4005072" y="2610612"/>
            <a:ext cx="777240" cy="30175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Live</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5001768" y="2514600"/>
            <a:ext cx="2697480" cy="566928"/>
          </a:xfrm>
          <a:prstGeom prst="rect">
            <a:avLst/>
          </a:prstGeom>
          <a:noFill/>
          <a:ln/>
        </p:spPr>
        <p:txBody>
          <a:bodyPr wrap="square" lIns="381" tIns="381" rIns="381" bIns="381"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Monthly interlock call scheduled. Responding to field requests: Project Mystic POVs, 2 blocked modernization motions; Product ownership established; Product versions confirmed for Vitality.</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8028432" y="2514600"/>
            <a:ext cx="324612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PM participation in interlock. Confirm product coverage by pillar, named owners, and fast path for blocked account requests.</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457200" y="3150108"/>
            <a:ext cx="11292840" cy="713232"/>
          </a:xfrm>
          <a:prstGeom prst="roundRect">
            <a:avLst>
              <a:gd name="adj" fmla="val 3846"/>
            </a:avLst>
          </a:prstGeom>
          <a:solidFill>
            <a:srgbClr val="FFFFFF"/>
          </a:solidFill>
          <a:ln w="7620">
            <a:solidFill>
              <a:srgbClr val="D8DDE6"/>
            </a:solidFill>
            <a:prstDash val="solid"/>
          </a:ln>
          <a:effectLst>
            <a:outerShdw blurRad="12700" dist="50800" dir="2700000" algn="bl" rotWithShape="0">
              <a:srgbClr val="000000">
                <a:alpha val="1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8"/>
          <p:cNvSpPr/>
          <p:nvPr/>
        </p:nvSpPr>
        <p:spPr>
          <a:xfrm>
            <a:off x="502920" y="3342132"/>
            <a:ext cx="256032" cy="219456"/>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18A40"/>
                </a:solidFill>
                <a:effectLst/>
                <a:uLnTx/>
                <a:uFillTx/>
                <a:latin typeface="Aptos" pitchFamily="34" charset="0"/>
                <a:ea typeface="Aptos" pitchFamily="34" charset="-122"/>
                <a:cs typeface="Aptos" pitchFamily="34" charset="-120"/>
              </a:rPr>
              <a:t>▣</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9"/>
          <p:cNvSpPr/>
          <p:nvPr/>
        </p:nvSpPr>
        <p:spPr>
          <a:xfrm>
            <a:off x="877824" y="3351276"/>
            <a:ext cx="260604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7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Product enablement sessions</a:t>
            </a:r>
            <a:endParaRPr kumimoji="0" lang="en-US" sz="1070"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Shape 20"/>
          <p:cNvSpPr/>
          <p:nvPr/>
        </p:nvSpPr>
        <p:spPr>
          <a:xfrm>
            <a:off x="4005072" y="3351276"/>
            <a:ext cx="777240" cy="310896"/>
          </a:xfrm>
          <a:prstGeom prst="roundRect">
            <a:avLst>
              <a:gd name="adj" fmla="val 23529"/>
            </a:avLst>
          </a:prstGeom>
          <a:solidFill>
            <a:srgbClr val="118A40"/>
          </a:solidFill>
          <a:ln w="12700">
            <a:solidFill>
              <a:srgbClr val="118A40">
                <a:alpha val="0"/>
              </a:srgbClr>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23" name="Text 21"/>
          <p:cNvSpPr/>
          <p:nvPr/>
        </p:nvSpPr>
        <p:spPr>
          <a:xfrm>
            <a:off x="4005072" y="3355848"/>
            <a:ext cx="777240" cy="30175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20" b="1" dirty="0">
                <a:solidFill>
                  <a:srgbClr val="FFFFFF"/>
                </a:solidFill>
                <a:latin typeface="Aptos" pitchFamily="34" charset="0"/>
                <a:ea typeface="Aptos" pitchFamily="34" charset="-122"/>
                <a:cs typeface="Aptos" pitchFamily="34" charset="-120"/>
              </a:rPr>
              <a:t>13</a:t>
            </a:r>
            <a:r>
              <a:rPr kumimoji="0" lang="en-US" sz="102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/12*4</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Text 22"/>
          <p:cNvSpPr/>
          <p:nvPr/>
        </p:nvSpPr>
        <p:spPr>
          <a:xfrm>
            <a:off x="5001768" y="3259836"/>
            <a:ext cx="269748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AI Editions enablement completed for DB2, MQ &amp; Cognos. Product interviews recorded</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Text 23"/>
          <p:cNvSpPr/>
          <p:nvPr/>
        </p:nvSpPr>
        <p:spPr>
          <a:xfrm>
            <a:off x="8028432" y="3259836"/>
            <a:ext cx="324612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PM collaboration needed for remaining enablement sessions, product interview review, and Seismic-ready content.</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26" name="Shape 24"/>
          <p:cNvSpPr/>
          <p:nvPr/>
        </p:nvSpPr>
        <p:spPr>
          <a:xfrm>
            <a:off x="457200" y="3895344"/>
            <a:ext cx="11292840" cy="713232"/>
          </a:xfrm>
          <a:prstGeom prst="roundRect">
            <a:avLst>
              <a:gd name="adj" fmla="val 3846"/>
            </a:avLst>
          </a:prstGeom>
          <a:solidFill>
            <a:srgbClr val="FFFFFF"/>
          </a:solidFill>
          <a:ln w="7620">
            <a:solidFill>
              <a:srgbClr val="D8DDE6"/>
            </a:solidFill>
            <a:prstDash val="solid"/>
          </a:ln>
          <a:effectLst>
            <a:outerShdw blurRad="12700" dist="50800" dir="2700000" algn="bl" rotWithShape="0">
              <a:srgbClr val="000000">
                <a:alpha val="1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7" name="Text 25"/>
          <p:cNvSpPr/>
          <p:nvPr/>
        </p:nvSpPr>
        <p:spPr>
          <a:xfrm>
            <a:off x="502920" y="4087368"/>
            <a:ext cx="256032" cy="219456"/>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7A1A"/>
                </a:solidFill>
                <a:effectLst/>
                <a:uLnTx/>
                <a:uFillTx/>
                <a:latin typeface="Aptos" pitchFamily="34" charset="0"/>
                <a:ea typeface="Aptos" pitchFamily="34" charset="-122"/>
                <a:cs typeface="Aptos" pitchFamily="34" charset="-120"/>
              </a:rPr>
              <a:t>▥</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Text 26"/>
          <p:cNvSpPr/>
          <p:nvPr/>
        </p:nvSpPr>
        <p:spPr>
          <a:xfrm>
            <a:off x="877824" y="4096512"/>
            <a:ext cx="260604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7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Business value assessments</a:t>
            </a:r>
            <a:endParaRPr kumimoji="0" lang="en-US" sz="1070" b="0" i="0" u="none" strike="noStrike" kern="1200" cap="none" spc="0" normalizeH="0" baseline="0" noProof="0" dirty="0">
              <a:ln>
                <a:noFill/>
              </a:ln>
              <a:solidFill>
                <a:prstClr val="black"/>
              </a:solidFill>
              <a:effectLst/>
              <a:uLnTx/>
              <a:uFillTx/>
              <a:latin typeface="Aptos"/>
              <a:ea typeface="+mn-ea"/>
              <a:cs typeface="+mn-cs"/>
            </a:endParaRPr>
          </a:p>
        </p:txBody>
      </p:sp>
      <p:sp>
        <p:nvSpPr>
          <p:cNvPr id="29" name="Shape 27"/>
          <p:cNvSpPr/>
          <p:nvPr/>
        </p:nvSpPr>
        <p:spPr>
          <a:xfrm>
            <a:off x="4005072" y="4096512"/>
            <a:ext cx="777240" cy="310896"/>
          </a:xfrm>
          <a:prstGeom prst="roundRect">
            <a:avLst>
              <a:gd name="adj" fmla="val 23529"/>
            </a:avLst>
          </a:prstGeom>
          <a:solidFill>
            <a:srgbClr val="FF7A1A"/>
          </a:solidFill>
          <a:ln w="12700">
            <a:solidFill>
              <a:srgbClr val="FF7A1A">
                <a:alpha val="0"/>
              </a:srgbClr>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0" name="Text 28"/>
          <p:cNvSpPr/>
          <p:nvPr/>
        </p:nvSpPr>
        <p:spPr>
          <a:xfrm>
            <a:off x="4005072" y="4101084"/>
            <a:ext cx="777240" cy="30175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12/54</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31" name="Text 29"/>
          <p:cNvSpPr/>
          <p:nvPr/>
        </p:nvSpPr>
        <p:spPr>
          <a:xfrm>
            <a:off x="5001768" y="4005072"/>
            <a:ext cx="269748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Db2</a:t>
            </a:r>
            <a:r>
              <a:rPr lang="en-US" sz="950" dirty="0">
                <a:solidFill>
                  <a:srgbClr val="1E1E1E"/>
                </a:solidFill>
                <a:latin typeface="Aptos" pitchFamily="34" charset="0"/>
                <a:ea typeface="Aptos" pitchFamily="34" charset="-122"/>
                <a:cs typeface="Aptos" pitchFamily="34" charset="-120"/>
              </a:rPr>
              <a:t>, ODM</a:t>
            </a: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 published in ISC (Value 360)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mn-ea"/>
                <a:cs typeface="+mn-cs"/>
              </a:rPr>
              <a:t>CSE populated spreadsheet: 4 for Data; 2 for App Runtime, 2 for App Integration; 4 for BA</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32" name="Text 30"/>
          <p:cNvSpPr/>
          <p:nvPr/>
        </p:nvSpPr>
        <p:spPr>
          <a:xfrm>
            <a:off x="8028432" y="4005072"/>
            <a:ext cx="324612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PM verification needed for BVA value levers, benefit ranges, assumptions, and product-specific proof points.</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33" name="Shape 31"/>
          <p:cNvSpPr/>
          <p:nvPr/>
        </p:nvSpPr>
        <p:spPr>
          <a:xfrm>
            <a:off x="457200" y="4640580"/>
            <a:ext cx="11292840" cy="713232"/>
          </a:xfrm>
          <a:prstGeom prst="roundRect">
            <a:avLst>
              <a:gd name="adj" fmla="val 3846"/>
            </a:avLst>
          </a:prstGeom>
          <a:solidFill>
            <a:srgbClr val="FFFFFF"/>
          </a:solidFill>
          <a:ln w="7620">
            <a:solidFill>
              <a:srgbClr val="D8DDE6"/>
            </a:solidFill>
            <a:prstDash val="solid"/>
          </a:ln>
          <a:effectLst>
            <a:outerShdw blurRad="12700" dist="50800" dir="2700000" algn="bl" rotWithShape="0">
              <a:srgbClr val="000000">
                <a:alpha val="1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34" name="Text 32"/>
          <p:cNvSpPr/>
          <p:nvPr/>
        </p:nvSpPr>
        <p:spPr>
          <a:xfrm>
            <a:off x="502920" y="4832604"/>
            <a:ext cx="256032" cy="219456"/>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7A1A"/>
                </a:solidFill>
                <a:effectLst/>
                <a:uLnTx/>
                <a:uFillTx/>
                <a:latin typeface="Aptos" pitchFamily="34" charset="0"/>
                <a:ea typeface="Aptos" pitchFamily="34" charset="-122"/>
                <a:cs typeface="Aptos" pitchFamily="34" charset="-120"/>
              </a:rPr>
              <a:t>◇</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36" name="Shape 34"/>
          <p:cNvSpPr/>
          <p:nvPr/>
        </p:nvSpPr>
        <p:spPr>
          <a:xfrm>
            <a:off x="4005072" y="4841748"/>
            <a:ext cx="777240" cy="310896"/>
          </a:xfrm>
          <a:prstGeom prst="roundRect">
            <a:avLst>
              <a:gd name="adj" fmla="val 23529"/>
            </a:avLst>
          </a:prstGeom>
          <a:solidFill>
            <a:srgbClr val="FF7A1A"/>
          </a:solidFill>
          <a:ln w="12700">
            <a:solidFill>
              <a:srgbClr val="FF7A1A">
                <a:alpha val="0"/>
              </a:srgbClr>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7" name="Text 35"/>
          <p:cNvSpPr/>
          <p:nvPr/>
        </p:nvSpPr>
        <p:spPr>
          <a:xfrm>
            <a:off x="4005072" y="4846320"/>
            <a:ext cx="777240" cy="30175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216/216</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38" name="Text 36"/>
          <p:cNvSpPr/>
          <p:nvPr/>
        </p:nvSpPr>
        <p:spPr>
          <a:xfrm>
            <a:off x="5001768" y="4750308"/>
            <a:ext cx="2697480" cy="566928"/>
          </a:xfrm>
          <a:prstGeom prst="rect">
            <a:avLst/>
          </a:prstGeom>
          <a:noFill/>
          <a:ln/>
        </p:spPr>
        <p:txBody>
          <a:bodyPr wrap="square" lIns="381" tIns="381" rIns="381" bIns="381" rtlCol="0" anchor="ctr">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Draft framework completed. Requests active across priority products. Current architecture delivered from Product in different formats. Core products: 36; reference architecture for 4 motions: 36 × 4.</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39" name="Text 37"/>
          <p:cNvSpPr/>
          <p:nvPr/>
        </p:nvSpPr>
        <p:spPr>
          <a:xfrm>
            <a:off x="8028432" y="4750308"/>
            <a:ext cx="324612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PM and technical owner collaboration needed to validate current state, target state, deployment paths, and caveats.</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0" name="Shape 38"/>
          <p:cNvSpPr/>
          <p:nvPr/>
        </p:nvSpPr>
        <p:spPr>
          <a:xfrm>
            <a:off x="457200" y="5385816"/>
            <a:ext cx="11292840" cy="713232"/>
          </a:xfrm>
          <a:prstGeom prst="roundRect">
            <a:avLst>
              <a:gd name="adj" fmla="val 3846"/>
            </a:avLst>
          </a:prstGeom>
          <a:solidFill>
            <a:srgbClr val="FFFFFF"/>
          </a:solidFill>
          <a:ln w="7620">
            <a:solidFill>
              <a:srgbClr val="D8DDE6"/>
            </a:solidFill>
            <a:prstDash val="solid"/>
          </a:ln>
          <a:effectLst>
            <a:outerShdw blurRad="12700" dist="50800" dir="2700000" algn="bl" rotWithShape="0">
              <a:srgbClr val="000000">
                <a:alpha val="1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1" name="Text 39"/>
          <p:cNvSpPr/>
          <p:nvPr/>
        </p:nvSpPr>
        <p:spPr>
          <a:xfrm>
            <a:off x="502920" y="5577840"/>
            <a:ext cx="256032" cy="219456"/>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18A40"/>
                </a:solidFill>
                <a:effectLst/>
                <a:uLnTx/>
                <a:uFillTx/>
                <a:latin typeface="Aptos" pitchFamily="34" charset="0"/>
                <a:ea typeface="Aptos" pitchFamily="34" charset="-122"/>
                <a:cs typeface="Aptos" pitchFamily="34" charset="-120"/>
              </a:rPr>
              <a:t>◉</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42" name="Text 40"/>
          <p:cNvSpPr/>
          <p:nvPr/>
        </p:nvSpPr>
        <p:spPr>
          <a:xfrm>
            <a:off x="877824" y="5586984"/>
            <a:ext cx="260604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7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Client </a:t>
            </a:r>
            <a:r>
              <a:rPr kumimoji="0" lang="en-US" sz="1070" b="1" i="0" u="none" strike="noStrike" kern="1200" cap="none" spc="0" normalizeH="0" baseline="0" noProof="0">
                <a:ln>
                  <a:noFill/>
                </a:ln>
                <a:solidFill>
                  <a:srgbClr val="1E1E1E"/>
                </a:solidFill>
                <a:effectLst/>
                <a:uLnTx/>
                <a:uFillTx/>
                <a:latin typeface="Aptos" pitchFamily="34" charset="0"/>
                <a:ea typeface="Aptos" pitchFamily="34" charset="-122"/>
                <a:cs typeface="Aptos" pitchFamily="34" charset="-120"/>
              </a:rPr>
              <a:t>briefings sessions</a:t>
            </a:r>
            <a:endParaRPr kumimoji="0" lang="en-US" sz="1070" b="0" i="0" u="none" strike="noStrike" kern="1200" cap="none" spc="0" normalizeH="0" baseline="0" noProof="0" dirty="0">
              <a:ln>
                <a:noFill/>
              </a:ln>
              <a:solidFill>
                <a:prstClr val="black"/>
              </a:solidFill>
              <a:effectLst/>
              <a:uLnTx/>
              <a:uFillTx/>
              <a:latin typeface="Aptos"/>
              <a:ea typeface="+mn-ea"/>
              <a:cs typeface="+mn-cs"/>
            </a:endParaRPr>
          </a:p>
        </p:txBody>
      </p:sp>
      <p:sp>
        <p:nvSpPr>
          <p:cNvPr id="43" name="Shape 41"/>
          <p:cNvSpPr/>
          <p:nvPr/>
        </p:nvSpPr>
        <p:spPr>
          <a:xfrm>
            <a:off x="4005072" y="5586984"/>
            <a:ext cx="777240" cy="310896"/>
          </a:xfrm>
          <a:prstGeom prst="roundRect">
            <a:avLst>
              <a:gd name="adj" fmla="val 23529"/>
            </a:avLst>
          </a:prstGeom>
          <a:solidFill>
            <a:srgbClr val="118A40"/>
          </a:solidFill>
          <a:ln w="12700">
            <a:solidFill>
              <a:srgbClr val="118A40">
                <a:alpha val="0"/>
              </a:srgbClr>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4" name="Text 42"/>
          <p:cNvSpPr/>
          <p:nvPr/>
        </p:nvSpPr>
        <p:spPr>
          <a:xfrm>
            <a:off x="4005072" y="5591556"/>
            <a:ext cx="777240" cy="30175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3/12</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45" name="Text 43"/>
          <p:cNvSpPr/>
          <p:nvPr/>
        </p:nvSpPr>
        <p:spPr>
          <a:xfrm>
            <a:off x="5001768" y="5495544"/>
            <a:ext cx="2697480" cy="566928"/>
          </a:xfrm>
          <a:prstGeom prst="rect">
            <a:avLst/>
          </a:prstGeom>
          <a:noFill/>
          <a:ln/>
        </p:spPr>
        <p:txBody>
          <a:bodyPr wrap="square" lIns="381" tIns="381" rIns="381" bIns="381"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3 completed: Cognos, App </a:t>
            </a:r>
            <a:r>
              <a:rPr kumimoji="0" lang="en-US" sz="950" b="0" i="0" u="none" strike="noStrike" kern="1200" cap="none" spc="0" normalizeH="0" baseline="0" noProof="0" err="1">
                <a:ln>
                  <a:noFill/>
                </a:ln>
                <a:solidFill>
                  <a:srgbClr val="1E1E1E"/>
                </a:solidFill>
                <a:effectLst/>
                <a:uLnTx/>
                <a:uFillTx/>
                <a:latin typeface="Aptos" pitchFamily="34" charset="0"/>
                <a:ea typeface="Aptos" pitchFamily="34" charset="-122"/>
                <a:cs typeface="Aptos" pitchFamily="34" charset="-120"/>
              </a:rPr>
              <a:t>Integration</a:t>
            </a:r>
            <a:r>
              <a:rPr kumimoji="0" lang="en-US" sz="950" b="0" i="0" u="none" strike="noStrike" kern="1200" cap="none" spc="0" normalizeH="0" baseline="0" noProof="0">
                <a:ln>
                  <a:noFill/>
                </a:ln>
                <a:solidFill>
                  <a:srgbClr val="1E1E1E"/>
                </a:solidFill>
                <a:effectLst/>
                <a:uLnTx/>
                <a:uFillTx/>
                <a:latin typeface="Aptos" pitchFamily="34" charset="0"/>
                <a:ea typeface="Aptos" pitchFamily="34" charset="-122"/>
                <a:cs typeface="Aptos" pitchFamily="34" charset="-120"/>
              </a:rPr>
              <a:t>, Conte</a:t>
            </a:r>
            <a:r>
              <a:rPr lang="en-US" sz="950" dirty="0" err="1">
                <a:solidFill>
                  <a:srgbClr val="1E1E1E"/>
                </a:solidFill>
                <a:latin typeface="Aptos" pitchFamily="34" charset="0"/>
                <a:ea typeface="Aptos" pitchFamily="34" charset="-122"/>
                <a:cs typeface="Aptos" pitchFamily="34" charset="-120"/>
              </a:rPr>
              <a:t>nt</a:t>
            </a:r>
            <a:r>
              <a:rPr lang="en-US" sz="950" dirty="0">
                <a:solidFill>
                  <a:srgbClr val="1E1E1E"/>
                </a:solidFill>
                <a:latin typeface="Aptos" pitchFamily="34" charset="0"/>
                <a:ea typeface="Aptos" pitchFamily="34" charset="-122"/>
                <a:cs typeface="Aptos" pitchFamily="34" charset="-120"/>
              </a:rPr>
              <a:t> Cortex</a:t>
            </a: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 Build repeatable narrative per priority: risk, controls, dependency chain, adoption plan.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50" dirty="0">
                <a:solidFill>
                  <a:srgbClr val="1E1E1E"/>
                </a:solidFill>
                <a:latin typeface="Aptos" pitchFamily="34" charset="0"/>
              </a:rPr>
              <a:t>1 in works: Java Modernization</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6" name="Text 44"/>
          <p:cNvSpPr/>
          <p:nvPr/>
        </p:nvSpPr>
        <p:spPr>
          <a:xfrm>
            <a:off x="8028432" y="5495544"/>
            <a:ext cx="324612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PM support needed for client briefing content, roadmap guardrails, product speakers, and account-specific validation.</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7" name="Shape 45"/>
          <p:cNvSpPr/>
          <p:nvPr/>
        </p:nvSpPr>
        <p:spPr>
          <a:xfrm>
            <a:off x="457200" y="6131052"/>
            <a:ext cx="11292840" cy="713232"/>
          </a:xfrm>
          <a:prstGeom prst="roundRect">
            <a:avLst>
              <a:gd name="adj" fmla="val 3846"/>
            </a:avLst>
          </a:prstGeom>
          <a:solidFill>
            <a:srgbClr val="FFFFFF"/>
          </a:solidFill>
          <a:ln w="7620">
            <a:solidFill>
              <a:srgbClr val="D8DDE6"/>
            </a:solidFill>
            <a:prstDash val="solid"/>
          </a:ln>
          <a:effectLst>
            <a:outerShdw blurRad="12700" dist="50800" dir="2700000" algn="bl" rotWithShape="0">
              <a:srgbClr val="000000">
                <a:alpha val="1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8" name="Text 46"/>
          <p:cNvSpPr/>
          <p:nvPr/>
        </p:nvSpPr>
        <p:spPr>
          <a:xfrm>
            <a:off x="502920" y="6323076"/>
            <a:ext cx="256032" cy="219456"/>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49" name="Text 47"/>
          <p:cNvSpPr/>
          <p:nvPr/>
        </p:nvSpPr>
        <p:spPr>
          <a:xfrm>
            <a:off x="877824" y="6332220"/>
            <a:ext cx="2606040" cy="25603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70" b="1"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Product engagement model</a:t>
            </a:r>
            <a:endParaRPr kumimoji="0" lang="en-US" sz="1070" b="0" i="0" u="none" strike="noStrike" kern="1200" cap="none" spc="0" normalizeH="0" baseline="0" noProof="0" dirty="0">
              <a:ln>
                <a:noFill/>
              </a:ln>
              <a:solidFill>
                <a:prstClr val="black"/>
              </a:solidFill>
              <a:effectLst/>
              <a:uLnTx/>
              <a:uFillTx/>
              <a:latin typeface="Aptos"/>
              <a:ea typeface="+mn-ea"/>
              <a:cs typeface="+mn-cs"/>
            </a:endParaRPr>
          </a:p>
        </p:txBody>
      </p:sp>
      <p:sp>
        <p:nvSpPr>
          <p:cNvPr id="50" name="Shape 48"/>
          <p:cNvSpPr/>
          <p:nvPr/>
        </p:nvSpPr>
        <p:spPr>
          <a:xfrm>
            <a:off x="4005072" y="6332220"/>
            <a:ext cx="777240" cy="310896"/>
          </a:xfrm>
          <a:prstGeom prst="roundRect">
            <a:avLst>
              <a:gd name="adj" fmla="val 23529"/>
            </a:avLst>
          </a:prstGeom>
          <a:solidFill>
            <a:srgbClr val="0F62FE"/>
          </a:solidFill>
          <a:ln w="12700">
            <a:solidFill>
              <a:srgbClr val="0F62FE">
                <a:alpha val="0"/>
              </a:srgbClr>
            </a:solidFill>
            <a:prstDash val="solid"/>
          </a:ln>
          <a:effectLst>
            <a:outerShdw blurRad="25400" dist="50800" dir="2700000" algn="bl" rotWithShape="0">
              <a:srgbClr val="00000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1" name="Text 49"/>
          <p:cNvSpPr/>
          <p:nvPr/>
        </p:nvSpPr>
        <p:spPr>
          <a:xfrm>
            <a:off x="4005072" y="6336792"/>
            <a:ext cx="777240" cy="301752"/>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Design</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52" name="Text 50"/>
          <p:cNvSpPr/>
          <p:nvPr/>
        </p:nvSpPr>
        <p:spPr>
          <a:xfrm>
            <a:off x="5001768" y="6240780"/>
            <a:ext cx="269748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Product Management Connect Agentic Workflow design ready for review.</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53" name="Text 51"/>
          <p:cNvSpPr/>
          <p:nvPr/>
        </p:nvSpPr>
        <p:spPr>
          <a:xfrm>
            <a:off x="8028432" y="6240780"/>
            <a:ext cx="3246120" cy="56692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1E1E"/>
                </a:solidFill>
                <a:effectLst/>
                <a:uLnTx/>
                <a:uFillTx/>
                <a:latin typeface="Aptos" pitchFamily="34" charset="0"/>
                <a:ea typeface="Aptos" pitchFamily="34" charset="-122"/>
                <a:cs typeface="Aptos" pitchFamily="34" charset="-120"/>
              </a:rPr>
              <a:t>Review multi-agent architecture design for product intake ticketing. Confirm triage rules, workflow owners, and approval path.</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54" name="Text 26">
            <a:extLst>
              <a:ext uri="{FF2B5EF4-FFF2-40B4-BE49-F238E27FC236}">
                <a16:creationId xmlns:a16="http://schemas.microsoft.com/office/drawing/2014/main" id="{8D447500-AC87-886B-C05A-A4A6A2B46E31}"/>
              </a:ext>
            </a:extLst>
          </p:cNvPr>
          <p:cNvSpPr/>
          <p:nvPr/>
        </p:nvSpPr>
        <p:spPr>
          <a:xfrm>
            <a:off x="877824" y="4809744"/>
            <a:ext cx="2606040" cy="256032"/>
          </a:xfrm>
          <a:prstGeom prst="rect">
            <a:avLst/>
          </a:prstGeom>
          <a:noFill/>
          <a:ln/>
        </p:spPr>
        <p:txBody>
          <a:bodyPr wrap="square" lIns="0" tIns="0" rIns="0" bIns="0"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70" b="1" dirty="0">
                <a:solidFill>
                  <a:srgbClr val="1E1E1E"/>
                </a:solidFill>
                <a:latin typeface="Aptos" pitchFamily="34" charset="0"/>
              </a:rPr>
              <a:t>Product Modernization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70" b="1" dirty="0">
                <a:solidFill>
                  <a:srgbClr val="1E1E1E"/>
                </a:solidFill>
                <a:latin typeface="Aptos" pitchFamily="34" charset="0"/>
              </a:rPr>
              <a:t>Technical View and Benefits</a:t>
            </a:r>
            <a:endParaRPr kumimoji="0" lang="en-US" sz="107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
          </a:xfrm>
          <a:prstGeom prst="rect">
            <a:avLst/>
          </a:prstGeom>
          <a:solidFill>
            <a:srgbClr val="0F62FE"/>
          </a:solidFill>
          <a:ln w="12700">
            <a:solidFill>
              <a:srgbClr val="0F62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Text 1"/>
          <p:cNvSpPr/>
          <p:nvPr/>
        </p:nvSpPr>
        <p:spPr>
          <a:xfrm>
            <a:off x="384048" y="246888"/>
            <a:ext cx="11338560" cy="411480"/>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Client Briefing (modernization events)</a:t>
            </a:r>
            <a:endParaRPr kumimoji="0" lang="en-US" sz="25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384048" y="859536"/>
            <a:ext cx="11411712" cy="548640"/>
          </a:xfrm>
          <a:prstGeom prst="roundRect">
            <a:avLst>
              <a:gd name="adj" fmla="val 10000"/>
            </a:avLst>
          </a:prstGeom>
          <a:solidFill>
            <a:srgbClr val="FFFFFF"/>
          </a:solidFill>
          <a:ln w="12700">
            <a:solidFill>
              <a:srgbClr val="DDE1E6"/>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594360" y="950976"/>
            <a:ext cx="10744200" cy="365760"/>
          </a:xfrm>
          <a:prstGeom prst="rect">
            <a:avLst/>
          </a:prstGeom>
          <a:noFill/>
          <a:ln/>
        </p:spPr>
        <p:txBody>
          <a:bodyPr wrap="square" lIns="381" tIns="381" rIns="381" bIns="381"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Objective: activate client-facing modernization sessions by product pillar, using a repeatable model that supports urgent single-client needs and scalable multi-client motions.</a:t>
            </a:r>
            <a:endParaRPr kumimoji="0" lang="en-US" sz="138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Text 4"/>
          <p:cNvSpPr/>
          <p:nvPr/>
        </p:nvSpPr>
        <p:spPr>
          <a:xfrm>
            <a:off x="566928" y="1755648"/>
            <a:ext cx="3886200" cy="25603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Pillar / briefing</a:t>
            </a:r>
            <a:endParaRPr kumimoji="0" lang="en-US" sz="142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Text 5"/>
          <p:cNvSpPr/>
          <p:nvPr/>
        </p:nvSpPr>
        <p:spPr>
          <a:xfrm>
            <a:off x="4773168" y="1755648"/>
            <a:ext cx="1938528" cy="25603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Progress</a:t>
            </a:r>
            <a:endParaRPr kumimoji="0" lang="en-US" sz="142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Text 6"/>
          <p:cNvSpPr/>
          <p:nvPr/>
        </p:nvSpPr>
        <p:spPr>
          <a:xfrm>
            <a:off x="6986016" y="1755648"/>
            <a:ext cx="4672584" cy="25603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Current focus</a:t>
            </a:r>
            <a:endParaRPr kumimoji="0" lang="en-US" sz="142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384048" y="2066544"/>
            <a:ext cx="11411712" cy="0"/>
          </a:xfrm>
          <a:prstGeom prst="line">
            <a:avLst/>
          </a:prstGeom>
          <a:noFill/>
          <a:ln w="15240">
            <a:solidFill>
              <a:srgbClr val="CBD5E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Shape 8"/>
          <p:cNvSpPr/>
          <p:nvPr/>
        </p:nvSpPr>
        <p:spPr>
          <a:xfrm>
            <a:off x="768096" y="2084832"/>
            <a:ext cx="502920" cy="0"/>
          </a:xfrm>
          <a:prstGeom prst="line">
            <a:avLst/>
          </a:prstGeom>
          <a:noFill/>
          <a:ln w="29210">
            <a:solidFill>
              <a:srgbClr val="0F62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5020056" y="2084832"/>
            <a:ext cx="685800" cy="0"/>
          </a:xfrm>
          <a:prstGeom prst="line">
            <a:avLst/>
          </a:prstGeom>
          <a:noFill/>
          <a:ln w="29210">
            <a:solidFill>
              <a:srgbClr val="0F62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Shape 10"/>
          <p:cNvSpPr/>
          <p:nvPr/>
        </p:nvSpPr>
        <p:spPr>
          <a:xfrm>
            <a:off x="6986016" y="2084832"/>
            <a:ext cx="1188720" cy="0"/>
          </a:xfrm>
          <a:prstGeom prst="line">
            <a:avLst/>
          </a:prstGeom>
          <a:noFill/>
          <a:ln w="29210">
            <a:solidFill>
              <a:srgbClr val="0F62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3" name="Shape 11"/>
          <p:cNvSpPr/>
          <p:nvPr/>
        </p:nvSpPr>
        <p:spPr>
          <a:xfrm>
            <a:off x="384048" y="2194560"/>
            <a:ext cx="11411712" cy="585216"/>
          </a:xfrm>
          <a:prstGeom prst="rect">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Shape 12"/>
          <p:cNvSpPr/>
          <p:nvPr/>
        </p:nvSpPr>
        <p:spPr>
          <a:xfrm>
            <a:off x="384048" y="2779776"/>
            <a:ext cx="11411712" cy="0"/>
          </a:xfrm>
          <a:prstGeom prst="line">
            <a:avLst/>
          </a:prstGeom>
          <a:noFill/>
          <a:ln w="8890">
            <a:solidFill>
              <a:srgbClr val="A6A6A6">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Text 13"/>
          <p:cNvSpPr/>
          <p:nvPr/>
        </p:nvSpPr>
        <p:spPr>
          <a:xfrm>
            <a:off x="612648" y="2386584"/>
            <a:ext cx="3794760" cy="20116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Client Event Activation Framework</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Shape 14"/>
          <p:cNvSpPr/>
          <p:nvPr/>
        </p:nvSpPr>
        <p:spPr>
          <a:xfrm>
            <a:off x="5202936" y="2322576"/>
            <a:ext cx="1243584" cy="329184"/>
          </a:xfrm>
          <a:prstGeom prst="roundRect">
            <a:avLst>
              <a:gd name="adj" fmla="val 16667"/>
            </a:avLst>
          </a:prstGeom>
          <a:solidFill>
            <a:srgbClr val="0F62FE"/>
          </a:solidFill>
          <a:ln w="12700">
            <a:solidFill>
              <a:srgbClr val="0F62FE"/>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7" name="Text 15"/>
          <p:cNvSpPr/>
          <p:nvPr/>
        </p:nvSpPr>
        <p:spPr>
          <a:xfrm>
            <a:off x="5202936" y="2331720"/>
            <a:ext cx="1243584"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Design</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6986016" y="2304288"/>
            <a:ext cx="4626864" cy="329184"/>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Pillar-led model defined. Product, Kelcey, Ecosystem Engineering, Sales, and Marketing support model being aligned.</a:t>
            </a:r>
            <a:endParaRPr kumimoji="0" lang="en-US" sz="103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384048" y="2843784"/>
            <a:ext cx="11411712" cy="585216"/>
          </a:xfrm>
          <a:prstGeom prst="rect">
            <a:avLst/>
          </a:prstGeom>
          <a:solidFill>
            <a:srgbClr val="F3F6FA"/>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Shape 18"/>
          <p:cNvSpPr/>
          <p:nvPr/>
        </p:nvSpPr>
        <p:spPr>
          <a:xfrm>
            <a:off x="384048" y="3429000"/>
            <a:ext cx="11411712" cy="0"/>
          </a:xfrm>
          <a:prstGeom prst="line">
            <a:avLst/>
          </a:prstGeom>
          <a:noFill/>
          <a:ln w="8890">
            <a:solidFill>
              <a:srgbClr val="A6A6A6">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1" name="Text 19"/>
          <p:cNvSpPr/>
          <p:nvPr/>
        </p:nvSpPr>
        <p:spPr>
          <a:xfrm>
            <a:off x="612648" y="3035808"/>
            <a:ext cx="3794760" cy="20116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App Runtime / WAS</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Text 22"/>
          <p:cNvSpPr/>
          <p:nvPr/>
        </p:nvSpPr>
        <p:spPr>
          <a:xfrm>
            <a:off x="6986016" y="2953512"/>
            <a:ext cx="4626864" cy="329184"/>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Multi-client event – July 14</a:t>
            </a:r>
            <a:endParaRPr kumimoji="0" lang="en-US" sz="1030"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Shape 23"/>
          <p:cNvSpPr/>
          <p:nvPr/>
        </p:nvSpPr>
        <p:spPr>
          <a:xfrm>
            <a:off x="384048" y="3493008"/>
            <a:ext cx="11411712" cy="585216"/>
          </a:xfrm>
          <a:prstGeom prst="rect">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6" name="Shape 24"/>
          <p:cNvSpPr/>
          <p:nvPr/>
        </p:nvSpPr>
        <p:spPr>
          <a:xfrm>
            <a:off x="384048" y="4078224"/>
            <a:ext cx="11411712" cy="0"/>
          </a:xfrm>
          <a:prstGeom prst="line">
            <a:avLst/>
          </a:prstGeom>
          <a:noFill/>
          <a:ln w="8890">
            <a:solidFill>
              <a:srgbClr val="A6A6A6">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7" name="Text 25"/>
          <p:cNvSpPr/>
          <p:nvPr/>
        </p:nvSpPr>
        <p:spPr>
          <a:xfrm>
            <a:off x="612648" y="3685032"/>
            <a:ext cx="3794760" cy="20116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Application Integration</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Shape 26"/>
          <p:cNvSpPr/>
          <p:nvPr/>
        </p:nvSpPr>
        <p:spPr>
          <a:xfrm>
            <a:off x="5202936" y="3621024"/>
            <a:ext cx="1243584" cy="329184"/>
          </a:xfrm>
          <a:prstGeom prst="roundRect">
            <a:avLst>
              <a:gd name="adj" fmla="val 16667"/>
            </a:avLst>
          </a:prstGeom>
          <a:solidFill>
            <a:srgbClr val="198038"/>
          </a:solidFill>
          <a:ln w="12700">
            <a:solidFill>
              <a:srgbClr val="198038"/>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9" name="Text 27"/>
          <p:cNvSpPr/>
          <p:nvPr/>
        </p:nvSpPr>
        <p:spPr>
          <a:xfrm>
            <a:off x="5202936" y="3630168"/>
            <a:ext cx="1243584"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2 confirmed</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30" name="Text 28"/>
          <p:cNvSpPr/>
          <p:nvPr/>
        </p:nvSpPr>
        <p:spPr>
          <a:xfrm>
            <a:off x="6986016" y="3602736"/>
            <a:ext cx="4626864" cy="329184"/>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May 13: AI-Infused Middleware multi-client session covering Sterling, webMethods, API Connect, and Aspera.</a:t>
            </a:r>
            <a:endParaRPr kumimoji="0" lang="en-US" sz="1030" b="0" i="0" u="none" strike="noStrike" kern="1200" cap="none" spc="0" normalizeH="0" baseline="0" noProof="0" dirty="0">
              <a:ln>
                <a:noFill/>
              </a:ln>
              <a:solidFill>
                <a:prstClr val="black"/>
              </a:solidFill>
              <a:effectLst/>
              <a:uLnTx/>
              <a:uFillTx/>
              <a:latin typeface="Aptos"/>
              <a:ea typeface="+mn-ea"/>
              <a:cs typeface="+mn-cs"/>
            </a:endParaRPr>
          </a:p>
        </p:txBody>
      </p:sp>
      <p:sp>
        <p:nvSpPr>
          <p:cNvPr id="31" name="Shape 29"/>
          <p:cNvSpPr/>
          <p:nvPr/>
        </p:nvSpPr>
        <p:spPr>
          <a:xfrm>
            <a:off x="384048" y="4142232"/>
            <a:ext cx="11411712" cy="932688"/>
          </a:xfrm>
          <a:prstGeom prst="rect">
            <a:avLst/>
          </a:prstGeom>
          <a:solidFill>
            <a:srgbClr val="F3F6FA"/>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2" name="Shape 30"/>
          <p:cNvSpPr/>
          <p:nvPr/>
        </p:nvSpPr>
        <p:spPr>
          <a:xfrm>
            <a:off x="384048" y="5074920"/>
            <a:ext cx="11411712" cy="0"/>
          </a:xfrm>
          <a:prstGeom prst="line">
            <a:avLst/>
          </a:prstGeom>
          <a:noFill/>
          <a:ln w="8890">
            <a:solidFill>
              <a:srgbClr val="A6A6A6">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3" name="Text 31"/>
          <p:cNvSpPr/>
          <p:nvPr/>
        </p:nvSpPr>
        <p:spPr>
          <a:xfrm>
            <a:off x="612648" y="4288536"/>
            <a:ext cx="3794760" cy="20116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Business Automation</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34" name="Shape 32"/>
          <p:cNvSpPr/>
          <p:nvPr/>
        </p:nvSpPr>
        <p:spPr>
          <a:xfrm>
            <a:off x="5202936" y="4251960"/>
            <a:ext cx="1243584" cy="329184"/>
          </a:xfrm>
          <a:prstGeom prst="roundRect">
            <a:avLst>
              <a:gd name="adj" fmla="val 16667"/>
            </a:avLst>
          </a:prstGeom>
          <a:solidFill>
            <a:srgbClr val="0F62FE"/>
          </a:solidFill>
          <a:ln w="12700">
            <a:solidFill>
              <a:srgbClr val="0F62FE"/>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5" name="Text 33"/>
          <p:cNvSpPr/>
          <p:nvPr/>
        </p:nvSpPr>
        <p:spPr>
          <a:xfrm>
            <a:off x="5202936" y="4261104"/>
            <a:ext cx="1243584"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In progress</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36" name="Text 34"/>
          <p:cNvSpPr/>
          <p:nvPr/>
        </p:nvSpPr>
        <p:spPr>
          <a:xfrm>
            <a:off x="6986016" y="4224528"/>
            <a:ext cx="4581144" cy="329184"/>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1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CP4BA expansion and utilization growth. Confirm target accounts, product support, audience, and event narrative.</a:t>
            </a:r>
            <a:endParaRPr kumimoji="0" lang="en-US" sz="1010" b="0" i="0" u="none" strike="noStrike" kern="1200" cap="none" spc="0" normalizeH="0" baseline="0" noProof="0" dirty="0">
              <a:ln>
                <a:noFill/>
              </a:ln>
              <a:solidFill>
                <a:prstClr val="black"/>
              </a:solidFill>
              <a:effectLst/>
              <a:uLnTx/>
              <a:uFillTx/>
              <a:latin typeface="Aptos"/>
              <a:ea typeface="+mn-ea"/>
              <a:cs typeface="+mn-cs"/>
            </a:endParaRPr>
          </a:p>
        </p:txBody>
      </p:sp>
      <p:sp>
        <p:nvSpPr>
          <p:cNvPr id="37" name="Shape 35"/>
          <p:cNvSpPr/>
          <p:nvPr/>
        </p:nvSpPr>
        <p:spPr>
          <a:xfrm>
            <a:off x="704088" y="4608576"/>
            <a:ext cx="10771632" cy="0"/>
          </a:xfrm>
          <a:prstGeom prst="line">
            <a:avLst/>
          </a:prstGeom>
          <a:noFill/>
          <a:ln w="10160">
            <a:solidFill>
              <a:srgbClr val="E0E4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8" name="Text 36"/>
          <p:cNvSpPr/>
          <p:nvPr/>
        </p:nvSpPr>
        <p:spPr>
          <a:xfrm>
            <a:off x="950976" y="4745736"/>
            <a:ext cx="3429000" cy="182880"/>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525252"/>
                </a:solidFill>
                <a:effectLst/>
                <a:uLnTx/>
                <a:uFillTx/>
                <a:latin typeface="Aptos" pitchFamily="34" charset="0"/>
                <a:ea typeface="Aptos" pitchFamily="34" charset="-122"/>
                <a:cs typeface="Aptos" pitchFamily="34" charset="-120"/>
              </a:rPr>
              <a:t>↳ Content Cortex </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39" name="Shape 37"/>
          <p:cNvSpPr/>
          <p:nvPr/>
        </p:nvSpPr>
        <p:spPr>
          <a:xfrm>
            <a:off x="5202936" y="4727448"/>
            <a:ext cx="1243584" cy="292608"/>
          </a:xfrm>
          <a:prstGeom prst="roundRect">
            <a:avLst>
              <a:gd name="adj" fmla="val 16667"/>
            </a:avLst>
          </a:prstGeom>
          <a:solidFill>
            <a:srgbClr val="198038"/>
          </a:solidFill>
          <a:ln w="12700">
            <a:solidFill>
              <a:srgbClr val="198038"/>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0" name="Text 38"/>
          <p:cNvSpPr/>
          <p:nvPr/>
        </p:nvSpPr>
        <p:spPr>
          <a:xfrm>
            <a:off x="5202936" y="4700016"/>
            <a:ext cx="1344168"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Product launch</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41" name="Text 39"/>
          <p:cNvSpPr/>
          <p:nvPr/>
        </p:nvSpPr>
        <p:spPr>
          <a:xfrm>
            <a:off x="6986016" y="4645152"/>
            <a:ext cx="4581144" cy="3474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June 24: Content Cortex product launch. Position under Business Automation as part of the modernization event path.</a:t>
            </a:r>
            <a:endParaRPr kumimoji="0" lang="en-US" sz="990" b="0" i="0" u="none" strike="noStrike" kern="1200" cap="none" spc="0" normalizeH="0" baseline="0" noProof="0" dirty="0">
              <a:ln>
                <a:noFill/>
              </a:ln>
              <a:solidFill>
                <a:prstClr val="black"/>
              </a:solidFill>
              <a:effectLst/>
              <a:uLnTx/>
              <a:uFillTx/>
              <a:latin typeface="Aptos"/>
              <a:ea typeface="+mn-ea"/>
              <a:cs typeface="+mn-cs"/>
            </a:endParaRPr>
          </a:p>
        </p:txBody>
      </p:sp>
      <p:sp>
        <p:nvSpPr>
          <p:cNvPr id="42" name="Shape 40"/>
          <p:cNvSpPr/>
          <p:nvPr/>
        </p:nvSpPr>
        <p:spPr>
          <a:xfrm>
            <a:off x="384048" y="5138928"/>
            <a:ext cx="11411712" cy="932688"/>
          </a:xfrm>
          <a:prstGeom prst="rect">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3" name="Shape 41"/>
          <p:cNvSpPr/>
          <p:nvPr/>
        </p:nvSpPr>
        <p:spPr>
          <a:xfrm>
            <a:off x="384048" y="6071616"/>
            <a:ext cx="11411712" cy="0"/>
          </a:xfrm>
          <a:prstGeom prst="line">
            <a:avLst/>
          </a:prstGeom>
          <a:noFill/>
          <a:ln w="8890">
            <a:solidFill>
              <a:srgbClr val="A6A6A6">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4" name="Text 42"/>
          <p:cNvSpPr/>
          <p:nvPr/>
        </p:nvSpPr>
        <p:spPr>
          <a:xfrm>
            <a:off x="612648" y="5285232"/>
            <a:ext cx="3794760" cy="201168"/>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Data Architecture</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45" name="Shape 43"/>
          <p:cNvSpPr/>
          <p:nvPr/>
        </p:nvSpPr>
        <p:spPr>
          <a:xfrm>
            <a:off x="5202936" y="5248656"/>
            <a:ext cx="1243584" cy="329184"/>
          </a:xfrm>
          <a:prstGeom prst="roundRect">
            <a:avLst>
              <a:gd name="adj" fmla="val 16667"/>
            </a:avLst>
          </a:prstGeom>
          <a:solidFill>
            <a:srgbClr val="0F62FE"/>
          </a:solidFill>
          <a:ln w="12700">
            <a:solidFill>
              <a:srgbClr val="0F62FE"/>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6" name="Text 44"/>
          <p:cNvSpPr/>
          <p:nvPr/>
        </p:nvSpPr>
        <p:spPr>
          <a:xfrm>
            <a:off x="5202936" y="5257800"/>
            <a:ext cx="1243584"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In progress</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47" name="Text 45"/>
          <p:cNvSpPr/>
          <p:nvPr/>
        </p:nvSpPr>
        <p:spPr>
          <a:xfrm>
            <a:off x="6986016" y="5221224"/>
            <a:ext cx="4581144" cy="329184"/>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1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Build repeatable sessions around Db2, DataStage, watsonx.data, and related modernization triggers. Align owners and timing.</a:t>
            </a:r>
            <a:endParaRPr kumimoji="0" lang="en-US" sz="1010" b="0" i="0" u="none" strike="noStrike" kern="1200" cap="none" spc="0" normalizeH="0" baseline="0" noProof="0" dirty="0">
              <a:ln>
                <a:noFill/>
              </a:ln>
              <a:solidFill>
                <a:prstClr val="black"/>
              </a:solidFill>
              <a:effectLst/>
              <a:uLnTx/>
              <a:uFillTx/>
              <a:latin typeface="Aptos"/>
              <a:ea typeface="+mn-ea"/>
              <a:cs typeface="+mn-cs"/>
            </a:endParaRPr>
          </a:p>
        </p:txBody>
      </p:sp>
      <p:sp>
        <p:nvSpPr>
          <p:cNvPr id="48" name="Shape 46"/>
          <p:cNvSpPr/>
          <p:nvPr/>
        </p:nvSpPr>
        <p:spPr>
          <a:xfrm>
            <a:off x="704088" y="5605272"/>
            <a:ext cx="10771632" cy="0"/>
          </a:xfrm>
          <a:prstGeom prst="line">
            <a:avLst/>
          </a:prstGeom>
          <a:noFill/>
          <a:ln w="10160">
            <a:solidFill>
              <a:srgbClr val="E0E4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9" name="Text 47"/>
          <p:cNvSpPr/>
          <p:nvPr/>
        </p:nvSpPr>
        <p:spPr>
          <a:xfrm>
            <a:off x="950976" y="5742432"/>
            <a:ext cx="3429000" cy="182880"/>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525252"/>
                </a:solidFill>
                <a:effectLst/>
                <a:uLnTx/>
                <a:uFillTx/>
                <a:latin typeface="Aptos" pitchFamily="34" charset="0"/>
                <a:ea typeface="Aptos" pitchFamily="34" charset="-122"/>
                <a:cs typeface="Aptos" pitchFamily="34" charset="-120"/>
              </a:rPr>
              <a:t>↳ Cognos Analytics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50" name="Shape 48"/>
          <p:cNvSpPr/>
          <p:nvPr/>
        </p:nvSpPr>
        <p:spPr>
          <a:xfrm>
            <a:off x="5202936" y="5687568"/>
            <a:ext cx="1243584" cy="329184"/>
          </a:xfrm>
          <a:prstGeom prst="roundRect">
            <a:avLst>
              <a:gd name="adj" fmla="val 50000"/>
            </a:avLst>
          </a:prstGeom>
          <a:solidFill>
            <a:srgbClr val="198038"/>
          </a:solidFill>
          <a:ln w="12700">
            <a:solidFill>
              <a:srgbClr val="198038"/>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1" name="Text 49"/>
          <p:cNvSpPr/>
          <p:nvPr/>
        </p:nvSpPr>
        <p:spPr>
          <a:xfrm>
            <a:off x="5102352" y="5696712"/>
            <a:ext cx="1444752" cy="310896"/>
          </a:xfrm>
          <a:prstGeom prst="rect">
            <a:avLst/>
          </a:prstGeom>
          <a:noFill/>
          <a:ln/>
        </p:spPr>
        <p:txBody>
          <a:bodyPr wrap="square" lIns="381" tIns="381" rIns="381" bIns="381"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Scheduled</a:t>
            </a:r>
            <a:endParaRPr kumimoji="0" lang="en-US" sz="1080" b="0" i="0" u="none" strike="noStrike" kern="1200" cap="none" spc="0" normalizeH="0" baseline="0" noProof="0" dirty="0">
              <a:ln>
                <a:noFill/>
              </a:ln>
              <a:solidFill>
                <a:prstClr val="black"/>
              </a:solidFill>
              <a:effectLst/>
              <a:uLnTx/>
              <a:uFillTx/>
              <a:latin typeface="Aptos"/>
              <a:ea typeface="+mn-ea"/>
              <a:cs typeface="+mn-cs"/>
            </a:endParaRPr>
          </a:p>
        </p:txBody>
      </p:sp>
      <p:sp>
        <p:nvSpPr>
          <p:cNvPr id="52" name="Text 50"/>
          <p:cNvSpPr/>
          <p:nvPr/>
        </p:nvSpPr>
        <p:spPr>
          <a:xfrm>
            <a:off x="6986016" y="5641848"/>
            <a:ext cx="4581144" cy="3474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July 16–17: Multi-client Cognos Analytics session scheduled. Focus on agentic analytics, proactive decisions, governance, and PA cross-play.</a:t>
            </a:r>
            <a:endParaRPr kumimoji="0" lang="en-US" sz="990" b="0" i="0" u="none" strike="noStrike" kern="1200" cap="none" spc="0" normalizeH="0" baseline="0" noProof="0" dirty="0">
              <a:ln>
                <a:noFill/>
              </a:ln>
              <a:solidFill>
                <a:prstClr val="black"/>
              </a:solidFill>
              <a:effectLst/>
              <a:uLnTx/>
              <a:uFillTx/>
              <a:latin typeface="Aptos"/>
              <a:ea typeface="+mn-ea"/>
              <a:cs typeface="+mn-cs"/>
            </a:endParaRPr>
          </a:p>
        </p:txBody>
      </p:sp>
      <p:sp>
        <p:nvSpPr>
          <p:cNvPr id="53" name="Text 51"/>
          <p:cNvSpPr/>
          <p:nvPr/>
        </p:nvSpPr>
        <p:spPr>
          <a:xfrm>
            <a:off x="411480" y="6537960"/>
            <a:ext cx="11155680" cy="16459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30" b="0" i="1" u="none" strike="noStrike" kern="1200" cap="none" spc="0" normalizeH="0" baseline="0" noProof="0" dirty="0">
                <a:ln>
                  <a:noFill/>
                </a:ln>
                <a:solidFill>
                  <a:srgbClr val="6F6F6F"/>
                </a:solidFill>
                <a:effectLst/>
                <a:uLnTx/>
                <a:uFillTx/>
                <a:latin typeface="Aptos" pitchFamily="34" charset="0"/>
                <a:ea typeface="Aptos" pitchFamily="34" charset="-122"/>
                <a:cs typeface="Aptos" pitchFamily="34" charset="-120"/>
              </a:rPr>
              <a:t>Cognos Analytics is shown under Data Architecture. Content Cortex is shown under Business Automation.</a:t>
            </a:r>
            <a:endParaRPr kumimoji="0" lang="en-US" sz="830" b="0" i="0" u="none" strike="noStrike" kern="1200" cap="none" spc="0" normalizeH="0" baseline="0" noProof="0" dirty="0">
              <a:ln>
                <a:noFill/>
              </a:ln>
              <a:solidFill>
                <a:prstClr val="black"/>
              </a:solidFill>
              <a:effectLst/>
              <a:uLnTx/>
              <a:uFillTx/>
              <a:latin typeface="Aptos"/>
              <a:ea typeface="+mn-ea"/>
              <a:cs typeface="+mn-cs"/>
            </a:endParaRPr>
          </a:p>
        </p:txBody>
      </p:sp>
      <p:sp>
        <p:nvSpPr>
          <p:cNvPr id="55" name="Shape 48">
            <a:extLst>
              <a:ext uri="{FF2B5EF4-FFF2-40B4-BE49-F238E27FC236}">
                <a16:creationId xmlns:a16="http://schemas.microsoft.com/office/drawing/2014/main" id="{54AA0B84-6408-83CA-2F66-F61B23581A2C}"/>
              </a:ext>
            </a:extLst>
          </p:cNvPr>
          <p:cNvSpPr/>
          <p:nvPr/>
        </p:nvSpPr>
        <p:spPr>
          <a:xfrm>
            <a:off x="5202936" y="2966804"/>
            <a:ext cx="1243584" cy="329184"/>
          </a:xfrm>
          <a:prstGeom prst="roundRect">
            <a:avLst>
              <a:gd name="adj" fmla="val 50000"/>
            </a:avLst>
          </a:prstGeom>
          <a:solidFill>
            <a:srgbClr val="198038"/>
          </a:solidFill>
          <a:ln w="12700">
            <a:solidFill>
              <a:srgbClr val="198038"/>
            </a:solidFill>
            <a:prstDash val="solid"/>
          </a:ln>
          <a:effectLst>
            <a:outerShdw blurRad="25400" dist="50800" dir="2700000" algn="bl" rotWithShape="0">
              <a:srgbClr val="808080">
                <a:alpha val="22000"/>
              </a:srgbClr>
            </a:outerShdw>
          </a:effectLst>
        </p:spPr>
        <p:txBody>
          <a:bodyPr/>
          <a:lstStyle/>
          <a:p>
            <a:pPr algn="ctr">
              <a:defRPr/>
            </a:pPr>
            <a:r>
              <a:rPr kumimoji="0" lang="en-US" sz="108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Scheduled</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315C009E-7E6D-7826-9A13-3D01FC2FCCD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B1EA0E6-9E12-5F5F-2205-0060CA2645A3}"/>
              </a:ext>
            </a:extLst>
          </p:cNvPr>
          <p:cNvSpPr/>
          <p:nvPr/>
        </p:nvSpPr>
        <p:spPr>
          <a:xfrm>
            <a:off x="0" y="0"/>
            <a:ext cx="12191695" cy="32004"/>
          </a:xfrm>
          <a:prstGeom prst="rect">
            <a:avLst/>
          </a:prstGeom>
          <a:solidFill>
            <a:srgbClr val="0F62FE"/>
          </a:solidFill>
          <a:ln w="12700">
            <a:solidFill>
              <a:srgbClr val="0F62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Text 1">
            <a:extLst>
              <a:ext uri="{FF2B5EF4-FFF2-40B4-BE49-F238E27FC236}">
                <a16:creationId xmlns:a16="http://schemas.microsoft.com/office/drawing/2014/main" id="{E31B2E2E-0DE7-6020-60FB-6BDF9744B3E2}"/>
              </a:ext>
            </a:extLst>
          </p:cNvPr>
          <p:cNvSpPr/>
          <p:nvPr/>
        </p:nvSpPr>
        <p:spPr>
          <a:xfrm>
            <a:off x="384048" y="246888"/>
            <a:ext cx="11338560" cy="411480"/>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Client Briefing (modernization events)</a:t>
            </a:r>
            <a:endParaRPr kumimoji="0" lang="en-US" sz="25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a:extLst>
              <a:ext uri="{FF2B5EF4-FFF2-40B4-BE49-F238E27FC236}">
                <a16:creationId xmlns:a16="http://schemas.microsoft.com/office/drawing/2014/main" id="{ABF6FC53-6AD5-7108-1AE6-6478930394C9}"/>
              </a:ext>
            </a:extLst>
          </p:cNvPr>
          <p:cNvSpPr/>
          <p:nvPr/>
        </p:nvSpPr>
        <p:spPr>
          <a:xfrm>
            <a:off x="384048" y="859536"/>
            <a:ext cx="5963589" cy="1564688"/>
          </a:xfrm>
          <a:prstGeom prst="roundRect">
            <a:avLst>
              <a:gd name="adj" fmla="val 10000"/>
            </a:avLst>
          </a:prstGeom>
          <a:solidFill>
            <a:srgbClr val="FFFFFF"/>
          </a:solidFill>
          <a:ln w="12700">
            <a:solidFill>
              <a:srgbClr val="DDE1E6"/>
            </a:solidFill>
            <a:prstDash val="solid"/>
          </a:ln>
          <a:effectLst>
            <a:outerShdw blurRad="25400" dist="50800" dir="2700000" algn="bl" rotWithShape="0">
              <a:srgbClr val="80808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a:extLst>
              <a:ext uri="{FF2B5EF4-FFF2-40B4-BE49-F238E27FC236}">
                <a16:creationId xmlns:a16="http://schemas.microsoft.com/office/drawing/2014/main" id="{E69E7992-A075-0E4D-C6C2-F3315F8FFFEA}"/>
              </a:ext>
            </a:extLst>
          </p:cNvPr>
          <p:cNvSpPr/>
          <p:nvPr/>
        </p:nvSpPr>
        <p:spPr>
          <a:xfrm>
            <a:off x="594360" y="950976"/>
            <a:ext cx="5501640" cy="1218066"/>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Activate client-facing modernization sessions by product pillar, using a repeatable model that supports urgent single-client needs and scalable multi-client motions. Focused client facing sessions to give IBM and early seat in the client’s modernization journey, especially around renewals and aging estates</a:t>
            </a:r>
            <a:endParaRPr kumimoji="0" lang="en-US" sz="1380" b="0" i="0" u="none" strike="noStrike" kern="1200" cap="none" spc="0" normalizeH="0" baseline="0" noProof="0" dirty="0">
              <a:ln>
                <a:noFill/>
              </a:ln>
              <a:solidFill>
                <a:prstClr val="black"/>
              </a:solidFill>
              <a:effectLst/>
              <a:uLnTx/>
              <a:uFillTx/>
              <a:latin typeface="Aptos"/>
              <a:ea typeface="+mn-ea"/>
              <a:cs typeface="+mn-cs"/>
            </a:endParaRPr>
          </a:p>
        </p:txBody>
      </p:sp>
      <p:sp>
        <p:nvSpPr>
          <p:cNvPr id="53" name="Text 51">
            <a:extLst>
              <a:ext uri="{FF2B5EF4-FFF2-40B4-BE49-F238E27FC236}">
                <a16:creationId xmlns:a16="http://schemas.microsoft.com/office/drawing/2014/main" id="{9A2FE8FA-8F8C-03D3-3DED-616116B81350}"/>
              </a:ext>
            </a:extLst>
          </p:cNvPr>
          <p:cNvSpPr/>
          <p:nvPr/>
        </p:nvSpPr>
        <p:spPr>
          <a:xfrm>
            <a:off x="411480" y="6537960"/>
            <a:ext cx="11155680" cy="16459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30" b="0" i="1" u="none" strike="noStrike" kern="1200" cap="none" spc="0" normalizeH="0" baseline="0" noProof="0" dirty="0">
                <a:ln>
                  <a:noFill/>
                </a:ln>
                <a:solidFill>
                  <a:srgbClr val="6F6F6F"/>
                </a:solidFill>
                <a:effectLst/>
                <a:uLnTx/>
                <a:uFillTx/>
                <a:latin typeface="Aptos" pitchFamily="34" charset="0"/>
                <a:ea typeface="Aptos" pitchFamily="34" charset="-122"/>
                <a:cs typeface="Aptos" pitchFamily="34" charset="-120"/>
              </a:rPr>
              <a:t>Cognos Analytics is shown under Data Architecture. Content Cortex is shown under Business Automation.</a:t>
            </a:r>
            <a:endParaRPr kumimoji="0" lang="en-US" sz="830" b="0" i="0" u="none" strike="noStrike" kern="1200" cap="none" spc="0" normalizeH="0" baseline="0" noProof="0" dirty="0">
              <a:ln>
                <a:noFill/>
              </a:ln>
              <a:solidFill>
                <a:prstClr val="black"/>
              </a:solidFill>
              <a:effectLst/>
              <a:uLnTx/>
              <a:uFillTx/>
              <a:latin typeface="Aptos"/>
              <a:ea typeface="+mn-ea"/>
              <a:cs typeface="+mn-cs"/>
            </a:endParaRPr>
          </a:p>
        </p:txBody>
      </p:sp>
      <p:pic>
        <p:nvPicPr>
          <p:cNvPr id="22" name="Picture 21">
            <a:extLst>
              <a:ext uri="{FF2B5EF4-FFF2-40B4-BE49-F238E27FC236}">
                <a16:creationId xmlns:a16="http://schemas.microsoft.com/office/drawing/2014/main" id="{BCA1C749-D09F-E18C-EF34-EB1BC072E20B}"/>
              </a:ext>
            </a:extLst>
          </p:cNvPr>
          <p:cNvPicPr>
            <a:picLocks noChangeAspect="1"/>
          </p:cNvPicPr>
          <p:nvPr/>
        </p:nvPicPr>
        <p:blipFill>
          <a:blip r:embed="rId3"/>
          <a:stretch>
            <a:fillRect/>
          </a:stretch>
        </p:blipFill>
        <p:spPr>
          <a:xfrm>
            <a:off x="7176976" y="246888"/>
            <a:ext cx="4278541" cy="6494518"/>
          </a:xfrm>
          <a:prstGeom prst="rect">
            <a:avLst/>
          </a:prstGeom>
        </p:spPr>
      </p:pic>
    </p:spTree>
    <p:extLst>
      <p:ext uri="{BB962C8B-B14F-4D97-AF65-F5344CB8AC3E}">
        <p14:creationId xmlns:p14="http://schemas.microsoft.com/office/powerpoint/2010/main" val="2469217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F62FE"/>
          </a:solidFill>
          <a:ln w="12700">
            <a:solidFill>
              <a:srgbClr val="333333">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Text 1"/>
          <p:cNvSpPr/>
          <p:nvPr/>
        </p:nvSpPr>
        <p:spPr>
          <a:xfrm>
            <a:off x="475487" y="384048"/>
            <a:ext cx="10477215" cy="347472"/>
          </a:xfrm>
          <a:prstGeom prst="rect">
            <a:avLst/>
          </a:prstGeom>
          <a:noFill/>
          <a:ln/>
        </p:spPr>
        <p:txBody>
          <a:bodyPr wrap="square" lIns="0" tIns="0" rIns="0" bIns="0"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Product engagement – client outcomes</a:t>
            </a:r>
            <a:endParaRPr kumimoji="0" lang="en-US" sz="25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p:cNvSpPr/>
          <p:nvPr/>
        </p:nvSpPr>
        <p:spPr>
          <a:xfrm>
            <a:off x="493776" y="795528"/>
            <a:ext cx="10698480" cy="23774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525252"/>
                </a:solidFill>
                <a:effectLst/>
                <a:uLnTx/>
                <a:uFillTx/>
                <a:latin typeface="Aptos" pitchFamily="34" charset="0"/>
                <a:ea typeface="Aptos" pitchFamily="34" charset="-122"/>
                <a:cs typeface="Aptos" pitchFamily="34" charset="-120"/>
              </a:rPr>
              <a:t>Positive field examples show where PM partnership improves client confidence, removes blockers, and moves modernization work forward.</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Shape 3"/>
          <p:cNvSpPr/>
          <p:nvPr/>
        </p:nvSpPr>
        <p:spPr>
          <a:xfrm>
            <a:off x="502920" y="1234440"/>
            <a:ext cx="11201400" cy="749808"/>
          </a:xfrm>
          <a:prstGeom prst="roundRect">
            <a:avLst>
              <a:gd name="adj" fmla="val 6098"/>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Text 5"/>
          <p:cNvSpPr/>
          <p:nvPr/>
        </p:nvSpPr>
        <p:spPr>
          <a:xfrm>
            <a:off x="764332" y="1287470"/>
            <a:ext cx="8118257" cy="626364"/>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62FE"/>
                </a:solidFill>
                <a:effectLst/>
                <a:uLnTx/>
                <a:uFillTx/>
                <a:latin typeface="Aptos" pitchFamily="34" charset="0"/>
                <a:ea typeface="+mn-ea"/>
                <a:cs typeface="+mn-cs"/>
              </a:rPr>
              <a:t>Product Management engagement works best at high-leverage moments: roadmap clarity, product blocker resolution, dev engagement, product enhancement request prioritization, and validation of modernization assets.</a:t>
            </a:r>
          </a:p>
        </p:txBody>
      </p:sp>
      <p:sp>
        <p:nvSpPr>
          <p:cNvPr id="8" name="Shape 6"/>
          <p:cNvSpPr/>
          <p:nvPr/>
        </p:nvSpPr>
        <p:spPr>
          <a:xfrm>
            <a:off x="9010859" y="1381196"/>
            <a:ext cx="0" cy="438912"/>
          </a:xfrm>
          <a:prstGeom prst="line">
            <a:avLst/>
          </a:prstGeom>
          <a:no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9189167" y="1435608"/>
            <a:ext cx="2336845" cy="429768"/>
          </a:xfrm>
          <a:prstGeom prst="rect">
            <a:avLst/>
          </a:prstGeom>
          <a:noFill/>
          <a:ln/>
        </p:spPr>
        <p:txBody>
          <a:bodyPr wrap="square" lIns="254" tIns="254" rIns="254" bIns="254"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Scale pattern: enablement + reference architecture + BVE validation</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502920" y="2240280"/>
            <a:ext cx="2560320" cy="283464"/>
          </a:xfrm>
          <a:prstGeom prst="roundRect">
            <a:avLst>
              <a:gd name="adj" fmla="val 25806"/>
            </a:avLst>
          </a:prstGeom>
          <a:solidFill>
            <a:srgbClr val="E8F1FF"/>
          </a:solidFill>
          <a:ln w="12700">
            <a:solidFill>
              <a:srgbClr val="BFD7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Text 9"/>
          <p:cNvSpPr/>
          <p:nvPr/>
        </p:nvSpPr>
        <p:spPr>
          <a:xfrm>
            <a:off x="576072" y="2290572"/>
            <a:ext cx="2414016" cy="146304"/>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Client / product</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Shape 10"/>
          <p:cNvSpPr/>
          <p:nvPr/>
        </p:nvSpPr>
        <p:spPr>
          <a:xfrm>
            <a:off x="3246120" y="2240280"/>
            <a:ext cx="3977640" cy="283464"/>
          </a:xfrm>
          <a:prstGeom prst="roundRect">
            <a:avLst>
              <a:gd name="adj" fmla="val 25806"/>
            </a:avLst>
          </a:prstGeom>
          <a:solidFill>
            <a:srgbClr val="E8F1FF"/>
          </a:solidFill>
          <a:ln w="12700">
            <a:solidFill>
              <a:srgbClr val="BFD7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3" name="Text 11"/>
          <p:cNvSpPr/>
          <p:nvPr/>
        </p:nvSpPr>
        <p:spPr>
          <a:xfrm>
            <a:off x="3319272" y="2290572"/>
            <a:ext cx="3831336" cy="146304"/>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PM engagement</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Shape 12"/>
          <p:cNvSpPr/>
          <p:nvPr/>
        </p:nvSpPr>
        <p:spPr>
          <a:xfrm>
            <a:off x="7406640" y="2240280"/>
            <a:ext cx="4297680" cy="283464"/>
          </a:xfrm>
          <a:prstGeom prst="roundRect">
            <a:avLst>
              <a:gd name="adj" fmla="val 25806"/>
            </a:avLst>
          </a:prstGeom>
          <a:solidFill>
            <a:srgbClr val="E8F1FF"/>
          </a:solidFill>
          <a:ln w="12700">
            <a:solidFill>
              <a:srgbClr val="BFD7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Text 13"/>
          <p:cNvSpPr/>
          <p:nvPr/>
        </p:nvSpPr>
        <p:spPr>
          <a:xfrm>
            <a:off x="7479792" y="2290572"/>
            <a:ext cx="4151376" cy="146304"/>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F62FE"/>
                </a:solidFill>
                <a:effectLst/>
                <a:uLnTx/>
                <a:uFillTx/>
                <a:latin typeface="Aptos" pitchFamily="34" charset="0"/>
                <a:ea typeface="Aptos" pitchFamily="34" charset="-122"/>
                <a:cs typeface="Aptos" pitchFamily="34" charset="-120"/>
              </a:rPr>
              <a:t>Client outcome / field signal</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Shape 14"/>
          <p:cNvSpPr/>
          <p:nvPr/>
        </p:nvSpPr>
        <p:spPr>
          <a:xfrm>
            <a:off x="502920" y="2615184"/>
            <a:ext cx="11201400" cy="630936"/>
          </a:xfrm>
          <a:prstGeom prst="roundRect">
            <a:avLst>
              <a:gd name="adj" fmla="val 2899"/>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7" name="Text 15"/>
          <p:cNvSpPr/>
          <p:nvPr/>
        </p:nvSpPr>
        <p:spPr>
          <a:xfrm>
            <a:off x="685800" y="2697480"/>
            <a:ext cx="2148840"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Wells Fargo</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err="1">
                <a:ln>
                  <a:noFill/>
                </a:ln>
                <a:solidFill>
                  <a:srgbClr val="161616"/>
                </a:solidFill>
                <a:effectLst/>
                <a:uLnTx/>
                <a:uFillTx/>
                <a:latin typeface="Aptos" pitchFamily="34" charset="0"/>
                <a:ea typeface="Aptos" pitchFamily="34" charset="-122"/>
                <a:cs typeface="Aptos" pitchFamily="34" charset="-120"/>
              </a:rPr>
              <a:t>Connect:Direct</a:t>
            </a: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 containers</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3419856" y="2697480"/>
            <a:ext cx="354787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James Joseph, PM, and Dev worked daily with Wells Fargo on a PoC to containerize Connect:Direct on Red Hat OpenShift.</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Text 17"/>
          <p:cNvSpPr/>
          <p:nvPr/>
        </p:nvSpPr>
        <p:spPr>
          <a:xfrm>
            <a:off x="7616952" y="2697480"/>
            <a:ext cx="373075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Successful PoC. Wells announced a new internal service offering. Entitlement trade-up likely tied to Q4 ELA pull-ahead.</a:t>
            </a:r>
            <a:endParaRPr kumimoji="0" lang="en-US" sz="980" b="0" i="0" u="none" strike="noStrike" kern="1200" cap="none" spc="0" normalizeH="0" baseline="0" noProof="0" dirty="0">
              <a:ln>
                <a:noFill/>
              </a:ln>
              <a:solidFill>
                <a:prstClr val="black"/>
              </a:solidFill>
              <a:effectLst/>
              <a:uLnTx/>
              <a:uFillTx/>
              <a:latin typeface="Aptos"/>
              <a:ea typeface="+mn-ea"/>
              <a:cs typeface="+mn-cs"/>
            </a:endParaRPr>
          </a:p>
        </p:txBody>
      </p:sp>
      <p:sp>
        <p:nvSpPr>
          <p:cNvPr id="20" name="Shape 18"/>
          <p:cNvSpPr/>
          <p:nvPr/>
        </p:nvSpPr>
        <p:spPr>
          <a:xfrm>
            <a:off x="502920" y="3246120"/>
            <a:ext cx="11201400" cy="630936"/>
          </a:xfrm>
          <a:prstGeom prst="roundRect">
            <a:avLst>
              <a:gd name="adj" fmla="val 2899"/>
            </a:avLst>
          </a:prstGeom>
          <a:solidFill>
            <a:srgbClr val="F2F4F8"/>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1" name="Text 19"/>
          <p:cNvSpPr/>
          <p:nvPr/>
        </p:nvSpPr>
        <p:spPr>
          <a:xfrm>
            <a:off x="685800" y="3328416"/>
            <a:ext cx="2148840"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BofA</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DataStage modernization</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Text 20"/>
          <p:cNvSpPr/>
          <p:nvPr/>
        </p:nvSpPr>
        <p:spPr>
          <a:xfrm>
            <a:off x="3419856" y="3328416"/>
            <a:ext cx="354787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Shreya Sisodia addressed product blockers and gave the client confidence in the modernization path.</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23" name="Text 21"/>
          <p:cNvSpPr/>
          <p:nvPr/>
        </p:nvSpPr>
        <p:spPr>
          <a:xfrm>
            <a:off x="7616952" y="3328416"/>
            <a:ext cx="373075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Client trust increased. DataStage modernization is moving positively.</a:t>
            </a:r>
            <a:endParaRPr kumimoji="0" lang="en-US" sz="980"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Shape 22"/>
          <p:cNvSpPr/>
          <p:nvPr/>
        </p:nvSpPr>
        <p:spPr>
          <a:xfrm>
            <a:off x="502920" y="3877056"/>
            <a:ext cx="11201400" cy="630936"/>
          </a:xfrm>
          <a:prstGeom prst="roundRect">
            <a:avLst>
              <a:gd name="adj" fmla="val 2899"/>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5" name="Text 23"/>
          <p:cNvSpPr/>
          <p:nvPr/>
        </p:nvSpPr>
        <p:spPr>
          <a:xfrm>
            <a:off x="685800" y="3959352"/>
            <a:ext cx="2148840"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MetLife, ADP, JPMC, Fiserv</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Cognos containers</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26" name="Text 24"/>
          <p:cNvSpPr/>
          <p:nvPr/>
        </p:nvSpPr>
        <p:spPr>
          <a:xfrm>
            <a:off x="3419856" y="3959352"/>
            <a:ext cx="354787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Greg McDonald, Jim Daly, and Yong Li supported roadmap briefings, PoCs, readiness testing, and dev review of blockers.</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27" name="Text 25"/>
          <p:cNvSpPr/>
          <p:nvPr/>
        </p:nvSpPr>
        <p:spPr>
          <a:xfrm>
            <a:off x="7616952" y="3959352"/>
            <a:ext cx="373075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$840K MetLife proposal with procurement. $3.1M ADP PoC started. JPMC blocker with Dev. Fiserv readiness near completion.</a:t>
            </a:r>
            <a:endParaRPr kumimoji="0" lang="en-US" sz="98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Shape 26"/>
          <p:cNvSpPr/>
          <p:nvPr/>
        </p:nvSpPr>
        <p:spPr>
          <a:xfrm>
            <a:off x="502920" y="4507992"/>
            <a:ext cx="11201400" cy="630936"/>
          </a:xfrm>
          <a:prstGeom prst="roundRect">
            <a:avLst>
              <a:gd name="adj" fmla="val 2899"/>
            </a:avLst>
          </a:prstGeom>
          <a:solidFill>
            <a:srgbClr val="F2F4F8"/>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9" name="Text 27"/>
          <p:cNvSpPr/>
          <p:nvPr/>
        </p:nvSpPr>
        <p:spPr>
          <a:xfrm>
            <a:off x="685800" y="4590288"/>
            <a:ext cx="2148840"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Citi</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Connect:Direct containers</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30" name="Text 28"/>
          <p:cNvSpPr/>
          <p:nvPr/>
        </p:nvSpPr>
        <p:spPr>
          <a:xfrm>
            <a:off x="3419856" y="4590288"/>
            <a:ext cx="354787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PM prioritized RFEs and pulled Dev into the discussion to understand unique requirements and displacement risk.</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31" name="Text 29"/>
          <p:cNvSpPr/>
          <p:nvPr/>
        </p:nvSpPr>
        <p:spPr>
          <a:xfrm>
            <a:off x="7616952" y="4590288"/>
            <a:ext cx="373075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Adoption path moving again after blocker escalation.</a:t>
            </a:r>
            <a:endParaRPr kumimoji="0" lang="en-US" sz="980" b="0" i="0" u="none" strike="noStrike" kern="1200" cap="none" spc="0" normalizeH="0" baseline="0" noProof="0" dirty="0">
              <a:ln>
                <a:noFill/>
              </a:ln>
              <a:solidFill>
                <a:prstClr val="black"/>
              </a:solidFill>
              <a:effectLst/>
              <a:uLnTx/>
              <a:uFillTx/>
              <a:latin typeface="Aptos"/>
              <a:ea typeface="+mn-ea"/>
              <a:cs typeface="+mn-cs"/>
            </a:endParaRPr>
          </a:p>
        </p:txBody>
      </p:sp>
      <p:sp>
        <p:nvSpPr>
          <p:cNvPr id="32" name="Shape 30"/>
          <p:cNvSpPr/>
          <p:nvPr/>
        </p:nvSpPr>
        <p:spPr>
          <a:xfrm>
            <a:off x="502920" y="5138928"/>
            <a:ext cx="11201400" cy="630936"/>
          </a:xfrm>
          <a:prstGeom prst="roundRect">
            <a:avLst>
              <a:gd name="adj" fmla="val 2899"/>
            </a:avLst>
          </a:prstGeom>
          <a:solidFill>
            <a:srgbClr val="FFFFFF"/>
          </a:solidFill>
          <a:ln w="1270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3" name="Text 31"/>
          <p:cNvSpPr/>
          <p:nvPr/>
        </p:nvSpPr>
        <p:spPr>
          <a:xfrm>
            <a:off x="685800" y="5221224"/>
            <a:ext cx="2148840"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Travelers</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FileNet SaaS + containers on AWS</a:t>
            </a:r>
            <a:endParaRPr kumimoji="0" lang="en-US" sz="1020" b="0" i="0" u="none" strike="noStrike" kern="1200" cap="none" spc="0" normalizeH="0" baseline="0" noProof="0" dirty="0">
              <a:ln>
                <a:noFill/>
              </a:ln>
              <a:solidFill>
                <a:prstClr val="black"/>
              </a:solidFill>
              <a:effectLst/>
              <a:uLnTx/>
              <a:uFillTx/>
              <a:latin typeface="Aptos"/>
              <a:ea typeface="+mn-ea"/>
              <a:cs typeface="+mn-cs"/>
            </a:endParaRPr>
          </a:p>
        </p:txBody>
      </p:sp>
      <p:sp>
        <p:nvSpPr>
          <p:cNvPr id="34" name="Text 32"/>
          <p:cNvSpPr/>
          <p:nvPr/>
        </p:nvSpPr>
        <p:spPr>
          <a:xfrm>
            <a:off x="3419856" y="5221224"/>
            <a:ext cx="354787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FileNet PM team stepped in during RFP response and supported demo and collaboration needs where no CSE was assigned.</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35" name="Text 33"/>
          <p:cNvSpPr/>
          <p:nvPr/>
        </p:nvSpPr>
        <p:spPr>
          <a:xfrm>
            <a:off x="7616952" y="5221224"/>
            <a:ext cx="3730752" cy="484632"/>
          </a:xfrm>
          <a:prstGeom prst="rect">
            <a:avLst/>
          </a:prstGeom>
          <a:noFill/>
          <a:ln/>
        </p:spPr>
        <p:txBody>
          <a:bodyPr wrap="square" lIns="127" tIns="127" rIns="127" bIns="127"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161616"/>
                </a:solidFill>
                <a:effectLst/>
                <a:uLnTx/>
                <a:uFillTx/>
                <a:latin typeface="Aptos" pitchFamily="34" charset="0"/>
                <a:ea typeface="Aptos" pitchFamily="34" charset="-122"/>
                <a:cs typeface="Aptos" pitchFamily="34" charset="-120"/>
              </a:rPr>
              <a:t>Stronger RFP response and better client-facing support for a complex modernization ask.</a:t>
            </a:r>
            <a:endParaRPr kumimoji="0" lang="en-US" sz="980" b="0" i="0" u="none" strike="noStrike" kern="1200" cap="none" spc="0" normalizeH="0" baseline="0" noProof="0" dirty="0">
              <a:ln>
                <a:noFill/>
              </a:ln>
              <a:solidFill>
                <a:prstClr val="black"/>
              </a:solidFill>
              <a:effectLst/>
              <a:uLnTx/>
              <a:uFillTx/>
              <a:latin typeface="Aptos"/>
              <a:ea typeface="+mn-ea"/>
              <a:cs typeface="+mn-cs"/>
            </a:endParaRPr>
          </a:p>
        </p:txBody>
      </p:sp>
      <p:sp>
        <p:nvSpPr>
          <p:cNvPr id="36" name="Shape 34"/>
          <p:cNvSpPr/>
          <p:nvPr/>
        </p:nvSpPr>
        <p:spPr>
          <a:xfrm>
            <a:off x="502920" y="5989320"/>
            <a:ext cx="11201400" cy="512064"/>
          </a:xfrm>
          <a:prstGeom prst="roundRect">
            <a:avLst>
              <a:gd name="adj" fmla="val 8929"/>
            </a:avLst>
          </a:prstGeom>
          <a:solidFill>
            <a:srgbClr val="EAF4EA"/>
          </a:solidFill>
          <a:ln w="12700">
            <a:solidFill>
              <a:srgbClr val="B7E0B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7" name="Text 35"/>
          <p:cNvSpPr/>
          <p:nvPr/>
        </p:nvSpPr>
        <p:spPr>
          <a:xfrm>
            <a:off x="713232" y="6144768"/>
            <a:ext cx="777240" cy="137160"/>
          </a:xfrm>
          <a:prstGeom prst="rect">
            <a:avLst/>
          </a:prstGeom>
          <a:noFill/>
          <a:ln/>
        </p:spPr>
        <p:txBody>
          <a:bodyPr wrap="square" lIns="0" tIns="0" rIns="0" bIns="0"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40" b="1" i="0" u="none" strike="noStrike" kern="1200" cap="none" spc="0" normalizeH="0" baseline="0" noProof="0" dirty="0">
                <a:ln>
                  <a:noFill/>
                </a:ln>
                <a:solidFill>
                  <a:srgbClr val="1D4B1D"/>
                </a:solidFill>
                <a:effectLst/>
                <a:uLnTx/>
                <a:uFillTx/>
                <a:latin typeface="Aptos" pitchFamily="34" charset="0"/>
                <a:ea typeface="Aptos" pitchFamily="34" charset="-122"/>
                <a:cs typeface="Aptos" pitchFamily="34" charset="-120"/>
              </a:rPr>
              <a:t>Takeaway</a:t>
            </a:r>
            <a:endParaRPr kumimoji="0" lang="en-US" sz="1040" b="0" i="0" u="none" strike="noStrike" kern="1200" cap="none" spc="0" normalizeH="0" baseline="0" noProof="0" dirty="0">
              <a:ln>
                <a:noFill/>
              </a:ln>
              <a:solidFill>
                <a:prstClr val="black"/>
              </a:solidFill>
              <a:effectLst/>
              <a:uLnTx/>
              <a:uFillTx/>
              <a:latin typeface="Aptos"/>
              <a:ea typeface="+mn-ea"/>
              <a:cs typeface="+mn-cs"/>
            </a:endParaRPr>
          </a:p>
        </p:txBody>
      </p:sp>
      <p:sp>
        <p:nvSpPr>
          <p:cNvPr id="38" name="Text 36"/>
          <p:cNvSpPr/>
          <p:nvPr/>
        </p:nvSpPr>
        <p:spPr>
          <a:xfrm>
            <a:off x="1627632" y="6071616"/>
            <a:ext cx="9646920" cy="283464"/>
          </a:xfrm>
          <a:prstGeom prst="rect">
            <a:avLst/>
          </a:prstGeom>
          <a:noFill/>
          <a:ln/>
        </p:spPr>
        <p:txBody>
          <a:bodyPr wrap="square" lIns="127" tIns="127" rIns="127" bIns="127"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D4B1D"/>
                </a:solidFill>
                <a:effectLst/>
                <a:uLnTx/>
                <a:uFillTx/>
                <a:latin typeface="Aptos" pitchFamily="34" charset="0"/>
                <a:ea typeface="Aptos" pitchFamily="34" charset="-122"/>
                <a:cs typeface="Aptos" pitchFamily="34" charset="-120"/>
              </a:rPr>
              <a:t>Product Connect has proof points. The next step is making the model repeatable so CSEs get faster enablement, validated reference architectures, and credible BVE assumptions for priority client work.</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100"/>
          </a:xfrm>
          <a:prstGeom prst="rect">
            <a:avLst/>
          </a:prstGeom>
          <a:solidFill>
            <a:srgbClr val="24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11480" y="292608"/>
            <a:ext cx="7925246" cy="415498"/>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700" b="1">
                <a:solidFill>
                  <a:srgbClr val="14181C"/>
                </a:solidFill>
                <a:latin typeface="Arial"/>
              </a:defRPr>
            </a:pPr>
            <a:r>
              <a:rPr kumimoji="0" sz="2700" b="1" i="0" u="none" strike="noStrike" kern="1200" cap="none" spc="0" normalizeH="0" baseline="0" noProof="0" dirty="0">
                <a:ln>
                  <a:noFill/>
                </a:ln>
                <a:solidFill>
                  <a:srgbClr val="14181C"/>
                </a:solidFill>
                <a:effectLst/>
                <a:uLnTx/>
                <a:uFillTx/>
                <a:latin typeface="Arial"/>
                <a:ea typeface="+mn-ea"/>
                <a:cs typeface="+mn-cs"/>
              </a:rPr>
              <a:t>Product engagement – client outcomes</a:t>
            </a:r>
            <a:r>
              <a:rPr kumimoji="0" lang="en-US" sz="2700" b="1" i="0" u="none" strike="noStrike" kern="1200" cap="none" spc="0" normalizeH="0" baseline="0" noProof="0" dirty="0">
                <a:ln>
                  <a:noFill/>
                </a:ln>
                <a:solidFill>
                  <a:srgbClr val="14181C"/>
                </a:solidFill>
                <a:effectLst/>
                <a:uLnTx/>
                <a:uFillTx/>
                <a:latin typeface="Arial"/>
                <a:ea typeface="+mn-ea"/>
                <a:cs typeface="+mn-cs"/>
              </a:rPr>
              <a:t> (contd..)</a:t>
            </a:r>
            <a:endParaRPr kumimoji="0" sz="2700" b="1" i="0" u="none" strike="noStrike" kern="1200" cap="none" spc="0" normalizeH="0" baseline="0" noProof="0" dirty="0">
              <a:ln>
                <a:noFill/>
              </a:ln>
              <a:solidFill>
                <a:srgbClr val="14181C"/>
              </a:solidFill>
              <a:effectLst/>
              <a:uLnTx/>
              <a:uFillTx/>
              <a:latin typeface="Arial"/>
              <a:ea typeface="+mn-ea"/>
              <a:cs typeface="+mn-cs"/>
            </a:endParaRPr>
          </a:p>
        </p:txBody>
      </p:sp>
      <p:sp>
        <p:nvSpPr>
          <p:cNvPr id="4" name="TextBox 3"/>
          <p:cNvSpPr txBox="1"/>
          <p:nvPr/>
        </p:nvSpPr>
        <p:spPr>
          <a:xfrm>
            <a:off x="429768" y="786384"/>
            <a:ext cx="11155680" cy="292608"/>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300">
                <a:solidFill>
                  <a:srgbClr val="464B52"/>
                </a:solidFill>
                <a:latin typeface="Arial"/>
              </a:defRPr>
            </a:pPr>
            <a:r>
              <a:rPr kumimoji="0" sz="1300" b="0" i="0" u="none" strike="noStrike" kern="1200" cap="none" spc="0" normalizeH="0" baseline="0" noProof="0">
                <a:ln>
                  <a:noFill/>
                </a:ln>
                <a:solidFill>
                  <a:srgbClr val="464B52"/>
                </a:solidFill>
                <a:effectLst/>
                <a:uLnTx/>
                <a:uFillTx/>
                <a:latin typeface="Arial"/>
                <a:ea typeface="+mn-ea"/>
                <a:cs typeface="+mn-cs"/>
              </a:rPr>
              <a:t>Positive field examples show where PM partnership improves client confidence, removes blockers, and moves modernization work forward.</a:t>
            </a:r>
          </a:p>
        </p:txBody>
      </p:sp>
      <p:sp>
        <p:nvSpPr>
          <p:cNvPr id="5" name="Rounded Rectangle 4"/>
          <p:cNvSpPr/>
          <p:nvPr/>
        </p:nvSpPr>
        <p:spPr>
          <a:xfrm>
            <a:off x="429768" y="1298448"/>
            <a:ext cx="11320272" cy="713232"/>
          </a:xfrm>
          <a:prstGeom prst="roundRect">
            <a:avLst/>
          </a:prstGeom>
          <a:solidFill>
            <a:srgbClr val="FFFFFF"/>
          </a:solidFill>
          <a:ln w="12700">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685800" y="1380744"/>
            <a:ext cx="8138160" cy="50292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600" b="1">
                <a:solidFill>
                  <a:srgbClr val="245BFF"/>
                </a:solidFill>
                <a:latin typeface="Arial"/>
              </a:defRPr>
            </a:pPr>
            <a:r>
              <a:rPr kumimoji="0" sz="1600" b="1" i="0" u="none" strike="noStrike" kern="1200" cap="none" spc="0" normalizeH="0" baseline="0" noProof="0">
                <a:ln>
                  <a:noFill/>
                </a:ln>
                <a:solidFill>
                  <a:srgbClr val="245BFF"/>
                </a:solidFill>
                <a:effectLst/>
                <a:uLnTx/>
                <a:uFillTx/>
                <a:latin typeface="Arial"/>
                <a:ea typeface="+mn-ea"/>
                <a:cs typeface="+mn-cs"/>
              </a:rPr>
              <a:t>PM engagement is creating leverage in live client opportunities: roadmap clarity, modernization confidence, competitive response, and aligned PoC execution.</a:t>
            </a:r>
          </a:p>
        </p:txBody>
      </p:sp>
      <p:sp>
        <p:nvSpPr>
          <p:cNvPr id="7" name="Rectangle 6"/>
          <p:cNvSpPr/>
          <p:nvPr/>
        </p:nvSpPr>
        <p:spPr>
          <a:xfrm>
            <a:off x="9034272" y="1417320"/>
            <a:ext cx="13970" cy="411480"/>
          </a:xfrm>
          <a:prstGeom prst="rect">
            <a:avLst/>
          </a:prstGeom>
          <a:solidFill>
            <a:srgbClr val="D2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9235440" y="1362456"/>
            <a:ext cx="2331720" cy="530352"/>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500" b="1">
                <a:solidFill>
                  <a:srgbClr val="14181C"/>
                </a:solidFill>
                <a:latin typeface="Arial"/>
              </a:defRPr>
            </a:pPr>
            <a:r>
              <a:rPr kumimoji="0" sz="1500" b="1" i="0" u="none" strike="noStrike" kern="1200" cap="none" spc="0" normalizeH="0" baseline="0" noProof="0">
                <a:ln>
                  <a:noFill/>
                </a:ln>
                <a:solidFill>
                  <a:srgbClr val="14181C"/>
                </a:solidFill>
                <a:effectLst/>
                <a:uLnTx/>
                <a:uFillTx/>
                <a:latin typeface="Arial"/>
                <a:ea typeface="+mn-ea"/>
                <a:cs typeface="+mn-cs"/>
              </a:rPr>
              <a:t>Scale pattern: roadmap + modernization story + PoC alignment</a:t>
            </a:r>
          </a:p>
        </p:txBody>
      </p:sp>
      <p:sp>
        <p:nvSpPr>
          <p:cNvPr id="9" name="Rounded Rectangle 8"/>
          <p:cNvSpPr/>
          <p:nvPr/>
        </p:nvSpPr>
        <p:spPr>
          <a:xfrm>
            <a:off x="429768" y="2304288"/>
            <a:ext cx="2971800" cy="338328"/>
          </a:xfrm>
          <a:prstGeom prst="roundRect">
            <a:avLst/>
          </a:prstGeom>
          <a:solidFill>
            <a:srgbClr val="E8EFFF"/>
          </a:solidFill>
          <a:ln w="12700">
            <a:solidFill>
              <a:srgbClr val="9EB9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429768" y="2377440"/>
            <a:ext cx="2971800" cy="182880"/>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050" b="1">
                <a:solidFill>
                  <a:srgbClr val="245BFF"/>
                </a:solidFill>
                <a:latin typeface="Arial"/>
              </a:defRPr>
            </a:pPr>
            <a:r>
              <a:rPr kumimoji="0" sz="1050" b="1" i="0" u="none" strike="noStrike" kern="1200" cap="none" spc="0" normalizeH="0" baseline="0" noProof="0">
                <a:ln>
                  <a:noFill/>
                </a:ln>
                <a:solidFill>
                  <a:srgbClr val="245BFF"/>
                </a:solidFill>
                <a:effectLst/>
                <a:uLnTx/>
                <a:uFillTx/>
                <a:latin typeface="Arial"/>
                <a:ea typeface="+mn-ea"/>
                <a:cs typeface="+mn-cs"/>
              </a:rPr>
              <a:t>Client / product</a:t>
            </a:r>
          </a:p>
        </p:txBody>
      </p:sp>
      <p:sp>
        <p:nvSpPr>
          <p:cNvPr id="11" name="Rounded Rectangle 10"/>
          <p:cNvSpPr/>
          <p:nvPr/>
        </p:nvSpPr>
        <p:spPr>
          <a:xfrm>
            <a:off x="3584448" y="2304288"/>
            <a:ext cx="4343400" cy="338328"/>
          </a:xfrm>
          <a:prstGeom prst="roundRect">
            <a:avLst/>
          </a:prstGeom>
          <a:solidFill>
            <a:srgbClr val="E8EFFF"/>
          </a:solidFill>
          <a:ln w="12700">
            <a:solidFill>
              <a:srgbClr val="9EB9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3584448" y="2377440"/>
            <a:ext cx="4343400" cy="182880"/>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050" b="1">
                <a:solidFill>
                  <a:srgbClr val="245BFF"/>
                </a:solidFill>
                <a:latin typeface="Arial"/>
              </a:defRPr>
            </a:pPr>
            <a:r>
              <a:rPr kumimoji="0" sz="1050" b="1" i="0" u="none" strike="noStrike" kern="1200" cap="none" spc="0" normalizeH="0" baseline="0" noProof="0">
                <a:ln>
                  <a:noFill/>
                </a:ln>
                <a:solidFill>
                  <a:srgbClr val="245BFF"/>
                </a:solidFill>
                <a:effectLst/>
                <a:uLnTx/>
                <a:uFillTx/>
                <a:latin typeface="Arial"/>
                <a:ea typeface="+mn-ea"/>
                <a:cs typeface="+mn-cs"/>
              </a:rPr>
              <a:t>PM engagement</a:t>
            </a:r>
          </a:p>
        </p:txBody>
      </p:sp>
      <p:sp>
        <p:nvSpPr>
          <p:cNvPr id="13" name="Rounded Rectangle 12"/>
          <p:cNvSpPr/>
          <p:nvPr/>
        </p:nvSpPr>
        <p:spPr>
          <a:xfrm>
            <a:off x="8110728" y="2304288"/>
            <a:ext cx="4005072" cy="338328"/>
          </a:xfrm>
          <a:prstGeom prst="roundRect">
            <a:avLst/>
          </a:prstGeom>
          <a:solidFill>
            <a:srgbClr val="E8EFFF"/>
          </a:solidFill>
          <a:ln w="12700">
            <a:solidFill>
              <a:srgbClr val="9EB9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8110728" y="2377440"/>
            <a:ext cx="4005072" cy="182880"/>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050" b="1">
                <a:solidFill>
                  <a:srgbClr val="245BFF"/>
                </a:solidFill>
                <a:latin typeface="Arial"/>
              </a:defRPr>
            </a:pPr>
            <a:r>
              <a:rPr kumimoji="0" sz="1050" b="1" i="0" u="none" strike="noStrike" kern="1200" cap="none" spc="0" normalizeH="0" baseline="0" noProof="0">
                <a:ln>
                  <a:noFill/>
                </a:ln>
                <a:solidFill>
                  <a:srgbClr val="245BFF"/>
                </a:solidFill>
                <a:effectLst/>
                <a:uLnTx/>
                <a:uFillTx/>
                <a:latin typeface="Arial"/>
                <a:ea typeface="+mn-ea"/>
                <a:cs typeface="+mn-cs"/>
              </a:rPr>
              <a:t>Client outcome / field signal</a:t>
            </a:r>
          </a:p>
        </p:txBody>
      </p:sp>
      <p:sp>
        <p:nvSpPr>
          <p:cNvPr id="15" name="Rectangle 14"/>
          <p:cNvSpPr/>
          <p:nvPr/>
        </p:nvSpPr>
        <p:spPr>
          <a:xfrm>
            <a:off x="429768" y="2752344"/>
            <a:ext cx="11320272" cy="1143000"/>
          </a:xfrm>
          <a:prstGeom prst="rect">
            <a:avLst/>
          </a:prstGeom>
          <a:solidFill>
            <a:srgbClr val="FFFFFF"/>
          </a:solidFill>
          <a:ln w="10160">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3493008" y="2752344"/>
            <a:ext cx="7620" cy="1143000"/>
          </a:xfrm>
          <a:prstGeom prst="rect">
            <a:avLst/>
          </a:prstGeom>
          <a:solidFill>
            <a:srgbClr val="D2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p:nvSpPr>
        <p:spPr>
          <a:xfrm>
            <a:off x="8019288" y="2752344"/>
            <a:ext cx="7620" cy="1143000"/>
          </a:xfrm>
          <a:prstGeom prst="rect">
            <a:avLst/>
          </a:prstGeom>
          <a:solidFill>
            <a:srgbClr val="D2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17"/>
          <p:cNvSpPr txBox="1"/>
          <p:nvPr/>
        </p:nvSpPr>
        <p:spPr>
          <a:xfrm>
            <a:off x="630936" y="2916936"/>
            <a:ext cx="2587752" cy="8869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14181C"/>
                </a:solidFill>
                <a:latin typeface="Arial"/>
              </a:defRPr>
            </a:pPr>
            <a:r>
              <a:rPr kumimoji="0" sz="1100" b="1" i="0" u="none" strike="noStrike" kern="1200" cap="none" spc="0" normalizeH="0" baseline="0" noProof="0">
                <a:ln>
                  <a:noFill/>
                </a:ln>
                <a:solidFill>
                  <a:srgbClr val="14181C"/>
                </a:solidFill>
                <a:effectLst/>
                <a:uLnTx/>
                <a:uFillTx/>
                <a:latin typeface="Arial"/>
                <a:ea typeface="+mn-ea"/>
                <a:cs typeface="+mn-cs"/>
              </a:rPr>
              <a:t>Principal</a:t>
            </a:r>
            <a:br>
              <a:rPr kumimoji="0" sz="1100" b="1" i="0" u="none" strike="noStrike" kern="1200" cap="none" spc="0" normalizeH="0" baseline="0" noProof="0">
                <a:ln>
                  <a:noFill/>
                </a:ln>
                <a:solidFill>
                  <a:srgbClr val="14181C"/>
                </a:solidFill>
                <a:effectLst/>
                <a:uLnTx/>
                <a:uFillTx/>
                <a:latin typeface="Arial"/>
                <a:ea typeface="+mn-ea"/>
                <a:cs typeface="+mn-cs"/>
              </a:rPr>
            </a:br>
            <a:r>
              <a:rPr kumimoji="0" sz="1100" b="1" i="0" u="none" strike="noStrike" kern="1200" cap="none" spc="0" normalizeH="0" baseline="0" noProof="0">
                <a:ln>
                  <a:noFill/>
                </a:ln>
                <a:solidFill>
                  <a:srgbClr val="14181C"/>
                </a:solidFill>
                <a:effectLst/>
                <a:uLnTx/>
                <a:uFillTx/>
                <a:latin typeface="Arial"/>
                <a:ea typeface="+mn-ea"/>
                <a:cs typeface="+mn-cs"/>
              </a:rPr>
              <a:t>Content Cortex: CMOD + CM8 modernization</a:t>
            </a:r>
          </a:p>
        </p:txBody>
      </p:sp>
      <p:sp>
        <p:nvSpPr>
          <p:cNvPr id="19" name="TextBox 18"/>
          <p:cNvSpPr txBox="1"/>
          <p:nvPr/>
        </p:nvSpPr>
        <p:spPr>
          <a:xfrm>
            <a:off x="3785616" y="2916936"/>
            <a:ext cx="3959352" cy="8869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20" b="0">
                <a:solidFill>
                  <a:srgbClr val="14181C"/>
                </a:solidFill>
                <a:latin typeface="Arial"/>
              </a:defRPr>
            </a:pPr>
            <a:r>
              <a:rPr kumimoji="0" sz="1120" b="0" i="0" u="none" strike="noStrike" kern="1200" cap="none" spc="0" normalizeH="0" baseline="0" noProof="0">
                <a:ln>
                  <a:noFill/>
                </a:ln>
                <a:solidFill>
                  <a:srgbClr val="14181C"/>
                </a:solidFill>
                <a:effectLst/>
                <a:uLnTx/>
                <a:uFillTx/>
                <a:latin typeface="Arial"/>
                <a:ea typeface="+mn-ea"/>
                <a:cs typeface="+mn-cs"/>
              </a:rPr>
              <a:t>Matt Warta and Matt Vest helped share the roadmap and modernization story while Principal evaluated competitive alternatives.</a:t>
            </a:r>
          </a:p>
        </p:txBody>
      </p:sp>
      <p:sp>
        <p:nvSpPr>
          <p:cNvPr id="20" name="TextBox 19"/>
          <p:cNvSpPr txBox="1"/>
          <p:nvPr/>
        </p:nvSpPr>
        <p:spPr>
          <a:xfrm>
            <a:off x="8311896" y="2916936"/>
            <a:ext cx="3621024" cy="8869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20" b="0">
                <a:solidFill>
                  <a:srgbClr val="14181C"/>
                </a:solidFill>
                <a:latin typeface="Arial"/>
              </a:defRPr>
            </a:pPr>
            <a:r>
              <a:rPr kumimoji="0" sz="1120" b="0" i="0" u="none" strike="noStrike" kern="1200" cap="none" spc="0" normalizeH="0" baseline="0" noProof="0">
                <a:ln>
                  <a:noFill/>
                </a:ln>
                <a:solidFill>
                  <a:srgbClr val="14181C"/>
                </a:solidFill>
                <a:effectLst/>
                <a:uLnTx/>
                <a:uFillTx/>
                <a:latin typeface="Arial"/>
                <a:ea typeface="+mn-ea"/>
                <a:cs typeface="+mn-cs"/>
              </a:rPr>
              <a:t>PoC is underway. Sales, technical, and product teams are aligned around the client modernization path.</a:t>
            </a:r>
          </a:p>
        </p:txBody>
      </p:sp>
      <p:sp>
        <p:nvSpPr>
          <p:cNvPr id="21" name="Rectangle 20"/>
          <p:cNvSpPr/>
          <p:nvPr/>
        </p:nvSpPr>
        <p:spPr>
          <a:xfrm>
            <a:off x="429768" y="3895344"/>
            <a:ext cx="11320272" cy="1143000"/>
          </a:xfrm>
          <a:prstGeom prst="rect">
            <a:avLst/>
          </a:prstGeom>
          <a:solidFill>
            <a:srgbClr val="EFF2F7"/>
          </a:solidFill>
          <a:ln w="10160">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21"/>
          <p:cNvSpPr/>
          <p:nvPr/>
        </p:nvSpPr>
        <p:spPr>
          <a:xfrm>
            <a:off x="3493008" y="3895344"/>
            <a:ext cx="7620" cy="1143000"/>
          </a:xfrm>
          <a:prstGeom prst="rect">
            <a:avLst/>
          </a:prstGeom>
          <a:solidFill>
            <a:srgbClr val="D2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Rectangle 22"/>
          <p:cNvSpPr/>
          <p:nvPr/>
        </p:nvSpPr>
        <p:spPr>
          <a:xfrm>
            <a:off x="8019288" y="3895344"/>
            <a:ext cx="7620" cy="1143000"/>
          </a:xfrm>
          <a:prstGeom prst="rect">
            <a:avLst/>
          </a:prstGeom>
          <a:solidFill>
            <a:srgbClr val="D2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TextBox 23"/>
          <p:cNvSpPr txBox="1"/>
          <p:nvPr/>
        </p:nvSpPr>
        <p:spPr>
          <a:xfrm>
            <a:off x="630936" y="4059936"/>
            <a:ext cx="2587752" cy="8869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14181C"/>
                </a:solidFill>
                <a:latin typeface="Arial"/>
              </a:defRPr>
            </a:pPr>
            <a:r>
              <a:rPr kumimoji="0" sz="1100" b="1" i="0" u="none" strike="noStrike" kern="1200" cap="none" spc="0" normalizeH="0" baseline="0" noProof="0">
                <a:ln>
                  <a:noFill/>
                </a:ln>
                <a:solidFill>
                  <a:srgbClr val="14181C"/>
                </a:solidFill>
                <a:effectLst/>
                <a:uLnTx/>
                <a:uFillTx/>
                <a:latin typeface="Arial"/>
                <a:ea typeface="+mn-ea"/>
                <a:cs typeface="+mn-cs"/>
              </a:rPr>
              <a:t>Principal</a:t>
            </a:r>
            <a:br>
              <a:rPr kumimoji="0" sz="1100" b="1" i="0" u="none" strike="noStrike" kern="1200" cap="none" spc="0" normalizeH="0" baseline="0" noProof="0">
                <a:ln>
                  <a:noFill/>
                </a:ln>
                <a:solidFill>
                  <a:srgbClr val="14181C"/>
                </a:solidFill>
                <a:effectLst/>
                <a:uLnTx/>
                <a:uFillTx/>
                <a:latin typeface="Arial"/>
                <a:ea typeface="+mn-ea"/>
                <a:cs typeface="+mn-cs"/>
              </a:rPr>
            </a:br>
            <a:r>
              <a:rPr kumimoji="0" sz="1100" b="1" i="0" u="none" strike="noStrike" kern="1200" cap="none" spc="0" normalizeH="0" baseline="0" noProof="0">
                <a:ln>
                  <a:noFill/>
                </a:ln>
                <a:solidFill>
                  <a:srgbClr val="14181C"/>
                </a:solidFill>
                <a:effectLst/>
                <a:uLnTx/>
                <a:uFillTx/>
                <a:latin typeface="Arial"/>
                <a:ea typeface="+mn-ea"/>
                <a:cs typeface="+mn-cs"/>
              </a:rPr>
              <a:t>BAW modernization</a:t>
            </a:r>
          </a:p>
        </p:txBody>
      </p:sp>
      <p:sp>
        <p:nvSpPr>
          <p:cNvPr id="25" name="TextBox 24"/>
          <p:cNvSpPr txBox="1"/>
          <p:nvPr/>
        </p:nvSpPr>
        <p:spPr>
          <a:xfrm>
            <a:off x="3785616" y="4059936"/>
            <a:ext cx="3959352" cy="8869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20" b="0">
                <a:solidFill>
                  <a:srgbClr val="14181C"/>
                </a:solidFill>
                <a:latin typeface="Arial"/>
              </a:defRPr>
            </a:pPr>
            <a:r>
              <a:rPr kumimoji="0" sz="1120" b="0" i="0" u="none" strike="noStrike" kern="1200" cap="none" spc="0" normalizeH="0" baseline="0" noProof="0">
                <a:ln>
                  <a:noFill/>
                </a:ln>
                <a:solidFill>
                  <a:srgbClr val="14181C"/>
                </a:solidFill>
                <a:effectLst/>
                <a:uLnTx/>
                <a:uFillTx/>
                <a:latin typeface="Arial"/>
                <a:ea typeface="+mn-ea"/>
                <a:cs typeface="+mn-cs"/>
              </a:rPr>
              <a:t>Swapnil shared the BAW roadmap and AI capabilities with client stakeholders as they evaluated modernization options and ServiceNow risk.</a:t>
            </a:r>
          </a:p>
        </p:txBody>
      </p:sp>
      <p:sp>
        <p:nvSpPr>
          <p:cNvPr id="26" name="TextBox 25"/>
          <p:cNvSpPr txBox="1"/>
          <p:nvPr/>
        </p:nvSpPr>
        <p:spPr>
          <a:xfrm>
            <a:off x="8311896" y="4059936"/>
            <a:ext cx="3621024" cy="8869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20" b="0">
                <a:solidFill>
                  <a:srgbClr val="14181C"/>
                </a:solidFill>
                <a:latin typeface="Arial"/>
              </a:defRPr>
            </a:pPr>
            <a:r>
              <a:rPr kumimoji="0" sz="1120" b="0" i="0" u="none" strike="noStrike" kern="1200" cap="none" spc="0" normalizeH="0" baseline="0" noProof="0">
                <a:ln>
                  <a:noFill/>
                </a:ln>
                <a:solidFill>
                  <a:srgbClr val="14181C"/>
                </a:solidFill>
                <a:effectLst/>
                <a:uLnTx/>
                <a:uFillTx/>
                <a:latin typeface="Arial"/>
                <a:ea typeface="+mn-ea"/>
                <a:cs typeface="+mn-cs"/>
              </a:rPr>
              <a:t>Two-day client engagement with business users created positive feedback and a path for expansion into new capabilities.</a:t>
            </a:r>
          </a:p>
        </p:txBody>
      </p:sp>
      <p:sp>
        <p:nvSpPr>
          <p:cNvPr id="27" name="Rounded Rectangle 26"/>
          <p:cNvSpPr/>
          <p:nvPr/>
        </p:nvSpPr>
        <p:spPr>
          <a:xfrm>
            <a:off x="429768" y="5669280"/>
            <a:ext cx="11320272" cy="502920"/>
          </a:xfrm>
          <a:prstGeom prst="roundRect">
            <a:avLst/>
          </a:prstGeom>
          <a:solidFill>
            <a:srgbClr val="E8F5E8"/>
          </a:solidFill>
          <a:ln w="12700">
            <a:solidFill>
              <a:srgbClr val="8FCB8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p:cNvSpPr txBox="1"/>
          <p:nvPr/>
        </p:nvSpPr>
        <p:spPr>
          <a:xfrm>
            <a:off x="640080" y="5806440"/>
            <a:ext cx="822960" cy="182880"/>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050" b="1">
                <a:solidFill>
                  <a:srgbClr val="1F4A23"/>
                </a:solidFill>
                <a:latin typeface="Arial"/>
              </a:defRPr>
            </a:pPr>
            <a:r>
              <a:rPr kumimoji="0" sz="1050" b="1" i="0" u="none" strike="noStrike" kern="1200" cap="none" spc="0" normalizeH="0" baseline="0" noProof="0">
                <a:ln>
                  <a:noFill/>
                </a:ln>
                <a:solidFill>
                  <a:srgbClr val="1F4A23"/>
                </a:solidFill>
                <a:effectLst/>
                <a:uLnTx/>
                <a:uFillTx/>
                <a:latin typeface="Arial"/>
                <a:ea typeface="+mn-ea"/>
                <a:cs typeface="+mn-cs"/>
              </a:rPr>
              <a:t>Takeaway</a:t>
            </a:r>
          </a:p>
        </p:txBody>
      </p:sp>
      <p:sp>
        <p:nvSpPr>
          <p:cNvPr id="29" name="TextBox 28"/>
          <p:cNvSpPr txBox="1"/>
          <p:nvPr/>
        </p:nvSpPr>
        <p:spPr>
          <a:xfrm>
            <a:off x="1572768" y="5751576"/>
            <a:ext cx="9692640" cy="32004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200" b="1">
                <a:solidFill>
                  <a:srgbClr val="1F4A23"/>
                </a:solidFill>
                <a:latin typeface="Arial"/>
              </a:defRPr>
            </a:pPr>
            <a:r>
              <a:rPr kumimoji="0" sz="1200" b="1" i="0" u="none" strike="noStrike" kern="1200" cap="none" spc="0" normalizeH="0" baseline="0" noProof="0">
                <a:ln>
                  <a:noFill/>
                </a:ln>
                <a:solidFill>
                  <a:srgbClr val="1F4A23"/>
                </a:solidFill>
                <a:effectLst/>
                <a:uLnTx/>
                <a:uFillTx/>
                <a:latin typeface="Arial"/>
                <a:ea typeface="+mn-ea"/>
                <a:cs typeface="+mn-cs"/>
              </a:rPr>
              <a:t>Product Connect is proving value where PMs help the field explain the roadmap, respond to competitive pressure, and turn modernization interest into active PoCs and expansion paths.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75A9B-5E00-99BD-BDC0-FD0173C051D1}"/>
            </a:ext>
          </a:extLst>
        </p:cNvPr>
        <p:cNvGrpSpPr/>
        <p:nvPr/>
      </p:nvGrpSpPr>
      <p:grpSpPr>
        <a:xfrm>
          <a:off x="0" y="0"/>
          <a:ext cx="0" cy="0"/>
          <a:chOff x="0" y="0"/>
          <a:chExt cx="0" cy="0"/>
        </a:xfrm>
      </p:grpSpPr>
    </p:spTree>
    <p:extLst>
      <p:ext uri="{BB962C8B-B14F-4D97-AF65-F5344CB8AC3E}">
        <p14:creationId xmlns:p14="http://schemas.microsoft.com/office/powerpoint/2010/main" val="390777406"/>
      </p:ext>
    </p:extLst>
  </p:cSld>
  <p:clrMapOvr>
    <a:masterClrMapping/>
  </p:clrMapOvr>
  <mc:AlternateContent xmlns:mc="http://schemas.openxmlformats.org/markup-compatibility/2006" xmlns:p14="http://schemas.microsoft.com/office/powerpoint/2010/main">
    <mc:Choice Requires="p14">
      <p:transition spd="med" p14:dur="700" advTm="4041">
        <p:fade/>
      </p:transition>
    </mc:Choice>
    <mc:Fallback xmlns="">
      <p:transition spd="med" advTm="4041">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8CF8735-82F5-4882-1DE5-D3AC3A346E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F5AC4-6855-F087-F110-0B54F43A259A}"/>
              </a:ext>
            </a:extLst>
          </p:cNvPr>
          <p:cNvSpPr>
            <a:spLocks noGrp="1"/>
          </p:cNvSpPr>
          <p:nvPr>
            <p:ph type="title"/>
          </p:nvPr>
        </p:nvSpPr>
        <p:spPr>
          <a:xfrm>
            <a:off x="287962" y="288445"/>
            <a:ext cx="6360451" cy="762695"/>
          </a:xfrm>
        </p:spPr>
        <p:txBody>
          <a:bodyPr/>
          <a:lstStyle/>
          <a:p>
            <a:r>
              <a:rPr lang="en-US" sz="3599" dirty="0"/>
              <a:t>Why Core to Modernize exists?</a:t>
            </a:r>
          </a:p>
        </p:txBody>
      </p:sp>
      <p:sp>
        <p:nvSpPr>
          <p:cNvPr id="8" name="Slide Number Placeholder 7">
            <a:extLst>
              <a:ext uri="{FF2B5EF4-FFF2-40B4-BE49-F238E27FC236}">
                <a16:creationId xmlns:a16="http://schemas.microsoft.com/office/drawing/2014/main" id="{F827EB9F-4E19-FB44-320D-A7D8EBECE794}"/>
              </a:ext>
            </a:extLst>
          </p:cNvPr>
          <p:cNvSpPr>
            <a:spLocks noGrp="1"/>
          </p:cNvSpPr>
          <p:nvPr>
            <p:ph type="sldNum" sz="quarter" idx="4"/>
          </p:nvPr>
        </p:nvSpPr>
        <p:spPr>
          <a:xfrm>
            <a:off x="5829747" y="3203954"/>
            <a:ext cx="121828" cy="123111"/>
          </a:xfrm>
        </p:spPr>
        <p:txBody>
          <a:bodyPr/>
          <a:lstStyle/>
          <a:p>
            <a:pPr defTabSz="914507"/>
            <a:fld id="{86CB4B4D-7CA3-9044-876B-883B54F8677D}" type="slidenum">
              <a:rPr lang="en-US">
                <a:solidFill>
                  <a:srgbClr val="000000"/>
                </a:solidFill>
              </a:rPr>
              <a:pPr defTabSz="914507"/>
              <a:t>10</a:t>
            </a:fld>
            <a:endParaRPr lang="en-US" dirty="0">
              <a:solidFill>
                <a:srgbClr val="000000"/>
              </a:solidFill>
            </a:endParaRPr>
          </a:p>
        </p:txBody>
      </p:sp>
      <p:sp>
        <p:nvSpPr>
          <p:cNvPr id="3" name="Text Placeholder 2">
            <a:extLst>
              <a:ext uri="{FF2B5EF4-FFF2-40B4-BE49-F238E27FC236}">
                <a16:creationId xmlns:a16="http://schemas.microsoft.com/office/drawing/2014/main" id="{A75DAC3C-6FEB-223F-1273-773E80C5018E}"/>
              </a:ext>
            </a:extLst>
          </p:cNvPr>
          <p:cNvSpPr>
            <a:spLocks noGrp="1"/>
          </p:cNvSpPr>
          <p:nvPr>
            <p:ph type="body" sz="quarter" idx="11"/>
          </p:nvPr>
        </p:nvSpPr>
        <p:spPr>
          <a:xfrm>
            <a:off x="407772" y="1051140"/>
            <a:ext cx="9669194" cy="631343"/>
          </a:xfrm>
        </p:spPr>
        <p:txBody>
          <a:bodyPr/>
          <a:lstStyle/>
          <a:p>
            <a:r>
              <a:rPr lang="en-US" sz="1600" b="1">
                <a:solidFill>
                  <a:schemeClr val="accent1"/>
                </a:solidFill>
                <a:latin typeface="IBM Plex Sans Medm" panose="020B0503050203000203" pitchFamily="34" charset="0"/>
              </a:rPr>
              <a:t>Goal: evolve the existing footprint without disruption and make it resilient and AI-ready</a:t>
            </a:r>
            <a:endParaRPr lang="en-US" sz="1600" b="1" dirty="0">
              <a:solidFill>
                <a:schemeClr val="accent1"/>
              </a:solidFill>
              <a:latin typeface="IBM Plex Sans Medm" panose="020B0503050203000203" pitchFamily="34" charset="0"/>
            </a:endParaRPr>
          </a:p>
        </p:txBody>
      </p:sp>
      <p:sp>
        <p:nvSpPr>
          <p:cNvPr id="5" name="TextBox 4">
            <a:extLst>
              <a:ext uri="{FF2B5EF4-FFF2-40B4-BE49-F238E27FC236}">
                <a16:creationId xmlns:a16="http://schemas.microsoft.com/office/drawing/2014/main" id="{6B947E1D-9567-CD64-FFE6-B8437E290CDF}"/>
              </a:ext>
            </a:extLst>
          </p:cNvPr>
          <p:cNvSpPr txBox="1"/>
          <p:nvPr/>
        </p:nvSpPr>
        <p:spPr>
          <a:xfrm>
            <a:off x="539533" y="1794365"/>
            <a:ext cx="6754839" cy="923330"/>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marL="285693" indent="-285693" defTabSz="914507">
              <a:buFont typeface="Arial" panose="020B0604020202020204" pitchFamily="34" charset="0"/>
              <a:buChar char="•"/>
            </a:pPr>
            <a:r>
              <a:rPr lang="en-US" dirty="0">
                <a:solidFill>
                  <a:srgbClr val="000000"/>
                </a:solidFill>
                <a:latin typeface="IBM Plex Sans Light"/>
              </a:rPr>
              <a:t>Core software runs the business</a:t>
            </a:r>
          </a:p>
          <a:p>
            <a:pPr marL="285693" indent="-285693" defTabSz="914507">
              <a:buFont typeface="Arial" panose="020B0604020202020204" pitchFamily="34" charset="0"/>
              <a:buChar char="•"/>
            </a:pPr>
            <a:r>
              <a:rPr lang="en-US" dirty="0">
                <a:solidFill>
                  <a:srgbClr val="000000"/>
                </a:solidFill>
                <a:latin typeface="IBM Plex Sans Light"/>
              </a:rPr>
              <a:t>Aging estates increase risk, cost, and change friction</a:t>
            </a:r>
          </a:p>
          <a:p>
            <a:pPr marL="285693" indent="-285693" defTabSz="914507">
              <a:buFont typeface="Arial" panose="020B0604020202020204" pitchFamily="34" charset="0"/>
              <a:buChar char="•"/>
            </a:pPr>
            <a:r>
              <a:rPr lang="en-US" dirty="0">
                <a:solidFill>
                  <a:srgbClr val="000000"/>
                </a:solidFill>
                <a:latin typeface="IBM Plex Sans Light"/>
              </a:rPr>
              <a:t>Modernization must be controlled and repeatable</a:t>
            </a:r>
          </a:p>
        </p:txBody>
      </p:sp>
      <p:pic>
        <p:nvPicPr>
          <p:cNvPr id="4" name="Picture 3">
            <a:extLst>
              <a:ext uri="{FF2B5EF4-FFF2-40B4-BE49-F238E27FC236}">
                <a16:creationId xmlns:a16="http://schemas.microsoft.com/office/drawing/2014/main" id="{2CDC069B-064D-CE1E-A119-6260AC71940C}"/>
              </a:ext>
            </a:extLst>
          </p:cNvPr>
          <p:cNvPicPr>
            <a:picLocks noChangeAspect="1"/>
          </p:cNvPicPr>
          <p:nvPr/>
        </p:nvPicPr>
        <p:blipFill>
          <a:blip r:embed="rId3"/>
          <a:srcRect/>
          <a:stretch/>
        </p:blipFill>
        <p:spPr>
          <a:xfrm>
            <a:off x="3786056" y="3116873"/>
            <a:ext cx="5724714" cy="3358499"/>
          </a:xfrm>
          <a:prstGeom prst="rect">
            <a:avLst/>
          </a:prstGeom>
        </p:spPr>
      </p:pic>
      <p:sp>
        <p:nvSpPr>
          <p:cNvPr id="10" name="TextBox 9">
            <a:extLst>
              <a:ext uri="{FF2B5EF4-FFF2-40B4-BE49-F238E27FC236}">
                <a16:creationId xmlns:a16="http://schemas.microsoft.com/office/drawing/2014/main" id="{BD97E0AB-3AB7-676F-D36E-F69625B6954A}"/>
              </a:ext>
            </a:extLst>
          </p:cNvPr>
          <p:cNvSpPr txBox="1"/>
          <p:nvPr/>
        </p:nvSpPr>
        <p:spPr>
          <a:xfrm>
            <a:off x="1708268" y="4787338"/>
            <a:ext cx="2396058" cy="36933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914507"/>
            <a:r>
              <a:rPr lang="en-US" b="1" dirty="0">
                <a:solidFill>
                  <a:srgbClr val="007D79"/>
                </a:solidFill>
                <a:latin typeface="IBM Plex Sans Light"/>
              </a:rPr>
              <a:t>Controlled Evolution</a:t>
            </a:r>
          </a:p>
        </p:txBody>
      </p:sp>
      <p:sp>
        <p:nvSpPr>
          <p:cNvPr id="12" name="TextBox 11">
            <a:extLst>
              <a:ext uri="{FF2B5EF4-FFF2-40B4-BE49-F238E27FC236}">
                <a16:creationId xmlns:a16="http://schemas.microsoft.com/office/drawing/2014/main" id="{B61373FE-0579-3E7B-7D46-1B966F53F479}"/>
              </a:ext>
            </a:extLst>
          </p:cNvPr>
          <p:cNvSpPr txBox="1"/>
          <p:nvPr/>
        </p:nvSpPr>
        <p:spPr>
          <a:xfrm>
            <a:off x="9780488" y="4796122"/>
            <a:ext cx="2124212" cy="36933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914507"/>
            <a:r>
              <a:rPr lang="en-US" b="1" dirty="0">
                <a:solidFill>
                  <a:srgbClr val="C00000"/>
                </a:solidFill>
                <a:latin typeface="IBM Plex Sans Light"/>
              </a:rPr>
              <a:t>Rip and Replace</a:t>
            </a:r>
          </a:p>
        </p:txBody>
      </p:sp>
      <p:sp>
        <p:nvSpPr>
          <p:cNvPr id="15" name="TextBox 14">
            <a:extLst>
              <a:ext uri="{FF2B5EF4-FFF2-40B4-BE49-F238E27FC236}">
                <a16:creationId xmlns:a16="http://schemas.microsoft.com/office/drawing/2014/main" id="{14DD3B7C-73EF-9ACE-68BE-A38E1969AB9F}"/>
              </a:ext>
            </a:extLst>
          </p:cNvPr>
          <p:cNvSpPr txBox="1"/>
          <p:nvPr/>
        </p:nvSpPr>
        <p:spPr>
          <a:xfrm>
            <a:off x="1637852" y="5182044"/>
            <a:ext cx="2218622" cy="646331"/>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algn="r" defTabSz="914507"/>
            <a:r>
              <a:rPr lang="en-US" sz="1200" dirty="0">
                <a:solidFill>
                  <a:srgbClr val="000000"/>
                </a:solidFill>
                <a:latin typeface="IBM Plex Sans Light"/>
              </a:rPr>
              <a:t>Ensures stability and trust while enabling AI adoption without disruption</a:t>
            </a:r>
          </a:p>
        </p:txBody>
      </p:sp>
      <p:sp>
        <p:nvSpPr>
          <p:cNvPr id="18" name="TextBox 17">
            <a:extLst>
              <a:ext uri="{FF2B5EF4-FFF2-40B4-BE49-F238E27FC236}">
                <a16:creationId xmlns:a16="http://schemas.microsoft.com/office/drawing/2014/main" id="{7AF76E2C-CEA9-86D5-1410-7AC465FB8D5F}"/>
              </a:ext>
            </a:extLst>
          </p:cNvPr>
          <p:cNvSpPr txBox="1"/>
          <p:nvPr/>
        </p:nvSpPr>
        <p:spPr>
          <a:xfrm>
            <a:off x="9780488" y="5182044"/>
            <a:ext cx="1988776" cy="646331"/>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914507"/>
            <a:r>
              <a:rPr lang="en-US" sz="1200" dirty="0">
                <a:solidFill>
                  <a:srgbClr val="000000"/>
                </a:solidFill>
                <a:latin typeface="IBM Plex Sans Light"/>
              </a:rPr>
              <a:t>May introduce risks and costs due to potential disruption</a:t>
            </a:r>
          </a:p>
        </p:txBody>
      </p:sp>
    </p:spTree>
    <p:extLst>
      <p:ext uri="{BB962C8B-B14F-4D97-AF65-F5344CB8AC3E}">
        <p14:creationId xmlns:p14="http://schemas.microsoft.com/office/powerpoint/2010/main" val="342556115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D84E4-1949-2B78-ABAA-B474AF4A8574}"/>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0B779685-4550-A851-B0F8-51A6B4F2D802}"/>
              </a:ext>
            </a:extLst>
          </p:cNvPr>
          <p:cNvSpPr>
            <a:spLocks noGrp="1"/>
          </p:cNvSpPr>
          <p:nvPr>
            <p:ph type="title"/>
          </p:nvPr>
        </p:nvSpPr>
        <p:spPr>
          <a:xfrm>
            <a:off x="287963" y="288445"/>
            <a:ext cx="4461209" cy="1234216"/>
          </a:xfrm>
        </p:spPr>
        <p:txBody>
          <a:bodyPr/>
          <a:lstStyle/>
          <a:p>
            <a:r>
              <a:rPr lang="en-US" sz="3599" dirty="0">
                <a:solidFill>
                  <a:schemeClr val="accent1"/>
                </a:solidFill>
              </a:rPr>
              <a:t>Product Pillars - Priya</a:t>
            </a:r>
            <a:br>
              <a:rPr lang="en-US" dirty="0"/>
            </a:br>
            <a:r>
              <a:rPr lang="en-US" sz="900" dirty="0"/>
              <a:t>Four Product Pillars have been prioritized for Core to Modernization Plays</a:t>
            </a:r>
          </a:p>
        </p:txBody>
      </p:sp>
      <p:sp>
        <p:nvSpPr>
          <p:cNvPr id="4" name="Slide Number Placeholder 3">
            <a:extLst>
              <a:ext uri="{FF2B5EF4-FFF2-40B4-BE49-F238E27FC236}">
                <a16:creationId xmlns:a16="http://schemas.microsoft.com/office/drawing/2014/main" id="{5E1CD7D4-44EE-BB88-1F10-35189F355E72}"/>
              </a:ext>
            </a:extLst>
          </p:cNvPr>
          <p:cNvSpPr>
            <a:spLocks noGrp="1"/>
          </p:cNvSpPr>
          <p:nvPr>
            <p:ph type="sldNum" sz="quarter" idx="4"/>
          </p:nvPr>
        </p:nvSpPr>
        <p:spPr>
          <a:xfrm>
            <a:off x="11782872" y="6475769"/>
            <a:ext cx="121828" cy="123111"/>
          </a:xfrm>
        </p:spPr>
        <p:txBody>
          <a:bodyPr/>
          <a:lstStyle/>
          <a:p>
            <a:fld id="{86CB4B4D-7CA3-9044-876B-883B54F8677D}" type="slidenum">
              <a:rPr lang="en-US" smtClean="0"/>
              <a:pPr/>
              <a:t>11</a:t>
            </a:fld>
            <a:endParaRPr lang="en-US" dirty="0"/>
          </a:p>
        </p:txBody>
      </p:sp>
      <p:sp>
        <p:nvSpPr>
          <p:cNvPr id="3" name="Footer Placeholder 2">
            <a:extLst>
              <a:ext uri="{FF2B5EF4-FFF2-40B4-BE49-F238E27FC236}">
                <a16:creationId xmlns:a16="http://schemas.microsoft.com/office/drawing/2014/main" id="{3227371C-C35F-8C67-315F-FDEDE097BB7B}"/>
              </a:ext>
            </a:extLst>
          </p:cNvPr>
          <p:cNvSpPr>
            <a:spLocks noGrp="1"/>
          </p:cNvSpPr>
          <p:nvPr>
            <p:ph type="ftr" sz="quarter" idx="4294967295"/>
          </p:nvPr>
        </p:nvSpPr>
        <p:spPr>
          <a:xfrm>
            <a:off x="0" y="6407556"/>
            <a:ext cx="2477765" cy="190475"/>
          </a:xfrm>
        </p:spPr>
        <p:txBody>
          <a:bodyPr/>
          <a:lstStyle/>
          <a:p>
            <a:r>
              <a:rPr lang="en-US" dirty="0"/>
              <a:t>US FSM / © 2025 IBM Corporation</a:t>
            </a:r>
          </a:p>
        </p:txBody>
      </p:sp>
      <p:sp>
        <p:nvSpPr>
          <p:cNvPr id="2" name="Rectangle 134">
            <a:extLst>
              <a:ext uri="{FF2B5EF4-FFF2-40B4-BE49-F238E27FC236}">
                <a16:creationId xmlns:a16="http://schemas.microsoft.com/office/drawing/2014/main" id="{57FCC733-FDCB-7B16-52E9-936BED725F66}"/>
              </a:ext>
            </a:extLst>
          </p:cNvPr>
          <p:cNvSpPr/>
          <p:nvPr/>
        </p:nvSpPr>
        <p:spPr>
          <a:xfrm>
            <a:off x="381795" y="1168267"/>
            <a:ext cx="2609660" cy="4690810"/>
          </a:xfrm>
          <a:prstGeom prst="rect">
            <a:avLst/>
          </a:prstGeom>
          <a:solidFill>
            <a:srgbClr val="E5F6FF">
              <a:alpha val="50000"/>
            </a:srgbClr>
          </a:solid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endParaRPr lang="en-US" sz="700" strike="sngStrike" dirty="0">
              <a:solidFill>
                <a:srgbClr val="FFFFFF"/>
              </a:solidFill>
              <a:latin typeface="IBM Plex Sans Light"/>
            </a:endParaRPr>
          </a:p>
        </p:txBody>
      </p:sp>
      <p:sp>
        <p:nvSpPr>
          <p:cNvPr id="11" name="Rectangle 135">
            <a:extLst>
              <a:ext uri="{FF2B5EF4-FFF2-40B4-BE49-F238E27FC236}">
                <a16:creationId xmlns:a16="http://schemas.microsoft.com/office/drawing/2014/main" id="{049F17E2-8FA7-0890-07AA-11F96EBA2686}"/>
              </a:ext>
            </a:extLst>
          </p:cNvPr>
          <p:cNvSpPr/>
          <p:nvPr/>
        </p:nvSpPr>
        <p:spPr>
          <a:xfrm>
            <a:off x="3350397" y="1168267"/>
            <a:ext cx="2609660" cy="4690810"/>
          </a:xfrm>
          <a:prstGeom prst="rect">
            <a:avLst/>
          </a:prstGeom>
          <a:solidFill>
            <a:srgbClr val="E5F6FF">
              <a:alpha val="50000"/>
            </a:srgbClr>
          </a:solid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endParaRPr lang="en-US" sz="700">
              <a:solidFill>
                <a:srgbClr val="FFFFFF"/>
              </a:solidFill>
              <a:latin typeface="IBM Plex Sans Light"/>
            </a:endParaRPr>
          </a:p>
        </p:txBody>
      </p:sp>
      <p:sp>
        <p:nvSpPr>
          <p:cNvPr id="12" name="Rectangle 136">
            <a:extLst>
              <a:ext uri="{FF2B5EF4-FFF2-40B4-BE49-F238E27FC236}">
                <a16:creationId xmlns:a16="http://schemas.microsoft.com/office/drawing/2014/main" id="{0DFD5746-146B-F666-19FD-DD997A5A7C1F}"/>
              </a:ext>
            </a:extLst>
          </p:cNvPr>
          <p:cNvSpPr/>
          <p:nvPr/>
        </p:nvSpPr>
        <p:spPr>
          <a:xfrm>
            <a:off x="6319000" y="1168267"/>
            <a:ext cx="2609660" cy="4690810"/>
          </a:xfrm>
          <a:prstGeom prst="rect">
            <a:avLst/>
          </a:prstGeom>
          <a:solidFill>
            <a:srgbClr val="E8DAFF">
              <a:alpha val="50000"/>
            </a:srgbClr>
          </a:solid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endParaRPr lang="en-US" sz="700" dirty="0">
              <a:solidFill>
                <a:srgbClr val="FFFFFF"/>
              </a:solidFill>
              <a:latin typeface="IBM Plex Sans Light"/>
            </a:endParaRPr>
          </a:p>
        </p:txBody>
      </p:sp>
      <p:sp>
        <p:nvSpPr>
          <p:cNvPr id="14" name="Rectangle 137">
            <a:extLst>
              <a:ext uri="{FF2B5EF4-FFF2-40B4-BE49-F238E27FC236}">
                <a16:creationId xmlns:a16="http://schemas.microsoft.com/office/drawing/2014/main" id="{5C528EEC-6984-3332-8708-ABB2798D59DA}"/>
              </a:ext>
            </a:extLst>
          </p:cNvPr>
          <p:cNvSpPr/>
          <p:nvPr/>
        </p:nvSpPr>
        <p:spPr>
          <a:xfrm>
            <a:off x="9287602" y="1168267"/>
            <a:ext cx="2609660" cy="4690810"/>
          </a:xfrm>
          <a:prstGeom prst="rect">
            <a:avLst/>
          </a:prstGeom>
          <a:solidFill>
            <a:srgbClr val="EDE2FF">
              <a:alpha val="50000"/>
            </a:srgbClr>
          </a:solid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endParaRPr lang="en-US" sz="700">
              <a:solidFill>
                <a:srgbClr val="FFFFFF"/>
              </a:solidFill>
              <a:latin typeface="IBM Plex Sans Light"/>
            </a:endParaRPr>
          </a:p>
        </p:txBody>
      </p:sp>
      <p:sp>
        <p:nvSpPr>
          <p:cNvPr id="15" name="Rectangle 139">
            <a:extLst>
              <a:ext uri="{FF2B5EF4-FFF2-40B4-BE49-F238E27FC236}">
                <a16:creationId xmlns:a16="http://schemas.microsoft.com/office/drawing/2014/main" id="{1B9856D1-AF78-ACD0-16D9-6AD1E5332CD5}"/>
              </a:ext>
            </a:extLst>
          </p:cNvPr>
          <p:cNvSpPr/>
          <p:nvPr/>
        </p:nvSpPr>
        <p:spPr>
          <a:xfrm>
            <a:off x="296926" y="1321006"/>
            <a:ext cx="2429684" cy="269965"/>
          </a:xfrm>
          <a:prstGeom prst="rect">
            <a:avLst/>
          </a:prstGeom>
          <a:solidFill>
            <a:srgbClr val="0F62FE"/>
          </a:solidFill>
          <a:ln cap="flat">
            <a:noFill/>
            <a:prstDash val="solid"/>
          </a:ln>
        </p:spPr>
        <p:txBody>
          <a:bodyPr vert="horz" wrap="square" lIns="45714" tIns="45714" rIns="45714" bIns="45714" anchor="ctr" anchorCtr="1" compatLnSpc="1">
            <a:noAutofit/>
          </a:bodyPr>
          <a:lstStyle/>
          <a:p>
            <a:pPr algn="ctr" defTabSz="457109">
              <a:defRPr sz="1800" b="0" i="0" u="none" strike="noStrike" kern="0" cap="none" spc="0" baseline="0">
                <a:solidFill>
                  <a:srgbClr val="000000"/>
                </a:solidFill>
                <a:uFillTx/>
              </a:defRPr>
            </a:pPr>
            <a:r>
              <a:rPr lang="en-US" sz="1200" dirty="0">
                <a:solidFill>
                  <a:srgbClr val="FFFFFF"/>
                </a:solidFill>
                <a:latin typeface="IBM Plex Sans Medm" pitchFamily="34"/>
              </a:rPr>
              <a:t>Application &amp; Runtimes</a:t>
            </a:r>
          </a:p>
        </p:txBody>
      </p:sp>
      <p:sp>
        <p:nvSpPr>
          <p:cNvPr id="16" name="Rectangle 141">
            <a:extLst>
              <a:ext uri="{FF2B5EF4-FFF2-40B4-BE49-F238E27FC236}">
                <a16:creationId xmlns:a16="http://schemas.microsoft.com/office/drawing/2014/main" id="{5C7F0A29-43DE-5E68-778B-61CC13ADB1EB}"/>
              </a:ext>
            </a:extLst>
          </p:cNvPr>
          <p:cNvSpPr/>
          <p:nvPr/>
        </p:nvSpPr>
        <p:spPr>
          <a:xfrm>
            <a:off x="3260070" y="1325674"/>
            <a:ext cx="2429684" cy="269965"/>
          </a:xfrm>
          <a:prstGeom prst="rect">
            <a:avLst/>
          </a:prstGeom>
          <a:solidFill>
            <a:srgbClr val="0F62FE"/>
          </a:solidFill>
          <a:ln cap="flat">
            <a:noFill/>
            <a:prstDash val="solid"/>
          </a:ln>
        </p:spPr>
        <p:txBody>
          <a:bodyPr vert="horz" wrap="square" lIns="45714" tIns="45714" rIns="45714" bIns="45714" anchor="ctr" anchorCtr="1" compatLnSpc="1">
            <a:noAutofit/>
          </a:bodyPr>
          <a:lstStyle/>
          <a:p>
            <a:pPr algn="ctr" defTabSz="457109">
              <a:defRPr sz="1800" b="0" i="0" u="none" strike="noStrike" kern="0" cap="none" spc="0" baseline="0">
                <a:solidFill>
                  <a:srgbClr val="000000"/>
                </a:solidFill>
                <a:uFillTx/>
              </a:defRPr>
            </a:pPr>
            <a:r>
              <a:rPr lang="en-US" sz="1200" dirty="0">
                <a:solidFill>
                  <a:srgbClr val="FFFFFF"/>
                </a:solidFill>
                <a:latin typeface="IBM Plex Sans Medm" pitchFamily="34"/>
              </a:rPr>
              <a:t>Application Integration</a:t>
            </a:r>
          </a:p>
        </p:txBody>
      </p:sp>
      <p:sp>
        <p:nvSpPr>
          <p:cNvPr id="17" name="Rectangle 142">
            <a:extLst>
              <a:ext uri="{FF2B5EF4-FFF2-40B4-BE49-F238E27FC236}">
                <a16:creationId xmlns:a16="http://schemas.microsoft.com/office/drawing/2014/main" id="{8E91534B-7FB6-6FFB-7751-AB45400C5FCB}"/>
              </a:ext>
            </a:extLst>
          </p:cNvPr>
          <p:cNvSpPr/>
          <p:nvPr/>
        </p:nvSpPr>
        <p:spPr>
          <a:xfrm>
            <a:off x="6210387" y="1325674"/>
            <a:ext cx="2429684" cy="269965"/>
          </a:xfrm>
          <a:prstGeom prst="rect">
            <a:avLst/>
          </a:prstGeom>
          <a:solidFill>
            <a:srgbClr val="A56EFF"/>
          </a:solidFill>
          <a:ln cap="flat">
            <a:noFill/>
            <a:prstDash val="solid"/>
          </a:ln>
        </p:spPr>
        <p:txBody>
          <a:bodyPr vert="horz" wrap="square" lIns="45714" tIns="45714" rIns="45714" bIns="45714" anchor="ctr" anchorCtr="1" compatLnSpc="1">
            <a:noAutofit/>
          </a:bodyPr>
          <a:lstStyle/>
          <a:p>
            <a:pPr algn="ctr" defTabSz="457109">
              <a:defRPr sz="1800" b="0" i="0" u="none" strike="noStrike" kern="0" cap="none" spc="0" baseline="0">
                <a:solidFill>
                  <a:srgbClr val="000000"/>
                </a:solidFill>
                <a:uFillTx/>
              </a:defRPr>
            </a:pPr>
            <a:r>
              <a:rPr lang="en-US" sz="1200" dirty="0">
                <a:solidFill>
                  <a:schemeClr val="bg1"/>
                </a:solidFill>
                <a:latin typeface="IBM Plex Sans Medm" pitchFamily="34"/>
              </a:rPr>
              <a:t>Business Automation</a:t>
            </a:r>
          </a:p>
        </p:txBody>
      </p:sp>
      <p:sp>
        <p:nvSpPr>
          <p:cNvPr id="18" name="Rectangle 144">
            <a:extLst>
              <a:ext uri="{FF2B5EF4-FFF2-40B4-BE49-F238E27FC236}">
                <a16:creationId xmlns:a16="http://schemas.microsoft.com/office/drawing/2014/main" id="{1161F499-1FEE-3D9B-5EAF-B3988C4C7BAF}"/>
              </a:ext>
            </a:extLst>
          </p:cNvPr>
          <p:cNvSpPr/>
          <p:nvPr/>
        </p:nvSpPr>
        <p:spPr>
          <a:xfrm>
            <a:off x="9178806" y="1325674"/>
            <a:ext cx="2429684" cy="269965"/>
          </a:xfrm>
          <a:prstGeom prst="rect">
            <a:avLst/>
          </a:prstGeom>
          <a:solidFill>
            <a:srgbClr val="A56EFF"/>
          </a:solidFill>
          <a:ln cap="flat">
            <a:noFill/>
            <a:prstDash val="solid"/>
          </a:ln>
        </p:spPr>
        <p:txBody>
          <a:bodyPr vert="horz" wrap="square" lIns="45714" tIns="45714" rIns="45714" bIns="45714" anchor="ctr" anchorCtr="1" compatLnSpc="1">
            <a:noAutofit/>
          </a:bodyPr>
          <a:lstStyle/>
          <a:p>
            <a:pPr algn="ctr" defTabSz="457109">
              <a:defRPr sz="1800" b="0" i="0" u="none" strike="noStrike" kern="0" cap="none" spc="0" baseline="0">
                <a:solidFill>
                  <a:srgbClr val="000000"/>
                </a:solidFill>
                <a:uFillTx/>
              </a:defRPr>
            </a:pPr>
            <a:r>
              <a:rPr lang="en-US" sz="1200" dirty="0">
                <a:solidFill>
                  <a:srgbClr val="FFFFFF"/>
                </a:solidFill>
                <a:latin typeface="IBM Plex Sans Medm" pitchFamily="34"/>
              </a:rPr>
              <a:t>Data Architecture</a:t>
            </a:r>
          </a:p>
        </p:txBody>
      </p:sp>
      <p:sp>
        <p:nvSpPr>
          <p:cNvPr id="19" name="Rectangle 187">
            <a:extLst>
              <a:ext uri="{FF2B5EF4-FFF2-40B4-BE49-F238E27FC236}">
                <a16:creationId xmlns:a16="http://schemas.microsoft.com/office/drawing/2014/main" id="{3799C392-5974-75A6-CD16-9322DFE68E70}"/>
              </a:ext>
            </a:extLst>
          </p:cNvPr>
          <p:cNvSpPr/>
          <p:nvPr/>
        </p:nvSpPr>
        <p:spPr>
          <a:xfrm>
            <a:off x="528628" y="1619579"/>
            <a:ext cx="1864557" cy="1623434"/>
          </a:xfrm>
          <a:prstGeom prst="rect">
            <a:avLst/>
          </a:prstGeom>
          <a:no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r>
              <a:rPr lang="en-US" sz="1000" dirty="0">
                <a:solidFill>
                  <a:srgbClr val="000000"/>
                </a:solidFill>
                <a:latin typeface="IBM Plex Sans Medm" pitchFamily="34"/>
              </a:rPr>
              <a:t>Products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solidFill>
                  <a:srgbClr val="000000"/>
                </a:solidFill>
                <a:latin typeface="IBM Plex Sans Light" pitchFamily="34"/>
              </a:rPr>
              <a:t>WebSphere Application Server</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err="1">
                <a:solidFill>
                  <a:srgbClr val="000000"/>
                </a:solidFill>
                <a:latin typeface="IBM Plex Sans Light" pitchFamily="34"/>
              </a:rPr>
              <a:t>JSphere</a:t>
            </a:r>
            <a:r>
              <a:rPr lang="en-US" sz="800" strike="sngStrike" dirty="0">
                <a:solidFill>
                  <a:srgbClr val="000000"/>
                </a:solidFill>
                <a:latin typeface="IBM Plex Sans Light" pitchFamily="34"/>
              </a:rPr>
              <a:t> Suite for Java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solidFill>
                  <a:srgbClr val="000000"/>
                </a:solidFill>
                <a:latin typeface="IBM Plex Sans Light" pitchFamily="34"/>
              </a:rPr>
              <a:t>Cloud Pak for Applications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solidFill>
                  <a:srgbClr val="000000"/>
                </a:solidFill>
                <a:latin typeface="IBM Plex Sans Light" pitchFamily="34"/>
              </a:rPr>
              <a:t>Code Assistant for Java</a:t>
            </a:r>
          </a:p>
        </p:txBody>
      </p:sp>
      <p:sp>
        <p:nvSpPr>
          <p:cNvPr id="20" name="Rectangle 189">
            <a:extLst>
              <a:ext uri="{FF2B5EF4-FFF2-40B4-BE49-F238E27FC236}">
                <a16:creationId xmlns:a16="http://schemas.microsoft.com/office/drawing/2014/main" id="{5BC02A40-B7AA-9F3B-E5D2-063CFA8AF713}"/>
              </a:ext>
            </a:extLst>
          </p:cNvPr>
          <p:cNvSpPr/>
          <p:nvPr/>
        </p:nvSpPr>
        <p:spPr>
          <a:xfrm>
            <a:off x="6453578" y="1619579"/>
            <a:ext cx="2045992" cy="1623434"/>
          </a:xfrm>
          <a:prstGeom prst="rect">
            <a:avLst/>
          </a:prstGeom>
          <a:no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r>
              <a:rPr lang="en-US" sz="1000" dirty="0">
                <a:solidFill>
                  <a:srgbClr val="000000"/>
                </a:solidFill>
                <a:latin typeface="IBM Plex Sans Medm" pitchFamily="34"/>
              </a:rPr>
              <a:t>Products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Robotic Process Automation (RPA)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err="1">
                <a:solidFill>
                  <a:srgbClr val="000000"/>
                </a:solidFill>
                <a:latin typeface="IBM Plex Sans Light" pitchFamily="34"/>
              </a:rPr>
              <a:t>webMethods</a:t>
            </a:r>
            <a:r>
              <a:rPr lang="en-US" sz="800" dirty="0">
                <a:solidFill>
                  <a:srgbClr val="000000"/>
                </a:solidFill>
                <a:latin typeface="IBM Plex Sans Light" pitchFamily="34"/>
              </a:rPr>
              <a:t> BPMS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Cloud Pak for Business Automation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Business Automation Workflow</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Automation Decision Services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Process Planning</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Operational Decision Management</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Content Manager (CM8)</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Content Manager On Demand</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err="1">
                <a:solidFill>
                  <a:srgbClr val="000000"/>
                </a:solidFill>
                <a:latin typeface="IBM Plex Sans Light" pitchFamily="34"/>
              </a:rPr>
              <a:t>Filenet</a:t>
            </a:r>
            <a:r>
              <a:rPr lang="en-US" sz="800" dirty="0">
                <a:solidFill>
                  <a:srgbClr val="000000"/>
                </a:solidFill>
                <a:latin typeface="IBM Plex Sans Light" pitchFamily="34"/>
              </a:rPr>
              <a:t> Content Manager </a:t>
            </a:r>
            <a:r>
              <a:rPr lang="en-US" sz="800">
                <a:solidFill>
                  <a:srgbClr val="000000"/>
                </a:solidFill>
                <a:latin typeface="IBM Plex Sans Light" pitchFamily="34"/>
              </a:rPr>
              <a:t>/ Content Cortex</a:t>
            </a:r>
            <a:endParaRPr lang="en-US" sz="800" dirty="0">
              <a:solidFill>
                <a:srgbClr val="000000"/>
              </a:solidFill>
              <a:latin typeface="IBM Plex Sans Light" pitchFamily="34"/>
            </a:endParaRP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Capture</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Decision Optimization</a:t>
            </a:r>
          </a:p>
        </p:txBody>
      </p:sp>
      <p:sp>
        <p:nvSpPr>
          <p:cNvPr id="21" name="Rectangle 191">
            <a:extLst>
              <a:ext uri="{FF2B5EF4-FFF2-40B4-BE49-F238E27FC236}">
                <a16:creationId xmlns:a16="http://schemas.microsoft.com/office/drawing/2014/main" id="{56B02A7B-FACD-56CB-83CC-1FFA9D2608D6}"/>
              </a:ext>
            </a:extLst>
          </p:cNvPr>
          <p:cNvSpPr/>
          <p:nvPr/>
        </p:nvSpPr>
        <p:spPr>
          <a:xfrm>
            <a:off x="9453719" y="1619579"/>
            <a:ext cx="1137123" cy="1679780"/>
          </a:xfrm>
          <a:prstGeom prst="rect">
            <a:avLst/>
          </a:prstGeom>
          <a:noFill/>
          <a:ln cap="flat">
            <a:noFill/>
            <a:prstDash val="solid"/>
          </a:ln>
        </p:spPr>
        <p:txBody>
          <a:bodyPr vert="horz" wrap="square" lIns="45714" tIns="45714" rIns="45714" bIns="45714" anchor="t" anchorCtr="0" compatLnSpc="1">
            <a:noAutofit/>
          </a:bodyPr>
          <a:lstStyle/>
          <a:p>
            <a:pPr lvl="0">
              <a:defRPr sz="1800" b="0" i="0" u="none" strike="noStrike" kern="0" cap="none" spc="0" baseline="0">
                <a:solidFill>
                  <a:srgbClr val="000000"/>
                </a:solidFill>
                <a:uFillTx/>
              </a:defRPr>
            </a:pPr>
            <a:r>
              <a:rPr lang="en-US" sz="1000" dirty="0">
                <a:solidFill>
                  <a:srgbClr val="000000"/>
                </a:solidFill>
                <a:latin typeface="IBM Plex Sans Medm" pitchFamily="34"/>
              </a:rPr>
              <a:t>Products</a:t>
            </a:r>
          </a:p>
          <a:p>
            <a:pPr marL="171416" indent="-171416">
              <a:buSzPct val="100000"/>
              <a:buFont typeface="Arial" pitchFamily="34"/>
              <a:buChar char="•"/>
              <a:defRPr sz="1800" b="0" i="0" u="none" strike="noStrike" kern="0" cap="none" spc="0" baseline="0">
                <a:solidFill>
                  <a:srgbClr val="000000"/>
                </a:solidFill>
                <a:uFillTx/>
              </a:defRPr>
            </a:pPr>
            <a:r>
              <a:rPr lang="en-US" sz="800" strike="sngStrike" dirty="0">
                <a:latin typeface="IBM Plex Sans" panose="020B0503050203000203" pitchFamily="34" charset="0"/>
              </a:rPr>
              <a:t>watson</a:t>
            </a:r>
            <a:r>
              <a:rPr lang="en-US" sz="800" strike="sngStrike" dirty="0">
                <a:solidFill>
                  <a:schemeClr val="accent2"/>
                </a:solidFill>
                <a:latin typeface="IBM Plex Sans" panose="020B0503050203000203" pitchFamily="34" charset="0"/>
              </a:rPr>
              <a:t>x</a:t>
            </a:r>
            <a:r>
              <a:rPr lang="en-US" sz="800" strike="sngStrike" dirty="0">
                <a:solidFill>
                  <a:srgbClr val="000000"/>
                </a:solidFill>
                <a:latin typeface="IBM Plex Sans" panose="020B0503050203000203" pitchFamily="34" charset="0"/>
              </a:rPr>
              <a:t>.data integration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solidFill>
                  <a:srgbClr val="000000"/>
                </a:solidFill>
                <a:latin typeface="IBM Plex Sans" panose="020B0503050203000203" pitchFamily="34" charset="0"/>
              </a:rPr>
              <a:t>DataStage</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Data Replication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Cloud Pak for Data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Db2</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Informix</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Netezza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latin typeface="IBM Plex Sans" panose="020B0503050203000203" pitchFamily="34" charset="0"/>
              </a:rPr>
              <a:t>watson</a:t>
            </a:r>
            <a:r>
              <a:rPr lang="en-US" sz="800" strike="sngStrike" dirty="0">
                <a:solidFill>
                  <a:schemeClr val="accent2"/>
                </a:solidFill>
                <a:latin typeface="IBM Plex Sans" panose="020B0503050203000203" pitchFamily="34" charset="0"/>
              </a:rPr>
              <a:t>x</a:t>
            </a:r>
            <a:r>
              <a:rPr lang="en-US" sz="800" strike="sngStrike" dirty="0">
                <a:solidFill>
                  <a:srgbClr val="000000"/>
                </a:solidFill>
                <a:latin typeface="IBM Plex Sans" panose="020B0503050203000203" pitchFamily="34" charset="0"/>
              </a:rPr>
              <a:t>.data</a:t>
            </a:r>
          </a:p>
          <a:p>
            <a:pPr marL="171416" indent="-171416">
              <a:buSzPct val="100000"/>
              <a:buFont typeface="Arial" pitchFamily="34"/>
              <a:buChar char="•"/>
              <a:defRPr sz="1800" b="0" i="0" u="none" strike="noStrike" kern="0" cap="none" spc="0" baseline="0">
                <a:solidFill>
                  <a:srgbClr val="000000"/>
                </a:solidFill>
                <a:uFillTx/>
              </a:defRPr>
            </a:pPr>
            <a:r>
              <a:rPr lang="en-US" sz="800" strike="sngStrike" dirty="0" err="1">
                <a:latin typeface="IBM Plex Sans" panose="020B0503050203000203" pitchFamily="34" charset="0"/>
              </a:rPr>
              <a:t>watson</a:t>
            </a:r>
            <a:r>
              <a:rPr lang="en-US" sz="800" strike="sngStrike" dirty="0" err="1">
                <a:solidFill>
                  <a:schemeClr val="accent2"/>
                </a:solidFill>
                <a:latin typeface="IBM Plex Sans" panose="020B0503050203000203" pitchFamily="34" charset="0"/>
              </a:rPr>
              <a:t>x</a:t>
            </a:r>
            <a:r>
              <a:rPr lang="en-US" sz="800" strike="sngStrike" dirty="0">
                <a:solidFill>
                  <a:srgbClr val="000000"/>
                </a:solidFill>
                <a:latin typeface="IBM Plex Sans" panose="020B0503050203000203" pitchFamily="34" charset="0"/>
              </a:rPr>
              <a:t> BI Assistant</a:t>
            </a:r>
          </a:p>
          <a:p>
            <a:pPr defTabSz="457109">
              <a:buSzPct val="100000"/>
              <a:defRPr sz="1800" b="0" i="0" u="none" strike="noStrike" kern="0" cap="none" spc="0" baseline="0">
                <a:solidFill>
                  <a:srgbClr val="000000"/>
                </a:solidFill>
                <a:uFillTx/>
              </a:defRPr>
            </a:pPr>
            <a:endParaRPr lang="en-US" sz="1200" dirty="0">
              <a:solidFill>
                <a:srgbClr val="000000"/>
              </a:solidFill>
              <a:latin typeface="IBM Plex Sans Light" pitchFamily="34"/>
            </a:endParaRPr>
          </a:p>
        </p:txBody>
      </p:sp>
      <p:sp>
        <p:nvSpPr>
          <p:cNvPr id="22" name="Rectangle 192">
            <a:extLst>
              <a:ext uri="{FF2B5EF4-FFF2-40B4-BE49-F238E27FC236}">
                <a16:creationId xmlns:a16="http://schemas.microsoft.com/office/drawing/2014/main" id="{B56F756E-2C40-5311-32B6-5CC72153138E}"/>
              </a:ext>
            </a:extLst>
          </p:cNvPr>
          <p:cNvSpPr/>
          <p:nvPr/>
        </p:nvSpPr>
        <p:spPr>
          <a:xfrm>
            <a:off x="3478946" y="1619579"/>
            <a:ext cx="2321024" cy="1964122"/>
          </a:xfrm>
          <a:prstGeom prst="rect">
            <a:avLst/>
          </a:prstGeom>
          <a:no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r>
              <a:rPr lang="en-US" sz="1000" dirty="0">
                <a:solidFill>
                  <a:srgbClr val="000000"/>
                </a:solidFill>
                <a:latin typeface="IBM Plex Sans Medm" pitchFamily="34"/>
              </a:rPr>
              <a:t>Products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DataPower Software</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MQ</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err="1">
                <a:solidFill>
                  <a:srgbClr val="000000"/>
                </a:solidFill>
                <a:latin typeface="IBM Plex Sans Light" pitchFamily="34"/>
              </a:rPr>
              <a:t>webMethods</a:t>
            </a:r>
            <a:r>
              <a:rPr lang="en-US" sz="800" dirty="0">
                <a:solidFill>
                  <a:srgbClr val="000000"/>
                </a:solidFill>
                <a:latin typeface="IBM Plex Sans Light" pitchFamily="34"/>
              </a:rPr>
              <a:t> Hybrid Integration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API Connect</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Cloud Pak for Integration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Event Automation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App Connect</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Aspera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Financial Transactions Payments &amp; Insights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Sterling Managed File Transfer</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Sterling Transformation Extender</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Sterling Data Exchange SaaS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Sterling Partner Engagement Manager</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Sterling B2B Integration</a:t>
            </a:r>
          </a:p>
        </p:txBody>
      </p:sp>
      <p:sp>
        <p:nvSpPr>
          <p:cNvPr id="23" name="TextBox 22">
            <a:extLst>
              <a:ext uri="{FF2B5EF4-FFF2-40B4-BE49-F238E27FC236}">
                <a16:creationId xmlns:a16="http://schemas.microsoft.com/office/drawing/2014/main" id="{BED46EB8-A680-54BF-11DC-9333A30639DF}"/>
              </a:ext>
            </a:extLst>
          </p:cNvPr>
          <p:cNvSpPr txBox="1"/>
          <p:nvPr/>
        </p:nvSpPr>
        <p:spPr>
          <a:xfrm>
            <a:off x="10590842" y="1799931"/>
            <a:ext cx="1358747" cy="1446550"/>
          </a:xfrm>
          <a:prstGeom prst="rect">
            <a:avLst/>
          </a:prstGeom>
          <a:noFill/>
        </p:spPr>
        <p:txBody>
          <a:bodyPr wrap="square">
            <a:spAutoFit/>
          </a:bodyPr>
          <a:lstStyle/>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Business Analytics Enterprise</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SPSS Modeler</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Cognos Analytics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solidFill>
                  <a:srgbClr val="000000"/>
                </a:solidFill>
                <a:latin typeface="IBM Plex Sans" panose="020B0503050203000203" pitchFamily="34" charset="0"/>
              </a:rPr>
              <a:t>Planning Analytics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err="1">
                <a:solidFill>
                  <a:srgbClr val="000000"/>
                </a:solidFill>
                <a:latin typeface="IBM Plex Sans" panose="020B0503050203000203" pitchFamily="34" charset="0"/>
              </a:rPr>
              <a:t>Optim</a:t>
            </a:r>
            <a:endParaRPr lang="en-US" sz="800" strike="sngStrike" dirty="0">
              <a:solidFill>
                <a:srgbClr val="000000"/>
              </a:solidFill>
              <a:latin typeface="IBM Plex Sans" panose="020B0503050203000203" pitchFamily="34" charset="0"/>
            </a:endParaRP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Master Data Management</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panose="020B0503050203000203" pitchFamily="34" charset="0"/>
              </a:rPr>
              <a:t>SPSS Statistics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strike="sngStrike" dirty="0">
                <a:latin typeface="IBM Plex Sans" panose="020B0503050203000203" pitchFamily="34" charset="0"/>
              </a:rPr>
              <a:t>watson</a:t>
            </a:r>
            <a:r>
              <a:rPr lang="en-US" sz="800" strike="sngStrike" dirty="0">
                <a:solidFill>
                  <a:schemeClr val="accent2"/>
                </a:solidFill>
                <a:latin typeface="IBM Plex Sans" panose="020B0503050203000203" pitchFamily="34" charset="0"/>
              </a:rPr>
              <a:t>x</a:t>
            </a:r>
            <a:r>
              <a:rPr lang="en-US" sz="800" strike="sngStrike" dirty="0">
                <a:solidFill>
                  <a:srgbClr val="000000"/>
                </a:solidFill>
                <a:latin typeface="IBM Plex Sans" panose="020B0503050203000203" pitchFamily="34" charset="0"/>
              </a:rPr>
              <a:t>.data intelligence</a:t>
            </a:r>
          </a:p>
        </p:txBody>
      </p:sp>
      <p:sp>
        <p:nvSpPr>
          <p:cNvPr id="24" name="Rectangle 187">
            <a:extLst>
              <a:ext uri="{FF2B5EF4-FFF2-40B4-BE49-F238E27FC236}">
                <a16:creationId xmlns:a16="http://schemas.microsoft.com/office/drawing/2014/main" id="{C7A642F4-237F-8819-2253-5A404697CCB4}"/>
              </a:ext>
            </a:extLst>
          </p:cNvPr>
          <p:cNvSpPr/>
          <p:nvPr/>
        </p:nvSpPr>
        <p:spPr>
          <a:xfrm>
            <a:off x="528628" y="3699863"/>
            <a:ext cx="1129219" cy="1623434"/>
          </a:xfrm>
          <a:prstGeom prst="rect">
            <a:avLst/>
          </a:prstGeom>
          <a:no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r>
              <a:rPr lang="en-US" sz="1000" dirty="0">
                <a:solidFill>
                  <a:srgbClr val="000000"/>
                </a:solidFill>
                <a:latin typeface="IBM Plex Sans Medm" pitchFamily="34"/>
              </a:rPr>
              <a:t>Clients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Farm</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The Bank of New York Mellon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JPMorgan </a:t>
            </a:r>
            <a:br>
              <a:rPr lang="en-US" sz="800" dirty="0">
                <a:solidFill>
                  <a:srgbClr val="000000"/>
                </a:solidFill>
                <a:latin typeface="IBM Plex Sans Light" pitchFamily="34"/>
              </a:rPr>
            </a:br>
            <a:r>
              <a:rPr lang="en-US" sz="800" dirty="0">
                <a:solidFill>
                  <a:srgbClr val="000000"/>
                </a:solidFill>
                <a:latin typeface="IBM Plex Sans Light" pitchFamily="34"/>
              </a:rPr>
              <a:t>Chase &amp; Co.</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Mastercard International</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Citigroup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Fidelity</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United Services Auto Association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Truist</a:t>
            </a:r>
          </a:p>
        </p:txBody>
      </p:sp>
      <p:sp>
        <p:nvSpPr>
          <p:cNvPr id="25" name="Rectangle 189">
            <a:extLst>
              <a:ext uri="{FF2B5EF4-FFF2-40B4-BE49-F238E27FC236}">
                <a16:creationId xmlns:a16="http://schemas.microsoft.com/office/drawing/2014/main" id="{2F3F618E-017E-DCC3-719D-0C943D075FE5}"/>
              </a:ext>
            </a:extLst>
          </p:cNvPr>
          <p:cNvSpPr/>
          <p:nvPr/>
        </p:nvSpPr>
        <p:spPr>
          <a:xfrm>
            <a:off x="6453578" y="3699863"/>
            <a:ext cx="1108832" cy="1623434"/>
          </a:xfrm>
          <a:prstGeom prst="rect">
            <a:avLst/>
          </a:prstGeom>
          <a:no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r>
              <a:rPr lang="en-US" sz="1000" dirty="0">
                <a:solidFill>
                  <a:srgbClr val="000000"/>
                </a:solidFill>
                <a:latin typeface="IBM Plex Sans Medm" pitchFamily="34"/>
              </a:rPr>
              <a:t>Clients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Farm</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Bank of America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Fidelity</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PNC Financial Services Group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Navy Federal Credit Union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Automatic Data Processing</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Street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Citigroup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Allstate Insurance Company</a:t>
            </a:r>
          </a:p>
          <a:p>
            <a:pPr marL="171416" indent="-171416" defTabSz="457109">
              <a:buSzPct val="100000"/>
              <a:buFont typeface="Arial" pitchFamily="34"/>
              <a:buChar char="•"/>
              <a:defRPr sz="1800" b="0" i="0" u="none" strike="noStrike" kern="0" cap="none" spc="0" baseline="0">
                <a:solidFill>
                  <a:srgbClr val="000000"/>
                </a:solidFill>
                <a:uFillTx/>
              </a:defRPr>
            </a:pPr>
            <a:endParaRPr lang="en-US" sz="800" dirty="0">
              <a:solidFill>
                <a:srgbClr val="000000"/>
              </a:solidFill>
              <a:latin typeface="IBM Plex Sans Light" pitchFamily="34"/>
            </a:endParaRPr>
          </a:p>
        </p:txBody>
      </p:sp>
      <p:sp>
        <p:nvSpPr>
          <p:cNvPr id="26" name="Rectangle 191">
            <a:extLst>
              <a:ext uri="{FF2B5EF4-FFF2-40B4-BE49-F238E27FC236}">
                <a16:creationId xmlns:a16="http://schemas.microsoft.com/office/drawing/2014/main" id="{9E00A891-4D53-DBA9-A19C-61BB6C1BDA20}"/>
              </a:ext>
            </a:extLst>
          </p:cNvPr>
          <p:cNvSpPr/>
          <p:nvPr/>
        </p:nvSpPr>
        <p:spPr>
          <a:xfrm>
            <a:off x="9401392" y="3671218"/>
            <a:ext cx="1137123" cy="2018515"/>
          </a:xfrm>
          <a:prstGeom prst="rect">
            <a:avLst/>
          </a:prstGeom>
          <a:noFill/>
          <a:ln cap="flat">
            <a:noFill/>
            <a:prstDash val="solid"/>
          </a:ln>
        </p:spPr>
        <p:txBody>
          <a:bodyPr vert="horz" wrap="square" lIns="45714" tIns="45714" rIns="45714" bIns="45714" anchor="t" anchorCtr="0" compatLnSpc="1">
            <a:noAutofit/>
          </a:bodyPr>
          <a:lstStyle/>
          <a:p>
            <a:pPr lvl="0">
              <a:defRPr sz="1800" b="0" i="0" u="none" strike="noStrike" kern="0" cap="none" spc="0" baseline="0">
                <a:solidFill>
                  <a:srgbClr val="000000"/>
                </a:solidFill>
                <a:uFillTx/>
              </a:defRPr>
            </a:pPr>
            <a:r>
              <a:rPr lang="en-US" sz="1000" dirty="0">
                <a:solidFill>
                  <a:srgbClr val="000000"/>
                </a:solidFill>
                <a:latin typeface="IBM Plex Sans Medm" pitchFamily="34"/>
              </a:rPr>
              <a:t>Clients</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Bank of America</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Mastercard International</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JPMorgan </a:t>
            </a:r>
            <a:br>
              <a:rPr lang="en-US" sz="800" dirty="0">
                <a:solidFill>
                  <a:srgbClr val="000000"/>
                </a:solidFill>
                <a:latin typeface="IBM Plex Sans Light" pitchFamily="34"/>
              </a:rPr>
            </a:br>
            <a:r>
              <a:rPr lang="en-US" sz="800" dirty="0">
                <a:solidFill>
                  <a:srgbClr val="000000"/>
                </a:solidFill>
                <a:latin typeface="IBM Plex Sans Light" pitchFamily="34"/>
              </a:rPr>
              <a:t>Chase &amp; Co.</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Farm</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Wells Fargo</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Progressive Corp</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PNC Financial Services Group</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United Services Auto Association</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US Bancorp</a:t>
            </a:r>
          </a:p>
          <a:p>
            <a:pPr defTabSz="457109">
              <a:buSzPct val="100000"/>
              <a:defRPr sz="1800" b="0" i="0" u="none" strike="noStrike" kern="0" cap="none" spc="0" baseline="0">
                <a:solidFill>
                  <a:srgbClr val="000000"/>
                </a:solidFill>
                <a:uFillTx/>
              </a:defRPr>
            </a:pPr>
            <a:endParaRPr lang="en-US" sz="1200" dirty="0">
              <a:solidFill>
                <a:srgbClr val="000000"/>
              </a:solidFill>
              <a:latin typeface="IBM Plex Sans Light" pitchFamily="34"/>
            </a:endParaRPr>
          </a:p>
        </p:txBody>
      </p:sp>
      <p:sp>
        <p:nvSpPr>
          <p:cNvPr id="27" name="Rectangle 192">
            <a:extLst>
              <a:ext uri="{FF2B5EF4-FFF2-40B4-BE49-F238E27FC236}">
                <a16:creationId xmlns:a16="http://schemas.microsoft.com/office/drawing/2014/main" id="{68A33C6E-53DF-E591-D48E-4BF2FC46AD91}"/>
              </a:ext>
            </a:extLst>
          </p:cNvPr>
          <p:cNvSpPr/>
          <p:nvPr/>
        </p:nvSpPr>
        <p:spPr>
          <a:xfrm>
            <a:off x="3478946" y="3699863"/>
            <a:ext cx="1198118" cy="1964122"/>
          </a:xfrm>
          <a:prstGeom prst="rect">
            <a:avLst/>
          </a:prstGeom>
          <a:noFill/>
          <a:ln cap="flat">
            <a:noFill/>
            <a:prstDash val="solid"/>
          </a:ln>
        </p:spPr>
        <p:txBody>
          <a:bodyPr vert="horz" wrap="square" lIns="45714" tIns="45714" rIns="45714" bIns="45714" anchor="t" anchorCtr="0" compatLnSpc="1">
            <a:noAutofit/>
          </a:bodyPr>
          <a:lstStyle/>
          <a:p>
            <a:pPr defTabSz="457109">
              <a:defRPr sz="1800" b="0" i="0" u="none" strike="noStrike" kern="0" cap="none" spc="0" baseline="0">
                <a:solidFill>
                  <a:srgbClr val="000000"/>
                </a:solidFill>
                <a:uFillTx/>
              </a:defRPr>
            </a:pPr>
            <a:r>
              <a:rPr lang="en-US" sz="1000" dirty="0">
                <a:solidFill>
                  <a:srgbClr val="000000"/>
                </a:solidFill>
                <a:latin typeface="IBM Plex Sans Medm" pitchFamily="34"/>
              </a:rPr>
              <a:t>Clients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Bank of America</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Farm</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JPMorgan </a:t>
            </a:r>
            <a:br>
              <a:rPr lang="en-US" sz="800" dirty="0">
                <a:solidFill>
                  <a:srgbClr val="000000"/>
                </a:solidFill>
                <a:latin typeface="IBM Plex Sans Light" pitchFamily="34"/>
              </a:rPr>
            </a:br>
            <a:r>
              <a:rPr lang="en-US" sz="800" dirty="0">
                <a:solidFill>
                  <a:srgbClr val="000000"/>
                </a:solidFill>
                <a:latin typeface="IBM Plex Sans Light" pitchFamily="34"/>
              </a:rPr>
              <a:t>Chase &amp; Co.</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Fiserv</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United Services </a:t>
            </a:r>
            <a:br>
              <a:rPr lang="en-US" sz="800" dirty="0">
                <a:solidFill>
                  <a:srgbClr val="000000"/>
                </a:solidFill>
                <a:latin typeface="IBM Plex Sans Light" pitchFamily="34"/>
              </a:rPr>
            </a:br>
            <a:r>
              <a:rPr lang="en-US" sz="800" dirty="0">
                <a:solidFill>
                  <a:srgbClr val="000000"/>
                </a:solidFill>
                <a:latin typeface="IBM Plex Sans Light" pitchFamily="34"/>
              </a:rPr>
              <a:t>Auto Association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The Bank of New York Mellon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Global Payments Inc</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Fidelity</a:t>
            </a:r>
          </a:p>
        </p:txBody>
      </p:sp>
      <p:sp>
        <p:nvSpPr>
          <p:cNvPr id="28" name="TextBox 27">
            <a:extLst>
              <a:ext uri="{FF2B5EF4-FFF2-40B4-BE49-F238E27FC236}">
                <a16:creationId xmlns:a16="http://schemas.microsoft.com/office/drawing/2014/main" id="{60065A5A-0058-A172-666F-AC44D6E35940}"/>
              </a:ext>
            </a:extLst>
          </p:cNvPr>
          <p:cNvSpPr txBox="1"/>
          <p:nvPr/>
        </p:nvSpPr>
        <p:spPr>
          <a:xfrm>
            <a:off x="10590843" y="3880216"/>
            <a:ext cx="1178422" cy="2062103"/>
          </a:xfrm>
          <a:prstGeom prst="rect">
            <a:avLst/>
          </a:prstGeom>
          <a:noFill/>
        </p:spPr>
        <p:txBody>
          <a:bodyPr wrap="square">
            <a:spAutoFit/>
          </a:bodyPr>
          <a:lstStyle/>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Navy Federal </a:t>
            </a:r>
            <a:br>
              <a:rPr lang="en-US" sz="800" dirty="0">
                <a:solidFill>
                  <a:srgbClr val="000000"/>
                </a:solidFill>
                <a:latin typeface="IBM Plex Sans Light" pitchFamily="34"/>
              </a:rPr>
            </a:br>
            <a:r>
              <a:rPr lang="en-US" sz="800" dirty="0">
                <a:solidFill>
                  <a:srgbClr val="000000"/>
                </a:solidFill>
                <a:latin typeface="IBM Plex Sans Light" pitchFamily="34"/>
              </a:rPr>
              <a:t>Credit Union</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Fidelity</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Morgan Stanley</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Charles Schwab Corporation</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New York Life Insurance Company</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Principal Financial Group Inc.</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Key Equipment Finance</a:t>
            </a:r>
          </a:p>
          <a:p>
            <a:pPr marL="171416" indent="-171416">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Nationwide Mutual Insurance</a:t>
            </a:r>
          </a:p>
        </p:txBody>
      </p:sp>
      <p:sp>
        <p:nvSpPr>
          <p:cNvPr id="29" name="TextBox 28">
            <a:extLst>
              <a:ext uri="{FF2B5EF4-FFF2-40B4-BE49-F238E27FC236}">
                <a16:creationId xmlns:a16="http://schemas.microsoft.com/office/drawing/2014/main" id="{F52F7C0F-C8FD-B37B-E200-D1DBBD74E9A2}"/>
              </a:ext>
            </a:extLst>
          </p:cNvPr>
          <p:cNvSpPr txBox="1"/>
          <p:nvPr/>
        </p:nvSpPr>
        <p:spPr>
          <a:xfrm>
            <a:off x="4749172" y="3852787"/>
            <a:ext cx="1250452" cy="1569660"/>
          </a:xfrm>
          <a:prstGeom prst="rect">
            <a:avLst/>
          </a:prstGeom>
          <a:noFill/>
        </p:spPr>
        <p:txBody>
          <a:bodyPr wrap="square">
            <a:spAutoFit/>
          </a:bodyPr>
          <a:lstStyle/>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Morgan Stanley</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Truist</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Fifth Third Bancorp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Progressive Corp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Street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FIS - Fidelity Info Services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Citigroup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MetLife</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Goldman Sachs Group, Inc</a:t>
            </a:r>
          </a:p>
        </p:txBody>
      </p:sp>
      <p:sp>
        <p:nvSpPr>
          <p:cNvPr id="30" name="TextBox 29">
            <a:extLst>
              <a:ext uri="{FF2B5EF4-FFF2-40B4-BE49-F238E27FC236}">
                <a16:creationId xmlns:a16="http://schemas.microsoft.com/office/drawing/2014/main" id="{63B40179-37AC-DD8D-ED02-5F740CE4A49C}"/>
              </a:ext>
            </a:extLst>
          </p:cNvPr>
          <p:cNvSpPr txBox="1"/>
          <p:nvPr/>
        </p:nvSpPr>
        <p:spPr>
          <a:xfrm>
            <a:off x="7602410" y="3852787"/>
            <a:ext cx="1253054" cy="1815882"/>
          </a:xfrm>
          <a:prstGeom prst="rect">
            <a:avLst/>
          </a:prstGeom>
          <a:noFill/>
        </p:spPr>
        <p:txBody>
          <a:bodyPr wrap="square">
            <a:spAutoFit/>
          </a:bodyPr>
          <a:lstStyle/>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MetLife</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The Bank of New York Mellon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FIS - Fidelity Info Services</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Truist</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Mastercard International</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Wells Fargo</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Charles Schwab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The Vanguard Group Inc</a:t>
            </a:r>
            <a:endParaRPr lang="en-US" sz="800" dirty="0"/>
          </a:p>
        </p:txBody>
      </p:sp>
      <p:sp>
        <p:nvSpPr>
          <p:cNvPr id="31" name="TextBox 30">
            <a:extLst>
              <a:ext uri="{FF2B5EF4-FFF2-40B4-BE49-F238E27FC236}">
                <a16:creationId xmlns:a16="http://schemas.microsoft.com/office/drawing/2014/main" id="{4E4D6B4F-09FB-9B25-CE01-EC3C4A23608F}"/>
              </a:ext>
            </a:extLst>
          </p:cNvPr>
          <p:cNvSpPr txBox="1"/>
          <p:nvPr/>
        </p:nvSpPr>
        <p:spPr>
          <a:xfrm>
            <a:off x="1734684" y="3852787"/>
            <a:ext cx="1206573" cy="1815882"/>
          </a:xfrm>
          <a:prstGeom prst="rect">
            <a:avLst/>
          </a:prstGeom>
          <a:noFill/>
        </p:spPr>
        <p:txBody>
          <a:bodyPr wrap="square">
            <a:spAutoFit/>
          </a:bodyPr>
          <a:lstStyle/>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PNC Financial Services Group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Automatic Data Processing</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Global Payments Inc</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Wells Fargo</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Morgan Stanley</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Fiserv</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State Street Corporation</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Progressive Corp</a:t>
            </a:r>
          </a:p>
          <a:p>
            <a:pPr marL="171416" indent="-171416" defTabSz="457109">
              <a:buSzPct val="100000"/>
              <a:buFont typeface="Arial" pitchFamily="34"/>
              <a:buChar char="•"/>
              <a:defRPr sz="1800" b="0" i="0" u="none" strike="noStrike" kern="0" cap="none" spc="0" baseline="0">
                <a:solidFill>
                  <a:srgbClr val="000000"/>
                </a:solidFill>
                <a:uFillTx/>
              </a:defRPr>
            </a:pPr>
            <a:r>
              <a:rPr lang="en-US" sz="800" dirty="0">
                <a:solidFill>
                  <a:srgbClr val="000000"/>
                </a:solidFill>
                <a:latin typeface="IBM Plex Sans Light" pitchFamily="34"/>
              </a:rPr>
              <a:t>Charles Schwab Corporation</a:t>
            </a:r>
          </a:p>
        </p:txBody>
      </p:sp>
      <p:sp>
        <p:nvSpPr>
          <p:cNvPr id="6" name="TextBox 5">
            <a:extLst>
              <a:ext uri="{FF2B5EF4-FFF2-40B4-BE49-F238E27FC236}">
                <a16:creationId xmlns:a16="http://schemas.microsoft.com/office/drawing/2014/main" id="{255BF822-A53A-D38D-C592-5F7BD5C09584}"/>
              </a:ext>
            </a:extLst>
          </p:cNvPr>
          <p:cNvSpPr txBox="1"/>
          <p:nvPr/>
        </p:nvSpPr>
        <p:spPr>
          <a:xfrm>
            <a:off x="6319000" y="5844585"/>
            <a:ext cx="2609660" cy="17697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nchor="ctr">
            <a:spAutoFit/>
          </a:bodyPr>
          <a:lstStyle/>
          <a:p>
            <a:pPr algn="ctr"/>
            <a:r>
              <a:rPr lang="en-US" sz="550" dirty="0">
                <a:latin typeface="Source Sans Pro" panose="020B0503030403020204" pitchFamily="34" charset="0"/>
                <a:hlinkClick r:id="rId3">
                  <a:extLst>
                    <a:ext uri="{A12FA001-AC4F-418D-AE19-62706E023703}">
                      <ahyp:hlinkClr xmlns:ahyp="http://schemas.microsoft.com/office/drawing/2018/hyperlinkcolor" val="tx"/>
                    </a:ext>
                  </a:extLst>
                </a:hlinkClick>
              </a:rPr>
              <a:t>https://ibm.seismic.com/Link/Content/DCC7FMWGhTpR8G2Fh77BQhmBq3H3</a:t>
            </a:r>
            <a:endParaRPr lang="en-US" sz="550" dirty="0">
              <a:latin typeface="Source Sans Pro" panose="020B0503030403020204" pitchFamily="34" charset="0"/>
            </a:endParaRPr>
          </a:p>
        </p:txBody>
      </p:sp>
    </p:spTree>
    <p:extLst>
      <p:ext uri="{BB962C8B-B14F-4D97-AF65-F5344CB8AC3E}">
        <p14:creationId xmlns:p14="http://schemas.microsoft.com/office/powerpoint/2010/main" val="6951279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1CA33-04B5-9509-63B6-538136F38EE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994B01D4-37F1-5E93-247E-B36C3AB49749}"/>
              </a:ext>
            </a:extLst>
          </p:cNvPr>
          <p:cNvSpPr/>
          <p:nvPr/>
        </p:nvSpPr>
        <p:spPr bwMode="auto">
          <a:xfrm>
            <a:off x="3047604" y="1494948"/>
            <a:ext cx="9143602" cy="890579"/>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9" tIns="45709" rIns="45709" bIns="45709" numCol="1" rtlCol="0" anchor="ctr" anchorCtr="0" compatLnSpc="1">
            <a:prstTxWarp prst="textNoShape">
              <a:avLst/>
            </a:prstTxWarp>
          </a:bodyPr>
          <a:lstStyle/>
          <a:p>
            <a:pPr algn="ctr" defTabSz="457098" fontAlgn="base">
              <a:spcBef>
                <a:spcPct val="0"/>
              </a:spcBef>
              <a:spcAft>
                <a:spcPct val="0"/>
              </a:spcAft>
            </a:pPr>
            <a:r>
              <a:rPr lang="en-US" sz="2200" b="1" kern="0" dirty="0">
                <a:solidFill>
                  <a:srgbClr val="0F62FE"/>
                </a:solidFill>
                <a:latin typeface="IBM Plex Sans Light"/>
              </a:rPr>
              <a:t>Stable and supported client systems with risk reduction embedded in autonomous systems</a:t>
            </a:r>
          </a:p>
        </p:txBody>
      </p:sp>
      <p:sp>
        <p:nvSpPr>
          <p:cNvPr id="2" name="Title 1">
            <a:extLst>
              <a:ext uri="{FF2B5EF4-FFF2-40B4-BE49-F238E27FC236}">
                <a16:creationId xmlns:a16="http://schemas.microsoft.com/office/drawing/2014/main" id="{FF36FF5C-9A68-A048-1A01-545D4573D318}"/>
              </a:ext>
            </a:extLst>
          </p:cNvPr>
          <p:cNvSpPr>
            <a:spLocks noGrp="1"/>
          </p:cNvSpPr>
          <p:nvPr>
            <p:ph type="title"/>
          </p:nvPr>
        </p:nvSpPr>
        <p:spPr>
          <a:xfrm>
            <a:off x="288755" y="378195"/>
            <a:ext cx="10751237" cy="976081"/>
          </a:xfrm>
        </p:spPr>
        <p:txBody>
          <a:bodyPr/>
          <a:lstStyle/>
          <a:p>
            <a:r>
              <a:rPr lang="en-US" sz="3598" b="1" dirty="0">
                <a:solidFill>
                  <a:srgbClr val="0043CE"/>
                </a:solidFill>
                <a:latin typeface="IBM Plex Sans Light" panose="020B0403050203000203" pitchFamily="34" charset="0"/>
                <a:ea typeface="+mn-ea"/>
                <a:cs typeface="+mn-cs"/>
              </a:rPr>
              <a:t>Modernization With Trust </a:t>
            </a:r>
            <a:r>
              <a:rPr lang="en-US" sz="3598" dirty="0">
                <a:solidFill>
                  <a:schemeClr val="tx1"/>
                </a:solidFill>
                <a:latin typeface="IBM Plex Sans Light" panose="020B0403050203000203" pitchFamily="34" charset="0"/>
                <a:ea typeface="+mn-ea"/>
                <a:cs typeface="+mn-cs"/>
              </a:rPr>
              <a:t>Blueprint</a:t>
            </a:r>
            <a:r>
              <a:rPr lang="en-US" sz="3598" b="1" dirty="0">
                <a:solidFill>
                  <a:srgbClr val="0043CE"/>
                </a:solidFill>
                <a:latin typeface="IBM Plex Sans Light" panose="020B0403050203000203" pitchFamily="34" charset="0"/>
                <a:ea typeface="+mn-ea"/>
                <a:cs typeface="+mn-cs"/>
              </a:rPr>
              <a:t> </a:t>
            </a:r>
            <a:br>
              <a:rPr lang="en-US" sz="3599" i="1" dirty="0"/>
            </a:br>
            <a:endParaRPr lang="en-US" sz="3598" dirty="0">
              <a:solidFill>
                <a:srgbClr val="000000"/>
              </a:solidFill>
              <a:latin typeface="IBM Plex Sans Light" panose="020B0403050203000203" pitchFamily="34" charset="0"/>
              <a:ea typeface="+mn-ea"/>
              <a:cs typeface="+mn-cs"/>
            </a:endParaRPr>
          </a:p>
        </p:txBody>
      </p:sp>
      <p:sp>
        <p:nvSpPr>
          <p:cNvPr id="11" name="Rectangle 10">
            <a:extLst>
              <a:ext uri="{FF2B5EF4-FFF2-40B4-BE49-F238E27FC236}">
                <a16:creationId xmlns:a16="http://schemas.microsoft.com/office/drawing/2014/main" id="{6A94D83F-FC76-B96E-6B5D-786059C44325}"/>
              </a:ext>
            </a:extLst>
          </p:cNvPr>
          <p:cNvSpPr/>
          <p:nvPr/>
        </p:nvSpPr>
        <p:spPr bwMode="auto">
          <a:xfrm>
            <a:off x="225108" y="6057940"/>
            <a:ext cx="11741786" cy="703293"/>
          </a:xfrm>
          <a:prstGeom prst="rect">
            <a:avLst/>
          </a:prstGeom>
          <a:no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ctr" anchorCtr="0" compatLnSpc="1">
            <a:prstTxWarp prst="textNoShape">
              <a:avLst/>
            </a:prstTxWarp>
          </a:bodyPr>
          <a:lstStyle/>
          <a:p>
            <a:pPr algn="ctr" defTabSz="914217" fontAlgn="base">
              <a:spcBef>
                <a:spcPct val="0"/>
              </a:spcBef>
              <a:spcAft>
                <a:spcPct val="0"/>
              </a:spcAft>
            </a:pPr>
            <a:r>
              <a:rPr lang="en-US" sz="2000" b="1" dirty="0">
                <a:solidFill>
                  <a:srgbClr val="000000"/>
                </a:solidFill>
                <a:latin typeface="IBM Plex Sans Light"/>
              </a:rPr>
              <a:t>One successful pilot defined with success criteria, owners, and measurable outcomes </a:t>
            </a:r>
          </a:p>
        </p:txBody>
      </p:sp>
      <p:sp>
        <p:nvSpPr>
          <p:cNvPr id="3" name="Down Arrow 2">
            <a:extLst>
              <a:ext uri="{FF2B5EF4-FFF2-40B4-BE49-F238E27FC236}">
                <a16:creationId xmlns:a16="http://schemas.microsoft.com/office/drawing/2014/main" id="{E8C988AE-DF21-E49B-92F2-E642440147B0}"/>
              </a:ext>
            </a:extLst>
          </p:cNvPr>
          <p:cNvSpPr/>
          <p:nvPr/>
        </p:nvSpPr>
        <p:spPr bwMode="auto">
          <a:xfrm>
            <a:off x="5550948" y="5444955"/>
            <a:ext cx="1090104" cy="703293"/>
          </a:xfrm>
          <a:prstGeom prst="downArrow">
            <a:avLst/>
          </a:prstGeom>
          <a:solidFill>
            <a:srgbClr val="1062FE"/>
          </a:solid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defTabSz="914217" fontAlgn="base">
              <a:spcBef>
                <a:spcPct val="0"/>
              </a:spcBef>
              <a:spcAft>
                <a:spcPct val="0"/>
              </a:spcAft>
            </a:pPr>
            <a:endParaRPr lang="en-US" sz="1400" dirty="0">
              <a:solidFill>
                <a:srgbClr val="FFFFFF"/>
              </a:solidFill>
              <a:latin typeface="IBM Plex Sans Light"/>
            </a:endParaRPr>
          </a:p>
        </p:txBody>
      </p:sp>
      <p:sp>
        <p:nvSpPr>
          <p:cNvPr id="4" name="Rectangle 3">
            <a:extLst>
              <a:ext uri="{FF2B5EF4-FFF2-40B4-BE49-F238E27FC236}">
                <a16:creationId xmlns:a16="http://schemas.microsoft.com/office/drawing/2014/main" id="{227107E5-F1D3-ABCB-2677-CF45E8E7CD06}"/>
              </a:ext>
            </a:extLst>
          </p:cNvPr>
          <p:cNvSpPr/>
          <p:nvPr/>
        </p:nvSpPr>
        <p:spPr bwMode="auto">
          <a:xfrm>
            <a:off x="288755" y="1494948"/>
            <a:ext cx="2473136" cy="890579"/>
          </a:xfrm>
          <a:prstGeom prst="rect">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9" tIns="45709" rIns="45709" bIns="45709" numCol="1" rtlCol="0" anchor="ctr" anchorCtr="0" compatLnSpc="1">
            <a:prstTxWarp prst="textNoShape">
              <a:avLst/>
            </a:prstTxWarp>
          </a:bodyPr>
          <a:lstStyle/>
          <a:p>
            <a:pPr algn="ctr" defTabSz="457098" fontAlgn="base">
              <a:spcBef>
                <a:spcPct val="0"/>
              </a:spcBef>
              <a:spcAft>
                <a:spcPct val="0"/>
              </a:spcAft>
            </a:pPr>
            <a:r>
              <a:rPr lang="en-US" sz="2200" b="1" kern="0" dirty="0">
                <a:solidFill>
                  <a:srgbClr val="FFFFFF"/>
                </a:solidFill>
                <a:latin typeface="IBM Plex Sans Light"/>
              </a:rPr>
              <a:t>Desired outcome:</a:t>
            </a:r>
          </a:p>
        </p:txBody>
      </p:sp>
      <p:sp>
        <p:nvSpPr>
          <p:cNvPr id="6" name="Pentagon 5">
            <a:extLst>
              <a:ext uri="{FF2B5EF4-FFF2-40B4-BE49-F238E27FC236}">
                <a16:creationId xmlns:a16="http://schemas.microsoft.com/office/drawing/2014/main" id="{ADD4639B-6025-D075-B55E-AD140028F0A3}"/>
              </a:ext>
            </a:extLst>
          </p:cNvPr>
          <p:cNvSpPr/>
          <p:nvPr/>
        </p:nvSpPr>
        <p:spPr bwMode="auto">
          <a:xfrm>
            <a:off x="279569" y="2636638"/>
            <a:ext cx="3457058" cy="675773"/>
          </a:xfrm>
          <a:prstGeom prst="homePlat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p>
            <a:pPr algn="ctr" defTabSz="457109" fontAlgn="base">
              <a:spcBef>
                <a:spcPct val="0"/>
              </a:spcBef>
              <a:spcAft>
                <a:spcPct val="0"/>
              </a:spcAft>
            </a:pPr>
            <a:r>
              <a:rPr lang="en-US" sz="1600" b="1" dirty="0">
                <a:solidFill>
                  <a:srgbClr val="000000"/>
                </a:solidFill>
                <a:latin typeface="IBM Plex Sans Light"/>
              </a:rPr>
              <a:t>Current client landscape</a:t>
            </a:r>
          </a:p>
        </p:txBody>
      </p:sp>
      <p:sp>
        <p:nvSpPr>
          <p:cNvPr id="8" name="Chevron 7">
            <a:extLst>
              <a:ext uri="{FF2B5EF4-FFF2-40B4-BE49-F238E27FC236}">
                <a16:creationId xmlns:a16="http://schemas.microsoft.com/office/drawing/2014/main" id="{54372018-7829-2097-0D49-A8F67AFE59CF}"/>
              </a:ext>
            </a:extLst>
          </p:cNvPr>
          <p:cNvSpPr/>
          <p:nvPr/>
        </p:nvSpPr>
        <p:spPr bwMode="auto">
          <a:xfrm>
            <a:off x="4390043" y="2636638"/>
            <a:ext cx="3457058" cy="703284"/>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p>
            <a:pPr algn="ctr" defTabSz="457109" fontAlgn="base">
              <a:spcBef>
                <a:spcPct val="0"/>
              </a:spcBef>
              <a:spcAft>
                <a:spcPct val="0"/>
              </a:spcAft>
            </a:pPr>
            <a:r>
              <a:rPr lang="en-US" sz="1600" b="1" dirty="0">
                <a:solidFill>
                  <a:srgbClr val="000000"/>
                </a:solidFill>
                <a:latin typeface="IBM Plex Sans Light"/>
              </a:rPr>
              <a:t>Modernization approach</a:t>
            </a:r>
          </a:p>
        </p:txBody>
      </p:sp>
      <p:sp>
        <p:nvSpPr>
          <p:cNvPr id="10" name="Chevron 9">
            <a:extLst>
              <a:ext uri="{FF2B5EF4-FFF2-40B4-BE49-F238E27FC236}">
                <a16:creationId xmlns:a16="http://schemas.microsoft.com/office/drawing/2014/main" id="{1B6013A8-F893-93B7-E667-4FA5DA37C716}"/>
              </a:ext>
            </a:extLst>
          </p:cNvPr>
          <p:cNvSpPr/>
          <p:nvPr/>
        </p:nvSpPr>
        <p:spPr bwMode="auto">
          <a:xfrm>
            <a:off x="8500517" y="2636638"/>
            <a:ext cx="3466377" cy="703284"/>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ctr" anchorCtr="0" compatLnSpc="1">
            <a:prstTxWarp prst="textNoShape">
              <a:avLst/>
            </a:prstTxWarp>
          </a:bodyPr>
          <a:lstStyle/>
          <a:p>
            <a:pPr algn="ctr" defTabSz="457109" fontAlgn="base">
              <a:spcBef>
                <a:spcPct val="0"/>
              </a:spcBef>
              <a:spcAft>
                <a:spcPct val="0"/>
              </a:spcAft>
            </a:pPr>
            <a:r>
              <a:rPr lang="en-US" sz="1600" b="1" dirty="0">
                <a:solidFill>
                  <a:srgbClr val="000000"/>
                </a:solidFill>
                <a:latin typeface="IBM Plex Sans Light"/>
              </a:rPr>
              <a:t>Product capability unlock</a:t>
            </a:r>
          </a:p>
        </p:txBody>
      </p:sp>
      <p:sp>
        <p:nvSpPr>
          <p:cNvPr id="12" name="TextBox 11">
            <a:extLst>
              <a:ext uri="{FF2B5EF4-FFF2-40B4-BE49-F238E27FC236}">
                <a16:creationId xmlns:a16="http://schemas.microsoft.com/office/drawing/2014/main" id="{2EA91FBF-718E-AE03-4818-4BF583B89BEC}"/>
              </a:ext>
            </a:extLst>
          </p:cNvPr>
          <p:cNvSpPr txBox="1"/>
          <p:nvPr/>
        </p:nvSpPr>
        <p:spPr>
          <a:xfrm>
            <a:off x="8519022" y="3494207"/>
            <a:ext cx="3447872" cy="22980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Post upgrade – stability</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Introduce enhanced capabilities &amp; new patterns</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“Autonomous operations” </a:t>
            </a:r>
          </a:p>
        </p:txBody>
      </p:sp>
      <p:sp>
        <p:nvSpPr>
          <p:cNvPr id="15" name="TextBox 14">
            <a:extLst>
              <a:ext uri="{FF2B5EF4-FFF2-40B4-BE49-F238E27FC236}">
                <a16:creationId xmlns:a16="http://schemas.microsoft.com/office/drawing/2014/main" id="{C1B465A8-0C61-E140-31DC-0C4A0F4A50AC}"/>
              </a:ext>
            </a:extLst>
          </p:cNvPr>
          <p:cNvSpPr txBox="1"/>
          <p:nvPr/>
        </p:nvSpPr>
        <p:spPr>
          <a:xfrm>
            <a:off x="4399295" y="3494207"/>
            <a:ext cx="3447872" cy="22980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Pick one slice (domain) that matters – one environment </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Align on what ”clean” means (supported versions, compatibility, controls agreed, rollback defined)</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Execute one upgrade end-to-end </a:t>
            </a:r>
          </a:p>
        </p:txBody>
      </p:sp>
      <p:sp>
        <p:nvSpPr>
          <p:cNvPr id="16" name="TextBox 15">
            <a:extLst>
              <a:ext uri="{FF2B5EF4-FFF2-40B4-BE49-F238E27FC236}">
                <a16:creationId xmlns:a16="http://schemas.microsoft.com/office/drawing/2014/main" id="{749A9A63-BAAE-F75B-147B-37FAE00853DC}"/>
              </a:ext>
            </a:extLst>
          </p:cNvPr>
          <p:cNvSpPr txBox="1"/>
          <p:nvPr/>
        </p:nvSpPr>
        <p:spPr>
          <a:xfrm>
            <a:off x="279568" y="3494207"/>
            <a:ext cx="3447872" cy="22980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What runs their business?</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Product Versions, integrations with other systems, dependencies,</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Business challenges</a:t>
            </a:r>
          </a:p>
          <a:p>
            <a:pPr marL="285693" indent="-285693" defTabSz="1218956">
              <a:spcBef>
                <a:spcPts val="1450"/>
              </a:spcBef>
              <a:buSzPct val="100000"/>
              <a:buFont typeface="Arial" panose="020B0604020202020204" pitchFamily="34" charset="0"/>
              <a:buChar char="•"/>
            </a:pPr>
            <a:r>
              <a:rPr lang="en-US" sz="1600" kern="0" dirty="0">
                <a:solidFill>
                  <a:srgbClr val="000000"/>
                </a:solidFill>
                <a:latin typeface="IBM Plex Sans Light"/>
                <a:sym typeface="IBM Plex Sans Light"/>
              </a:rPr>
              <a:t>Regulatory &amp; Audit </a:t>
            </a:r>
            <a:r>
              <a:rPr lang="en-US" sz="1600" kern="0" dirty="0" err="1">
                <a:solidFill>
                  <a:srgbClr val="000000"/>
                </a:solidFill>
                <a:latin typeface="IBM Plex Sans Light"/>
                <a:sym typeface="IBM Plex Sans Light"/>
              </a:rPr>
              <a:t>reqs</a:t>
            </a:r>
            <a:endParaRPr lang="en-US" sz="1600" kern="0" dirty="0">
              <a:solidFill>
                <a:srgbClr val="000000"/>
              </a:solidFill>
              <a:latin typeface="IBM Plex Sans Light"/>
              <a:sym typeface="IBM Plex Sans Light"/>
            </a:endParaRPr>
          </a:p>
        </p:txBody>
      </p:sp>
    </p:spTree>
    <p:extLst>
      <p:ext uri="{BB962C8B-B14F-4D97-AF65-F5344CB8AC3E}">
        <p14:creationId xmlns:p14="http://schemas.microsoft.com/office/powerpoint/2010/main" val="149820488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6A502-B096-1006-B2FD-B7D26D7CD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50A19-9BA8-7E68-2A63-E6F3FFA6BE08}"/>
              </a:ext>
            </a:extLst>
          </p:cNvPr>
          <p:cNvSpPr>
            <a:spLocks noGrp="1"/>
          </p:cNvSpPr>
          <p:nvPr>
            <p:ph type="title"/>
          </p:nvPr>
        </p:nvSpPr>
        <p:spPr>
          <a:xfrm>
            <a:off x="288755" y="378195"/>
            <a:ext cx="10751237" cy="976081"/>
          </a:xfrm>
        </p:spPr>
        <p:txBody>
          <a:bodyPr/>
          <a:lstStyle/>
          <a:p>
            <a:r>
              <a:rPr lang="en-US" sz="3598" b="1" dirty="0">
                <a:solidFill>
                  <a:srgbClr val="0043CE"/>
                </a:solidFill>
                <a:latin typeface="IBM Plex Sans Light" panose="020B0403050203000203" pitchFamily="34" charset="0"/>
                <a:ea typeface="+mn-ea"/>
                <a:cs typeface="+mn-cs"/>
              </a:rPr>
              <a:t>Modernization</a:t>
            </a:r>
            <a:r>
              <a:rPr lang="en-US" sz="3598" dirty="0">
                <a:solidFill>
                  <a:srgbClr val="000000"/>
                </a:solidFill>
                <a:latin typeface="IBM Plex Sans Light" panose="020B0403050203000203" pitchFamily="34" charset="0"/>
                <a:ea typeface="+mn-ea"/>
                <a:cs typeface="+mn-cs"/>
              </a:rPr>
              <a:t> approach – zoom in  </a:t>
            </a:r>
            <a:br>
              <a:rPr lang="en-US" sz="3599" i="1" dirty="0"/>
            </a:br>
            <a:endParaRPr lang="en-US" sz="3598" dirty="0">
              <a:solidFill>
                <a:srgbClr val="000000"/>
              </a:solidFill>
              <a:latin typeface="IBM Plex Sans Light" panose="020B0403050203000203" pitchFamily="34" charset="0"/>
              <a:ea typeface="+mn-ea"/>
              <a:cs typeface="+mn-cs"/>
            </a:endParaRPr>
          </a:p>
        </p:txBody>
      </p:sp>
      <p:pic>
        <p:nvPicPr>
          <p:cNvPr id="7" name="Graphic 6" descr="Zoom in with solid fill">
            <a:extLst>
              <a:ext uri="{FF2B5EF4-FFF2-40B4-BE49-F238E27FC236}">
                <a16:creationId xmlns:a16="http://schemas.microsoft.com/office/drawing/2014/main" id="{3F85F471-3A4D-2CD1-BC86-124864914C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89961" y="483468"/>
            <a:ext cx="457140" cy="457140"/>
          </a:xfrm>
          <a:prstGeom prst="rect">
            <a:avLst/>
          </a:prstGeom>
        </p:spPr>
      </p:pic>
      <p:pic>
        <p:nvPicPr>
          <p:cNvPr id="22" name="Graphic 21" descr="Harvey Balls 5% with solid fill">
            <a:extLst>
              <a:ext uri="{FF2B5EF4-FFF2-40B4-BE49-F238E27FC236}">
                <a16:creationId xmlns:a16="http://schemas.microsoft.com/office/drawing/2014/main" id="{78B79345-55F9-D70C-DBFC-9B42040DAE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333" y="1357390"/>
            <a:ext cx="689812" cy="689812"/>
          </a:xfrm>
          <a:prstGeom prst="rect">
            <a:avLst/>
          </a:prstGeom>
        </p:spPr>
      </p:pic>
      <p:pic>
        <p:nvPicPr>
          <p:cNvPr id="24" name="Graphic 23" descr="Cause And Effect outline">
            <a:extLst>
              <a:ext uri="{FF2B5EF4-FFF2-40B4-BE49-F238E27FC236}">
                <a16:creationId xmlns:a16="http://schemas.microsoft.com/office/drawing/2014/main" id="{AD9DA0E4-8612-7B09-2D8F-EA54298B044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1333" y="3102964"/>
            <a:ext cx="689812" cy="689812"/>
          </a:xfrm>
          <a:prstGeom prst="rect">
            <a:avLst/>
          </a:prstGeom>
        </p:spPr>
      </p:pic>
      <p:pic>
        <p:nvPicPr>
          <p:cNvPr id="26" name="Graphic 25" descr="Beaker with solid fill">
            <a:extLst>
              <a:ext uri="{FF2B5EF4-FFF2-40B4-BE49-F238E27FC236}">
                <a16:creationId xmlns:a16="http://schemas.microsoft.com/office/drawing/2014/main" id="{27AA3E6E-FAB7-3EF8-2250-97BE340E173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1333" y="4015056"/>
            <a:ext cx="689812" cy="689812"/>
          </a:xfrm>
          <a:prstGeom prst="rect">
            <a:avLst/>
          </a:prstGeom>
        </p:spPr>
      </p:pic>
      <p:pic>
        <p:nvPicPr>
          <p:cNvPr id="28" name="Graphic 27" descr="Repeat with solid fill">
            <a:extLst>
              <a:ext uri="{FF2B5EF4-FFF2-40B4-BE49-F238E27FC236}">
                <a16:creationId xmlns:a16="http://schemas.microsoft.com/office/drawing/2014/main" id="{87FF15DE-F152-F644-90EA-FB9370048B0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1333" y="4927149"/>
            <a:ext cx="689812" cy="689812"/>
          </a:xfrm>
          <a:prstGeom prst="rect">
            <a:avLst/>
          </a:prstGeom>
        </p:spPr>
      </p:pic>
      <p:pic>
        <p:nvPicPr>
          <p:cNvPr id="30" name="Graphic 29" descr="Bar graph with upward trend outline">
            <a:extLst>
              <a:ext uri="{FF2B5EF4-FFF2-40B4-BE49-F238E27FC236}">
                <a16:creationId xmlns:a16="http://schemas.microsoft.com/office/drawing/2014/main" id="{88DDB66B-AEFF-DF6A-B370-B1460FAE27C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1333" y="5839242"/>
            <a:ext cx="689812" cy="689812"/>
          </a:xfrm>
          <a:prstGeom prst="rect">
            <a:avLst/>
          </a:prstGeom>
        </p:spPr>
      </p:pic>
      <p:sp>
        <p:nvSpPr>
          <p:cNvPr id="31" name="TextBox 30">
            <a:extLst>
              <a:ext uri="{FF2B5EF4-FFF2-40B4-BE49-F238E27FC236}">
                <a16:creationId xmlns:a16="http://schemas.microsoft.com/office/drawing/2014/main" id="{857350A8-5A99-F356-5ACF-61224A647651}"/>
              </a:ext>
            </a:extLst>
          </p:cNvPr>
          <p:cNvSpPr txBox="1"/>
          <p:nvPr/>
        </p:nvSpPr>
        <p:spPr>
          <a:xfrm>
            <a:off x="1212416" y="1277449"/>
            <a:ext cx="10690743" cy="39998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22188" indent="-223330" defTabSz="1218956">
              <a:spcBef>
                <a:spcPts val="1450"/>
              </a:spcBef>
              <a:buSzPct val="100000"/>
              <a:buFontTx/>
              <a:buChar char="–"/>
            </a:pPr>
            <a:endParaRPr lang="en-US" kern="0" dirty="0">
              <a:solidFill>
                <a:srgbClr val="000000"/>
              </a:solidFill>
              <a:latin typeface="IBM Plex Sans Light"/>
              <a:sym typeface="IBM Plex Sans Light"/>
            </a:endParaRPr>
          </a:p>
        </p:txBody>
      </p:sp>
      <p:sp>
        <p:nvSpPr>
          <p:cNvPr id="37" name="TextBox 36">
            <a:extLst>
              <a:ext uri="{FF2B5EF4-FFF2-40B4-BE49-F238E27FC236}">
                <a16:creationId xmlns:a16="http://schemas.microsoft.com/office/drawing/2014/main" id="{FB165B1D-EFDF-81A6-E42D-FE87B136712F}"/>
              </a:ext>
            </a:extLst>
          </p:cNvPr>
          <p:cNvSpPr txBox="1"/>
          <p:nvPr/>
        </p:nvSpPr>
        <p:spPr>
          <a:xfrm>
            <a:off x="1058069" y="1440086"/>
            <a:ext cx="3435317" cy="524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defTabSz="1218956">
              <a:spcBef>
                <a:spcPts val="1450"/>
              </a:spcBef>
              <a:buSzPct val="100000"/>
            </a:pPr>
            <a:r>
              <a:rPr lang="en-US" b="1" kern="0" dirty="0">
                <a:solidFill>
                  <a:srgbClr val="000000"/>
                </a:solidFill>
                <a:latin typeface="IBM Plex Sans Light"/>
                <a:sym typeface="IBM Plex Sans Light"/>
              </a:rPr>
              <a:t>Pick </a:t>
            </a:r>
            <a:r>
              <a:rPr lang="en-US" b="1" kern="0" dirty="0">
                <a:solidFill>
                  <a:srgbClr val="0F62FE"/>
                </a:solidFill>
                <a:latin typeface="IBM Plex Sans Light"/>
                <a:sym typeface="IBM Plex Sans Light"/>
              </a:rPr>
              <a:t>one slice </a:t>
            </a:r>
            <a:r>
              <a:rPr lang="en-US" b="1" kern="0" dirty="0">
                <a:solidFill>
                  <a:srgbClr val="000000"/>
                </a:solidFill>
                <a:latin typeface="IBM Plex Sans Light"/>
                <a:sym typeface="IBM Plex Sans Light"/>
              </a:rPr>
              <a:t>that matters</a:t>
            </a:r>
          </a:p>
        </p:txBody>
      </p:sp>
      <p:sp>
        <p:nvSpPr>
          <p:cNvPr id="38" name="TextBox 37">
            <a:extLst>
              <a:ext uri="{FF2B5EF4-FFF2-40B4-BE49-F238E27FC236}">
                <a16:creationId xmlns:a16="http://schemas.microsoft.com/office/drawing/2014/main" id="{C4ED82FC-F3A1-A9E8-E7CC-911DA6696ADD}"/>
              </a:ext>
            </a:extLst>
          </p:cNvPr>
          <p:cNvSpPr txBox="1"/>
          <p:nvPr/>
        </p:nvSpPr>
        <p:spPr>
          <a:xfrm>
            <a:off x="1058069" y="3232827"/>
            <a:ext cx="3435317" cy="524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defTabSz="1218956">
              <a:spcBef>
                <a:spcPts val="1450"/>
              </a:spcBef>
              <a:buSzPct val="100000"/>
            </a:pPr>
            <a:r>
              <a:rPr lang="en-US" b="1" kern="0" dirty="0">
                <a:solidFill>
                  <a:srgbClr val="000000"/>
                </a:solidFill>
                <a:latin typeface="IBM Plex Sans Light"/>
                <a:sym typeface="IBM Plex Sans Light"/>
              </a:rPr>
              <a:t>Execute one upgrade </a:t>
            </a:r>
            <a:r>
              <a:rPr lang="en-US" b="1" kern="0" dirty="0">
                <a:solidFill>
                  <a:srgbClr val="0F62FE"/>
                </a:solidFill>
                <a:latin typeface="IBM Plex Sans Light"/>
                <a:sym typeface="IBM Plex Sans Light"/>
              </a:rPr>
              <a:t>end to end</a:t>
            </a:r>
          </a:p>
        </p:txBody>
      </p:sp>
      <p:sp>
        <p:nvSpPr>
          <p:cNvPr id="39" name="TextBox 38">
            <a:extLst>
              <a:ext uri="{FF2B5EF4-FFF2-40B4-BE49-F238E27FC236}">
                <a16:creationId xmlns:a16="http://schemas.microsoft.com/office/drawing/2014/main" id="{C67B91A9-0E83-5151-8163-B0F5E11EACDF}"/>
              </a:ext>
            </a:extLst>
          </p:cNvPr>
          <p:cNvSpPr txBox="1"/>
          <p:nvPr/>
        </p:nvSpPr>
        <p:spPr>
          <a:xfrm>
            <a:off x="1058069" y="4129197"/>
            <a:ext cx="3435317" cy="524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defTabSz="1218956">
              <a:spcBef>
                <a:spcPts val="1450"/>
              </a:spcBef>
              <a:buSzPct val="100000"/>
            </a:pPr>
            <a:r>
              <a:rPr lang="en-US" b="1" kern="0" dirty="0">
                <a:solidFill>
                  <a:srgbClr val="000000"/>
                </a:solidFill>
                <a:latin typeface="IBM Plex Sans Light"/>
                <a:sym typeface="IBM Plex Sans Light"/>
              </a:rPr>
              <a:t>Prove it with </a:t>
            </a:r>
            <a:r>
              <a:rPr lang="en-US" b="1" kern="0" dirty="0">
                <a:solidFill>
                  <a:srgbClr val="0F62FE"/>
                </a:solidFill>
                <a:latin typeface="IBM Plex Sans Light"/>
                <a:sym typeface="IBM Plex Sans Light"/>
              </a:rPr>
              <a:t>evidence</a:t>
            </a:r>
          </a:p>
        </p:txBody>
      </p:sp>
      <p:sp>
        <p:nvSpPr>
          <p:cNvPr id="40" name="TextBox 39">
            <a:extLst>
              <a:ext uri="{FF2B5EF4-FFF2-40B4-BE49-F238E27FC236}">
                <a16:creationId xmlns:a16="http://schemas.microsoft.com/office/drawing/2014/main" id="{3F9C22F5-C1EB-E05C-CCA4-81E28DA0B0DE}"/>
              </a:ext>
            </a:extLst>
          </p:cNvPr>
          <p:cNvSpPr txBox="1"/>
          <p:nvPr/>
        </p:nvSpPr>
        <p:spPr>
          <a:xfrm>
            <a:off x="1058069" y="5025567"/>
            <a:ext cx="3435317" cy="524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defTabSz="1218956">
              <a:spcBef>
                <a:spcPts val="1450"/>
              </a:spcBef>
              <a:buSzPct val="100000"/>
            </a:pPr>
            <a:r>
              <a:rPr lang="en-US" b="1" kern="0" dirty="0">
                <a:solidFill>
                  <a:srgbClr val="000000"/>
                </a:solidFill>
                <a:latin typeface="IBM Plex Sans Light"/>
                <a:sym typeface="IBM Plex Sans Light"/>
              </a:rPr>
              <a:t>Create a </a:t>
            </a:r>
            <a:r>
              <a:rPr lang="en-US" b="1" kern="0" dirty="0">
                <a:solidFill>
                  <a:srgbClr val="0F62FE"/>
                </a:solidFill>
                <a:latin typeface="IBM Plex Sans Light"/>
                <a:sym typeface="IBM Plex Sans Light"/>
              </a:rPr>
              <a:t>repeatable</a:t>
            </a:r>
            <a:r>
              <a:rPr lang="en-US" b="1" kern="0" dirty="0">
                <a:solidFill>
                  <a:srgbClr val="000000"/>
                </a:solidFill>
                <a:latin typeface="IBM Plex Sans Light"/>
                <a:sym typeface="IBM Plex Sans Light"/>
              </a:rPr>
              <a:t> pattern</a:t>
            </a:r>
          </a:p>
        </p:txBody>
      </p:sp>
      <p:sp>
        <p:nvSpPr>
          <p:cNvPr id="41" name="TextBox 40">
            <a:extLst>
              <a:ext uri="{FF2B5EF4-FFF2-40B4-BE49-F238E27FC236}">
                <a16:creationId xmlns:a16="http://schemas.microsoft.com/office/drawing/2014/main" id="{171C5F18-4BFB-0DA4-569D-D1F7A23CC974}"/>
              </a:ext>
            </a:extLst>
          </p:cNvPr>
          <p:cNvSpPr txBox="1"/>
          <p:nvPr/>
        </p:nvSpPr>
        <p:spPr>
          <a:xfrm>
            <a:off x="1058069" y="5921938"/>
            <a:ext cx="3435317" cy="524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defTabSz="1218956">
              <a:spcBef>
                <a:spcPts val="1450"/>
              </a:spcBef>
              <a:buSzPct val="100000"/>
            </a:pPr>
            <a:r>
              <a:rPr lang="en-US" b="1" kern="0" dirty="0">
                <a:solidFill>
                  <a:srgbClr val="000000"/>
                </a:solidFill>
                <a:latin typeface="IBM Plex Sans Light"/>
                <a:sym typeface="IBM Plex Sans Light"/>
              </a:rPr>
              <a:t>Scale in </a:t>
            </a:r>
            <a:r>
              <a:rPr lang="en-US" b="1" kern="0" dirty="0">
                <a:solidFill>
                  <a:srgbClr val="0F62FE"/>
                </a:solidFill>
                <a:latin typeface="IBM Plex Sans Light"/>
                <a:sym typeface="IBM Plex Sans Light"/>
              </a:rPr>
              <a:t>waves</a:t>
            </a:r>
          </a:p>
        </p:txBody>
      </p:sp>
      <p:sp>
        <p:nvSpPr>
          <p:cNvPr id="42" name="TextBox 41">
            <a:extLst>
              <a:ext uri="{FF2B5EF4-FFF2-40B4-BE49-F238E27FC236}">
                <a16:creationId xmlns:a16="http://schemas.microsoft.com/office/drawing/2014/main" id="{05F20BEF-6EDE-BF63-2DA8-B8929780EA89}"/>
              </a:ext>
            </a:extLst>
          </p:cNvPr>
          <p:cNvSpPr txBox="1"/>
          <p:nvPr/>
        </p:nvSpPr>
        <p:spPr>
          <a:xfrm>
            <a:off x="5227302" y="1318797"/>
            <a:ext cx="6673430" cy="766999"/>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550"/>
              </a:spcBef>
              <a:buSzPct val="100000"/>
              <a:buFont typeface="Arial" panose="020B0604020202020204" pitchFamily="34" charset="0"/>
              <a:buChar char="•"/>
            </a:pPr>
            <a:r>
              <a:rPr lang="en-US" sz="1400" dirty="0">
                <a:solidFill>
                  <a:srgbClr val="000000"/>
                </a:solidFill>
                <a:latin typeface="IBM Plex Sans Light"/>
              </a:rPr>
              <a:t>Pick one end-to-end business flow and its full dependency chain. Apps, integration, data, identity, and operations. Modernize that whole slice together so the upgrade does not break; example customer onboarding, claims intake, fraud,</a:t>
            </a:r>
          </a:p>
          <a:p>
            <a:pPr marL="285693" indent="-285693" defTabSz="1218956">
              <a:spcBef>
                <a:spcPts val="550"/>
              </a:spcBef>
              <a:buSzPct val="100000"/>
              <a:buFont typeface="Arial" panose="020B0604020202020204" pitchFamily="34" charset="0"/>
              <a:buChar char="•"/>
            </a:pPr>
            <a:endParaRPr lang="en-US" sz="1400" kern="0" dirty="0">
              <a:solidFill>
                <a:srgbClr val="000000"/>
              </a:solidFill>
              <a:latin typeface="IBM Plex Sans Light"/>
              <a:sym typeface="IBM Plex Sans Light"/>
            </a:endParaRPr>
          </a:p>
        </p:txBody>
      </p:sp>
      <p:sp>
        <p:nvSpPr>
          <p:cNvPr id="43" name="TextBox 42">
            <a:extLst>
              <a:ext uri="{FF2B5EF4-FFF2-40B4-BE49-F238E27FC236}">
                <a16:creationId xmlns:a16="http://schemas.microsoft.com/office/drawing/2014/main" id="{7773495F-1626-C249-1BCB-16848893897C}"/>
              </a:ext>
            </a:extLst>
          </p:cNvPr>
          <p:cNvSpPr txBox="1"/>
          <p:nvPr/>
        </p:nvSpPr>
        <p:spPr>
          <a:xfrm>
            <a:off x="5227302" y="2215168"/>
            <a:ext cx="6673430" cy="766999"/>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550"/>
              </a:spcBef>
              <a:buSzPct val="100000"/>
              <a:buFont typeface="Arial" panose="020B0604020202020204" pitchFamily="34" charset="0"/>
              <a:buChar char="•"/>
            </a:pPr>
            <a:r>
              <a:rPr lang="en-US" sz="1400" dirty="0">
                <a:solidFill>
                  <a:srgbClr val="000000"/>
                </a:solidFill>
                <a:latin typeface="IBM Plex Sans Light"/>
              </a:rPr>
              <a:t>Align with the client sponsor on upgrade acceptance criteria: supported versions, compatibility, controls, rollback, and audit evidence</a:t>
            </a:r>
            <a:endParaRPr lang="en-US" sz="1400" kern="0" dirty="0">
              <a:solidFill>
                <a:srgbClr val="000000"/>
              </a:solidFill>
              <a:latin typeface="IBM Plex Sans Light"/>
              <a:sym typeface="IBM Plex Sans Light"/>
            </a:endParaRPr>
          </a:p>
        </p:txBody>
      </p:sp>
      <p:sp>
        <p:nvSpPr>
          <p:cNvPr id="44" name="TextBox 43">
            <a:extLst>
              <a:ext uri="{FF2B5EF4-FFF2-40B4-BE49-F238E27FC236}">
                <a16:creationId xmlns:a16="http://schemas.microsoft.com/office/drawing/2014/main" id="{D39DCAB6-72E5-F243-58AF-68D3270EFD32}"/>
              </a:ext>
            </a:extLst>
          </p:cNvPr>
          <p:cNvSpPr txBox="1"/>
          <p:nvPr/>
        </p:nvSpPr>
        <p:spPr>
          <a:xfrm>
            <a:off x="5227302" y="3111538"/>
            <a:ext cx="6673430" cy="766999"/>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550"/>
              </a:spcBef>
              <a:buSzPct val="100000"/>
              <a:buFont typeface="Arial" panose="020B0604020202020204" pitchFamily="34" charset="0"/>
              <a:buChar char="•"/>
            </a:pPr>
            <a:r>
              <a:rPr lang="en-US" sz="1400" dirty="0">
                <a:solidFill>
                  <a:srgbClr val="000000"/>
                </a:solidFill>
                <a:latin typeface="IBM Plex Sans Light"/>
              </a:rPr>
              <a:t>One IBM owner coordinates IBM product, support, and delivery with the client’s platform, application, and risk owners through one shared plan, one weekly cadence, and one escalation path</a:t>
            </a:r>
            <a:endParaRPr lang="en-US" sz="1400" kern="0" dirty="0">
              <a:solidFill>
                <a:srgbClr val="000000"/>
              </a:solidFill>
              <a:latin typeface="IBM Plex Sans Light"/>
              <a:sym typeface="IBM Plex Sans Light"/>
            </a:endParaRPr>
          </a:p>
          <a:p>
            <a:pPr marL="285693" indent="-285693" defTabSz="1218956">
              <a:spcBef>
                <a:spcPts val="550"/>
              </a:spcBef>
              <a:buSzPct val="100000"/>
              <a:buFont typeface="Arial" panose="020B0604020202020204" pitchFamily="34" charset="0"/>
              <a:buChar char="•"/>
            </a:pPr>
            <a:endParaRPr lang="en-US" sz="1400" kern="0" dirty="0">
              <a:solidFill>
                <a:srgbClr val="000000"/>
              </a:solidFill>
              <a:latin typeface="IBM Plex Sans Light"/>
              <a:sym typeface="IBM Plex Sans Light"/>
            </a:endParaRPr>
          </a:p>
        </p:txBody>
      </p:sp>
      <p:sp>
        <p:nvSpPr>
          <p:cNvPr id="45" name="TextBox 44">
            <a:extLst>
              <a:ext uri="{FF2B5EF4-FFF2-40B4-BE49-F238E27FC236}">
                <a16:creationId xmlns:a16="http://schemas.microsoft.com/office/drawing/2014/main" id="{4ADC0D6A-6065-910B-E060-CA4DCC110A26}"/>
              </a:ext>
            </a:extLst>
          </p:cNvPr>
          <p:cNvSpPr txBox="1"/>
          <p:nvPr/>
        </p:nvSpPr>
        <p:spPr>
          <a:xfrm>
            <a:off x="5227302" y="4007908"/>
            <a:ext cx="6673430" cy="766999"/>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550"/>
              </a:spcBef>
              <a:buSzPct val="100000"/>
              <a:buFont typeface="Arial" panose="020B0604020202020204" pitchFamily="34" charset="0"/>
              <a:buChar char="•"/>
            </a:pPr>
            <a:r>
              <a:rPr lang="en-US" sz="1400" kern="0" dirty="0">
                <a:solidFill>
                  <a:srgbClr val="000000"/>
                </a:solidFill>
                <a:latin typeface="IBM Plex Sans Light"/>
                <a:sym typeface="IBM Plex Sans Light"/>
              </a:rPr>
              <a:t>Operational stability results, clean execution of the change window, audit-ready artifacts, and a short set of lessons to make the next run faster</a:t>
            </a:r>
          </a:p>
        </p:txBody>
      </p:sp>
      <p:sp>
        <p:nvSpPr>
          <p:cNvPr id="46" name="TextBox 45">
            <a:extLst>
              <a:ext uri="{FF2B5EF4-FFF2-40B4-BE49-F238E27FC236}">
                <a16:creationId xmlns:a16="http://schemas.microsoft.com/office/drawing/2014/main" id="{6F470345-E0EF-F280-5351-5826F26D5D82}"/>
              </a:ext>
            </a:extLst>
          </p:cNvPr>
          <p:cNvSpPr txBox="1"/>
          <p:nvPr/>
        </p:nvSpPr>
        <p:spPr>
          <a:xfrm>
            <a:off x="5227302" y="4904278"/>
            <a:ext cx="6673430" cy="766999"/>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550"/>
              </a:spcBef>
              <a:buSzPct val="100000"/>
              <a:buFont typeface="Arial" panose="020B0604020202020204" pitchFamily="34" charset="0"/>
              <a:buChar char="•"/>
            </a:pPr>
            <a:r>
              <a:rPr lang="en-US" sz="1400" dirty="0">
                <a:solidFill>
                  <a:srgbClr val="000000"/>
                </a:solidFill>
                <a:latin typeface="IBM Plex Sans Light"/>
              </a:rPr>
              <a:t>Capture the steps, prerequisites, and ownership in a simple runbook so the next upgrade is repeatable and quicker, not a reinvention</a:t>
            </a:r>
            <a:endParaRPr lang="en-US" sz="1400" kern="0" dirty="0">
              <a:solidFill>
                <a:srgbClr val="000000"/>
              </a:solidFill>
              <a:latin typeface="IBM Plex Sans Light"/>
              <a:sym typeface="IBM Plex Sans Light"/>
            </a:endParaRPr>
          </a:p>
        </p:txBody>
      </p:sp>
      <p:sp>
        <p:nvSpPr>
          <p:cNvPr id="47" name="TextBox 46">
            <a:extLst>
              <a:ext uri="{FF2B5EF4-FFF2-40B4-BE49-F238E27FC236}">
                <a16:creationId xmlns:a16="http://schemas.microsoft.com/office/drawing/2014/main" id="{61F4A868-1B83-3C17-C0E6-8EF63925D1B6}"/>
              </a:ext>
            </a:extLst>
          </p:cNvPr>
          <p:cNvSpPr txBox="1"/>
          <p:nvPr/>
        </p:nvSpPr>
        <p:spPr>
          <a:xfrm>
            <a:off x="5227302" y="5800649"/>
            <a:ext cx="6673430" cy="766999"/>
          </a:xfrm>
          <a:prstGeom prst="rect">
            <a:avLst/>
          </a:prstGeom>
          <a:solidFill>
            <a:srgbClr val="E5F6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85693" indent="-285693" defTabSz="1218956">
              <a:spcBef>
                <a:spcPts val="550"/>
              </a:spcBef>
              <a:buSzPct val="100000"/>
              <a:buFont typeface="Arial" panose="020B0604020202020204" pitchFamily="34" charset="0"/>
              <a:buChar char="•"/>
            </a:pPr>
            <a:r>
              <a:rPr lang="en-US" sz="1400" dirty="0">
                <a:solidFill>
                  <a:srgbClr val="000000"/>
                </a:solidFill>
                <a:latin typeface="IBM Plex Sans Light"/>
              </a:rPr>
              <a:t>Repeat the proven pattern on the next 2–3 targets, then broaden the scope once the operating model is steady</a:t>
            </a:r>
            <a:endParaRPr lang="en-US" sz="1400" kern="0" dirty="0">
              <a:solidFill>
                <a:srgbClr val="000000"/>
              </a:solidFill>
              <a:latin typeface="IBM Plex Sans Light"/>
              <a:sym typeface="IBM Plex Sans Light"/>
            </a:endParaRPr>
          </a:p>
        </p:txBody>
      </p:sp>
      <p:sp>
        <p:nvSpPr>
          <p:cNvPr id="48" name="TextBox 47">
            <a:extLst>
              <a:ext uri="{FF2B5EF4-FFF2-40B4-BE49-F238E27FC236}">
                <a16:creationId xmlns:a16="http://schemas.microsoft.com/office/drawing/2014/main" id="{0B310CEA-5F40-E52D-8922-9DE85565A278}"/>
              </a:ext>
            </a:extLst>
          </p:cNvPr>
          <p:cNvSpPr txBox="1"/>
          <p:nvPr/>
        </p:nvSpPr>
        <p:spPr>
          <a:xfrm>
            <a:off x="1058069" y="2336457"/>
            <a:ext cx="3435317" cy="524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ctr">
            <a:noAutofit/>
          </a:bodyPr>
          <a:lstStyle/>
          <a:p>
            <a:pPr defTabSz="1218956">
              <a:spcBef>
                <a:spcPts val="1450"/>
              </a:spcBef>
              <a:buSzPct val="100000"/>
            </a:pPr>
            <a:r>
              <a:rPr lang="en-US" b="1" kern="0" dirty="0">
                <a:solidFill>
                  <a:srgbClr val="000000"/>
                </a:solidFill>
                <a:latin typeface="IBM Plex Sans Light"/>
                <a:sym typeface="IBM Plex Sans Light"/>
              </a:rPr>
              <a:t>Align on what </a:t>
            </a:r>
            <a:r>
              <a:rPr lang="en-US" b="1" kern="0" dirty="0">
                <a:solidFill>
                  <a:srgbClr val="0F62FE"/>
                </a:solidFill>
                <a:latin typeface="IBM Plex Sans Light"/>
                <a:sym typeface="IBM Plex Sans Light"/>
              </a:rPr>
              <a:t>clean</a:t>
            </a:r>
            <a:r>
              <a:rPr lang="en-US" b="1" kern="0" dirty="0">
                <a:solidFill>
                  <a:srgbClr val="000000"/>
                </a:solidFill>
                <a:latin typeface="IBM Plex Sans Light"/>
                <a:sym typeface="IBM Plex Sans Light"/>
              </a:rPr>
              <a:t> means</a:t>
            </a:r>
          </a:p>
        </p:txBody>
      </p:sp>
      <p:pic>
        <p:nvPicPr>
          <p:cNvPr id="50" name="Graphic 49" descr="Handshake outline">
            <a:extLst>
              <a:ext uri="{FF2B5EF4-FFF2-40B4-BE49-F238E27FC236}">
                <a16:creationId xmlns:a16="http://schemas.microsoft.com/office/drawing/2014/main" id="{95B0B4CC-18A0-76A8-4E9B-CA50D981EA4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51333" y="2269483"/>
            <a:ext cx="611200" cy="611200"/>
          </a:xfrm>
          <a:prstGeom prst="rect">
            <a:avLst/>
          </a:prstGeom>
        </p:spPr>
      </p:pic>
    </p:spTree>
    <p:extLst>
      <p:ext uri="{BB962C8B-B14F-4D97-AF65-F5344CB8AC3E}">
        <p14:creationId xmlns:p14="http://schemas.microsoft.com/office/powerpoint/2010/main" val="176224176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C69C-6CFD-2236-7E2B-0621247A58D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38DD352-395B-6D65-D902-47D918D0D5CC}"/>
              </a:ext>
            </a:extLst>
          </p:cNvPr>
          <p:cNvSpPr/>
          <p:nvPr/>
        </p:nvSpPr>
        <p:spPr bwMode="auto">
          <a:xfrm>
            <a:off x="149806" y="1469434"/>
            <a:ext cx="3842554" cy="4229335"/>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a:outerShdw blurRad="50800" dist="38100" algn="l" rotWithShape="0">
              <a:schemeClr val="accent1">
                <a:lumMod val="60000"/>
                <a:lumOff val="40000"/>
                <a:alpha val="40000"/>
              </a:schemeClr>
            </a:outerShdw>
          </a:effectLst>
          <a:scene3d>
            <a:camera prst="orthographicFront"/>
            <a:lightRig rig="threePt" dir="t"/>
          </a:scene3d>
          <a:sp3d extrusionH="76200" contourW="12700">
            <a:bevelT w="152400" h="50800" prst="softRound"/>
            <a:extrusionClr>
              <a:schemeClr val="accent1">
                <a:lumMod val="60000"/>
                <a:lumOff val="40000"/>
              </a:schemeClr>
            </a:extrusionClr>
            <a:contourClr>
              <a:schemeClr val="accent1">
                <a:lumMod val="60000"/>
                <a:lumOff val="40000"/>
              </a:schemeClr>
            </a:contourClr>
          </a:sp3d>
        </p:spPr>
        <p:style>
          <a:lnRef idx="2">
            <a:schemeClr val="accent6"/>
          </a:lnRef>
          <a:fillRef idx="1">
            <a:schemeClr val="lt1"/>
          </a:fillRef>
          <a:effectRef idx="0">
            <a:schemeClr val="accent6"/>
          </a:effectRef>
          <a:fontRef idx="minor">
            <a:schemeClr val="dk1"/>
          </a:fontRef>
        </p:style>
        <p:txBody>
          <a:bodyPr vert="horz" wrap="square" lIns="45709" tIns="45709" rIns="45709" bIns="45709" numCol="1" rtlCol="0" anchor="t" anchorCtr="0" compatLnSpc="1">
            <a:prstTxWarp prst="textNoShape">
              <a:avLst/>
            </a:prstTxWarp>
          </a:bodyPr>
          <a:lstStyle/>
          <a:p>
            <a:pPr defTabSz="457087" fontAlgn="base">
              <a:spcBef>
                <a:spcPts val="400"/>
              </a:spcBef>
              <a:spcAft>
                <a:spcPct val="0"/>
              </a:spcAft>
              <a:defRPr/>
            </a:pPr>
            <a:endParaRPr lang="en-US" sz="1600" b="1" kern="0" dirty="0">
              <a:solidFill>
                <a:srgbClr val="000000"/>
              </a:solidFill>
              <a:latin typeface="IBM Plex Sans Light"/>
            </a:endParaRPr>
          </a:p>
          <a:p>
            <a:pPr defTabSz="914507">
              <a:defRPr/>
            </a:pPr>
            <a:endParaRPr lang="en-US" sz="1600" b="1" kern="0" dirty="0">
              <a:solidFill>
                <a:srgbClr val="000000"/>
              </a:solidFill>
              <a:latin typeface="IBM Plex Sans Light"/>
            </a:endParaRPr>
          </a:p>
          <a:p>
            <a:pPr marL="228554" indent="-228554" defTabSz="914507">
              <a:buFontTx/>
              <a:buChar char="-"/>
              <a:defRPr/>
            </a:pPr>
            <a:endParaRPr lang="en-US" sz="1600" b="1" kern="0" dirty="0">
              <a:solidFill>
                <a:srgbClr val="0F62FE"/>
              </a:solidFill>
              <a:latin typeface="IBM Plex Sans Light"/>
            </a:endParaRPr>
          </a:p>
        </p:txBody>
      </p:sp>
      <p:sp>
        <p:nvSpPr>
          <p:cNvPr id="4" name="Rectangle 3">
            <a:extLst>
              <a:ext uri="{FF2B5EF4-FFF2-40B4-BE49-F238E27FC236}">
                <a16:creationId xmlns:a16="http://schemas.microsoft.com/office/drawing/2014/main" id="{9668A15A-F1AF-D50C-C421-297E76ADAD0F}"/>
              </a:ext>
            </a:extLst>
          </p:cNvPr>
          <p:cNvSpPr/>
          <p:nvPr/>
        </p:nvSpPr>
        <p:spPr bwMode="auto">
          <a:xfrm>
            <a:off x="1587" y="5698770"/>
            <a:ext cx="12190413" cy="925064"/>
          </a:xfrm>
          <a:prstGeom prst="rect">
            <a:avLst/>
          </a:prstGeom>
          <a:gradFill flip="none" rotWithShape="1">
            <a:gsLst>
              <a:gs pos="0">
                <a:srgbClr val="0043CE">
                  <a:shade val="30000"/>
                  <a:satMod val="115000"/>
                </a:srgbClr>
              </a:gs>
              <a:gs pos="50000">
                <a:srgbClr val="0043CE">
                  <a:shade val="67500"/>
                  <a:satMod val="115000"/>
                </a:srgbClr>
              </a:gs>
              <a:gs pos="100000">
                <a:srgbClr val="0043CE">
                  <a:shade val="100000"/>
                  <a:satMod val="115000"/>
                </a:srgbClr>
              </a:gs>
            </a:gsLst>
            <a:lin ang="5400000" scaled="1"/>
            <a:tileRect/>
          </a:gradFill>
          <a:ln w="19050">
            <a:solidFill>
              <a:srgbClr val="E5F6FF">
                <a:alpha val="50000"/>
              </a:srgb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9" tIns="45709" rIns="45709" bIns="45709" numCol="1" rtlCol="0" anchor="t" anchorCtr="0" compatLnSpc="1">
            <a:prstTxWarp prst="textNoShape">
              <a:avLst/>
            </a:prstTxWarp>
          </a:bodyPr>
          <a:lstStyle/>
          <a:p>
            <a:pPr defTabSz="457098" fontAlgn="base">
              <a:spcBef>
                <a:spcPct val="0"/>
              </a:spcBef>
              <a:spcAft>
                <a:spcPct val="0"/>
              </a:spcAft>
              <a:defRPr/>
            </a:pPr>
            <a:r>
              <a:rPr lang="en-US" sz="2400" b="1" kern="0" dirty="0">
                <a:solidFill>
                  <a:srgbClr val="FFFFFF"/>
                </a:solidFill>
                <a:latin typeface="IBM Plex Sans Light"/>
              </a:rPr>
              <a:t>  Modernization with trust: </a:t>
            </a:r>
          </a:p>
        </p:txBody>
      </p:sp>
      <p:cxnSp>
        <p:nvCxnSpPr>
          <p:cNvPr id="8" name="Straight Arrow Connector 7">
            <a:extLst>
              <a:ext uri="{FF2B5EF4-FFF2-40B4-BE49-F238E27FC236}">
                <a16:creationId xmlns:a16="http://schemas.microsoft.com/office/drawing/2014/main" id="{FAA5AC2D-CD10-A1F0-98EE-8D4CCBD4EC58}"/>
              </a:ext>
            </a:extLst>
          </p:cNvPr>
          <p:cNvCxnSpPr>
            <a:cxnSpLocks/>
          </p:cNvCxnSpPr>
          <p:nvPr/>
        </p:nvCxnSpPr>
        <p:spPr bwMode="auto">
          <a:xfrm>
            <a:off x="3793866" y="5933114"/>
            <a:ext cx="7854751" cy="0"/>
          </a:xfrm>
          <a:prstGeom prst="straightConnector1">
            <a:avLst/>
          </a:prstGeom>
          <a:ln w="47625">
            <a:solidFill>
              <a:schemeClr val="bg2">
                <a:alpha val="92000"/>
              </a:schemeClr>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DAE99398-CEAC-BA58-C445-63F585169A13}"/>
              </a:ext>
            </a:extLst>
          </p:cNvPr>
          <p:cNvSpPr txBox="1"/>
          <p:nvPr/>
        </p:nvSpPr>
        <p:spPr>
          <a:xfrm>
            <a:off x="162539" y="1696945"/>
            <a:ext cx="3631327" cy="264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222188" indent="-223330" defTabSz="1218956">
              <a:spcBef>
                <a:spcPts val="1450"/>
              </a:spcBef>
              <a:buSzPct val="100000"/>
              <a:buFontTx/>
              <a:buChar char="–"/>
              <a:defRPr/>
            </a:pPr>
            <a:endParaRPr lang="en-US" kern="0" dirty="0">
              <a:solidFill>
                <a:srgbClr val="000000"/>
              </a:solidFill>
              <a:latin typeface="IBM Plex Sans Light"/>
              <a:sym typeface="IBM Plex Sans Light"/>
            </a:endParaRPr>
          </a:p>
        </p:txBody>
      </p:sp>
      <p:sp>
        <p:nvSpPr>
          <p:cNvPr id="14" name="TextBox 13">
            <a:extLst>
              <a:ext uri="{FF2B5EF4-FFF2-40B4-BE49-F238E27FC236}">
                <a16:creationId xmlns:a16="http://schemas.microsoft.com/office/drawing/2014/main" id="{2BAC7F6A-041E-67CB-B33E-3C5286411047}"/>
              </a:ext>
            </a:extLst>
          </p:cNvPr>
          <p:cNvSpPr txBox="1"/>
          <p:nvPr/>
        </p:nvSpPr>
        <p:spPr>
          <a:xfrm>
            <a:off x="1381581" y="1869643"/>
            <a:ext cx="457140" cy="457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222188" indent="-223330" defTabSz="1218956">
              <a:spcBef>
                <a:spcPts val="1450"/>
              </a:spcBef>
              <a:buSzPct val="100000"/>
              <a:buFontTx/>
              <a:buChar char="–"/>
              <a:defRPr/>
            </a:pPr>
            <a:endParaRPr lang="en-US" kern="0" dirty="0">
              <a:solidFill>
                <a:srgbClr val="000000"/>
              </a:solidFill>
              <a:latin typeface="IBM Plex Sans Light"/>
              <a:sym typeface="IBM Plex Sans Light"/>
            </a:endParaRPr>
          </a:p>
        </p:txBody>
      </p:sp>
      <p:sp>
        <p:nvSpPr>
          <p:cNvPr id="15" name="TextBox 14">
            <a:extLst>
              <a:ext uri="{FF2B5EF4-FFF2-40B4-BE49-F238E27FC236}">
                <a16:creationId xmlns:a16="http://schemas.microsoft.com/office/drawing/2014/main" id="{A66ACEFF-3D50-956F-86C3-BC819B242B2D}"/>
              </a:ext>
            </a:extLst>
          </p:cNvPr>
          <p:cNvSpPr txBox="1"/>
          <p:nvPr/>
        </p:nvSpPr>
        <p:spPr>
          <a:xfrm>
            <a:off x="162539" y="1605517"/>
            <a:ext cx="3829821" cy="26412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457087" fontAlgn="base">
              <a:spcBef>
                <a:spcPts val="400"/>
              </a:spcBef>
              <a:spcAft>
                <a:spcPct val="0"/>
              </a:spcAft>
              <a:defRPr/>
            </a:pPr>
            <a:r>
              <a:rPr lang="en-US" sz="1600" b="1" kern="0" dirty="0">
                <a:solidFill>
                  <a:srgbClr val="0043CE"/>
                </a:solidFill>
                <a:latin typeface="IBM Plex Sans Light"/>
              </a:rPr>
              <a:t>Why now?</a:t>
            </a:r>
          </a:p>
          <a:p>
            <a:pPr marL="222188" indent="-223330" algn="ctr" defTabSz="1218956">
              <a:spcBef>
                <a:spcPts val="1450"/>
              </a:spcBef>
              <a:buSzPct val="100000"/>
              <a:buFontTx/>
              <a:buChar char="–"/>
              <a:defRPr/>
            </a:pPr>
            <a:endParaRPr lang="en-US" kern="0" dirty="0">
              <a:solidFill>
                <a:srgbClr val="0043CE"/>
              </a:solidFill>
              <a:latin typeface="IBM Plex Sans Light"/>
              <a:sym typeface="IBM Plex Sans Light"/>
            </a:endParaRPr>
          </a:p>
        </p:txBody>
      </p:sp>
      <p:sp>
        <p:nvSpPr>
          <p:cNvPr id="18" name="Rectangle 17">
            <a:extLst>
              <a:ext uri="{FF2B5EF4-FFF2-40B4-BE49-F238E27FC236}">
                <a16:creationId xmlns:a16="http://schemas.microsoft.com/office/drawing/2014/main" id="{89B5F26E-CF41-796F-1212-7E9785822A9A}"/>
              </a:ext>
            </a:extLst>
          </p:cNvPr>
          <p:cNvSpPr/>
          <p:nvPr/>
        </p:nvSpPr>
        <p:spPr bwMode="auto">
          <a:xfrm>
            <a:off x="4140578" y="1469434"/>
            <a:ext cx="3842554" cy="4229335"/>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a:outerShdw blurRad="50800" dist="38100" algn="l" rotWithShape="0">
              <a:schemeClr val="accent1">
                <a:lumMod val="60000"/>
                <a:lumOff val="40000"/>
                <a:alpha val="40000"/>
              </a:schemeClr>
            </a:outerShdw>
          </a:effectLst>
          <a:scene3d>
            <a:camera prst="orthographicFront"/>
            <a:lightRig rig="threePt" dir="t"/>
          </a:scene3d>
          <a:sp3d extrusionH="76200" contourW="12700">
            <a:bevelT w="152400" h="50800" prst="softRound"/>
            <a:extrusionClr>
              <a:schemeClr val="accent1">
                <a:lumMod val="60000"/>
                <a:lumOff val="40000"/>
              </a:schemeClr>
            </a:extrusionClr>
            <a:contourClr>
              <a:schemeClr val="accent1">
                <a:lumMod val="60000"/>
                <a:lumOff val="40000"/>
              </a:schemeClr>
            </a:contourClr>
          </a:sp3d>
        </p:spPr>
        <p:style>
          <a:lnRef idx="2">
            <a:schemeClr val="accent6"/>
          </a:lnRef>
          <a:fillRef idx="1">
            <a:schemeClr val="lt1"/>
          </a:fillRef>
          <a:effectRef idx="0">
            <a:schemeClr val="accent6"/>
          </a:effectRef>
          <a:fontRef idx="minor">
            <a:schemeClr val="dk1"/>
          </a:fontRef>
        </p:style>
        <p:txBody>
          <a:bodyPr vert="horz" wrap="square" lIns="45709" tIns="45709" rIns="45709" bIns="45709" numCol="1" rtlCol="0" anchor="t" anchorCtr="0" compatLnSpc="1">
            <a:prstTxWarp prst="textNoShape">
              <a:avLst/>
            </a:prstTxWarp>
          </a:bodyPr>
          <a:lstStyle/>
          <a:p>
            <a:pPr defTabSz="457087" fontAlgn="base">
              <a:spcBef>
                <a:spcPts val="400"/>
              </a:spcBef>
              <a:spcAft>
                <a:spcPct val="0"/>
              </a:spcAft>
              <a:defRPr/>
            </a:pPr>
            <a:endParaRPr lang="en-US" sz="1600" b="1" kern="0" dirty="0">
              <a:solidFill>
                <a:srgbClr val="000000"/>
              </a:solidFill>
              <a:latin typeface="IBM Plex Sans Light"/>
            </a:endParaRPr>
          </a:p>
          <a:p>
            <a:pPr marL="228554" indent="-228554" defTabSz="914507">
              <a:buFontTx/>
              <a:buChar char="-"/>
              <a:defRPr/>
            </a:pPr>
            <a:endParaRPr lang="en-US" sz="1600" dirty="0">
              <a:solidFill>
                <a:srgbClr val="000000"/>
              </a:solidFill>
              <a:latin typeface="IBM Plex Sans Light"/>
            </a:endParaRPr>
          </a:p>
          <a:p>
            <a:pPr defTabSz="914507">
              <a:defRPr/>
            </a:pPr>
            <a:endParaRPr lang="en-US" sz="1600" b="1" kern="0" dirty="0">
              <a:solidFill>
                <a:srgbClr val="000000"/>
              </a:solidFill>
              <a:latin typeface="IBM Plex Sans Light"/>
            </a:endParaRPr>
          </a:p>
          <a:p>
            <a:pPr marL="228554" indent="-228554" defTabSz="914507">
              <a:buFontTx/>
              <a:buChar char="-"/>
              <a:defRPr/>
            </a:pPr>
            <a:endParaRPr lang="en-US" sz="1600" b="1" kern="0" dirty="0">
              <a:solidFill>
                <a:srgbClr val="000000"/>
              </a:solidFill>
              <a:latin typeface="IBM Plex Sans Light"/>
            </a:endParaRPr>
          </a:p>
          <a:p>
            <a:pPr marL="228554" indent="-228554" defTabSz="914507">
              <a:buFontTx/>
              <a:buChar char="-"/>
              <a:defRPr/>
            </a:pPr>
            <a:endParaRPr lang="en-US" sz="1600" b="1" kern="0" dirty="0">
              <a:solidFill>
                <a:srgbClr val="000000"/>
              </a:solidFill>
              <a:latin typeface="IBM Plex Sans Light"/>
            </a:endParaRPr>
          </a:p>
          <a:p>
            <a:pPr marL="228554" indent="-228554" defTabSz="914507">
              <a:buFontTx/>
              <a:buChar char="-"/>
              <a:defRPr/>
            </a:pPr>
            <a:endParaRPr lang="en-US" sz="1600" b="1" kern="0" dirty="0">
              <a:solidFill>
                <a:srgbClr val="000000"/>
              </a:solidFill>
              <a:latin typeface="IBM Plex Sans Light"/>
            </a:endParaRPr>
          </a:p>
          <a:p>
            <a:pPr marL="228554" indent="-228554" defTabSz="914507">
              <a:buFontTx/>
              <a:buChar char="-"/>
              <a:defRPr/>
            </a:pPr>
            <a:r>
              <a:rPr lang="en-US" sz="1600" b="1" kern="0" dirty="0">
                <a:solidFill>
                  <a:srgbClr val="000000"/>
                </a:solidFill>
                <a:latin typeface="IBM Plex Sans Light"/>
              </a:rPr>
              <a:t>Business logic stays buried, change cycles get slower</a:t>
            </a:r>
          </a:p>
          <a:p>
            <a:pPr marL="228554" indent="-228554" defTabSz="914507">
              <a:buFontTx/>
              <a:buChar char="-"/>
              <a:defRPr/>
            </a:pPr>
            <a:endParaRPr lang="en-US" sz="1600" b="1" kern="0" dirty="0">
              <a:solidFill>
                <a:srgbClr val="000000"/>
              </a:solidFill>
              <a:latin typeface="IBM Plex Sans Light"/>
            </a:endParaRPr>
          </a:p>
          <a:p>
            <a:pPr marL="228554" indent="-228554" defTabSz="914507">
              <a:buFontTx/>
              <a:buChar char="-"/>
              <a:defRPr/>
            </a:pPr>
            <a:r>
              <a:rPr lang="en-US" sz="1600" b="1" kern="0" dirty="0">
                <a:solidFill>
                  <a:srgbClr val="000000"/>
                </a:solidFill>
                <a:latin typeface="IBM Plex Sans Light"/>
              </a:rPr>
              <a:t>Decision logic drifts across applications </a:t>
            </a:r>
          </a:p>
          <a:p>
            <a:pPr marL="228554" indent="-228554" defTabSz="914507">
              <a:buFontTx/>
              <a:buChar char="-"/>
              <a:defRPr/>
            </a:pPr>
            <a:endParaRPr lang="en-US" sz="1600" b="1" kern="0" dirty="0">
              <a:solidFill>
                <a:srgbClr val="000000"/>
              </a:solidFill>
              <a:latin typeface="IBM Plex Sans Light"/>
            </a:endParaRPr>
          </a:p>
          <a:p>
            <a:pPr marL="228554" indent="-228554" defTabSz="914507">
              <a:buFontTx/>
              <a:buChar char="-"/>
              <a:defRPr/>
            </a:pPr>
            <a:r>
              <a:rPr lang="en-US" sz="1600" b="1" kern="0" dirty="0">
                <a:solidFill>
                  <a:srgbClr val="000000"/>
                </a:solidFill>
                <a:latin typeface="IBM Plex Sans Light"/>
              </a:rPr>
              <a:t>Audit prep becomes heavier</a:t>
            </a:r>
            <a:endParaRPr lang="en-US" sz="1600" b="1" kern="0" dirty="0">
              <a:solidFill>
                <a:srgbClr val="0F62FE"/>
              </a:solidFill>
              <a:latin typeface="IBM Plex Sans Light"/>
            </a:endParaRPr>
          </a:p>
        </p:txBody>
      </p:sp>
      <p:sp>
        <p:nvSpPr>
          <p:cNvPr id="19" name="Rectangle 18">
            <a:extLst>
              <a:ext uri="{FF2B5EF4-FFF2-40B4-BE49-F238E27FC236}">
                <a16:creationId xmlns:a16="http://schemas.microsoft.com/office/drawing/2014/main" id="{FB098EC4-A75B-419C-1991-C5E8033702D4}"/>
              </a:ext>
            </a:extLst>
          </p:cNvPr>
          <p:cNvSpPr/>
          <p:nvPr/>
        </p:nvSpPr>
        <p:spPr bwMode="auto">
          <a:xfrm>
            <a:off x="8131351" y="1469434"/>
            <a:ext cx="3842554" cy="4229335"/>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a:outerShdw blurRad="50800" dist="38100" algn="l" rotWithShape="0">
              <a:schemeClr val="accent1">
                <a:lumMod val="60000"/>
                <a:lumOff val="40000"/>
                <a:alpha val="40000"/>
              </a:schemeClr>
            </a:outerShdw>
          </a:effectLst>
          <a:scene3d>
            <a:camera prst="orthographicFront"/>
            <a:lightRig rig="threePt" dir="t"/>
          </a:scene3d>
          <a:sp3d extrusionH="76200" contourW="12700">
            <a:bevelT w="152400" h="50800" prst="softRound"/>
            <a:extrusionClr>
              <a:schemeClr val="accent1">
                <a:lumMod val="60000"/>
                <a:lumOff val="40000"/>
              </a:schemeClr>
            </a:extrusionClr>
            <a:contourClr>
              <a:schemeClr val="accent1">
                <a:lumMod val="60000"/>
                <a:lumOff val="40000"/>
              </a:schemeClr>
            </a:contourClr>
          </a:sp3d>
        </p:spPr>
        <p:style>
          <a:lnRef idx="2">
            <a:schemeClr val="accent6"/>
          </a:lnRef>
          <a:fillRef idx="1">
            <a:schemeClr val="lt1"/>
          </a:fillRef>
          <a:effectRef idx="0">
            <a:schemeClr val="accent6"/>
          </a:effectRef>
          <a:fontRef idx="minor">
            <a:schemeClr val="dk1"/>
          </a:fontRef>
        </p:style>
        <p:txBody>
          <a:bodyPr vert="horz" wrap="square" lIns="45709" tIns="45709" rIns="45709" bIns="45709" numCol="1" rtlCol="0" anchor="t" anchorCtr="0" compatLnSpc="1">
            <a:prstTxWarp prst="textNoShape">
              <a:avLst/>
            </a:prstTxWarp>
          </a:bodyPr>
          <a:lstStyle/>
          <a:p>
            <a:pPr defTabSz="457087" fontAlgn="base">
              <a:spcBef>
                <a:spcPts val="400"/>
              </a:spcBef>
              <a:spcAft>
                <a:spcPct val="0"/>
              </a:spcAft>
              <a:defRPr/>
            </a:pPr>
            <a:endParaRPr lang="en-US" sz="1600" b="1" kern="0" dirty="0">
              <a:solidFill>
                <a:srgbClr val="000000"/>
              </a:solidFill>
              <a:latin typeface="IBM Plex Sans Light"/>
            </a:endParaRPr>
          </a:p>
          <a:p>
            <a:pPr marL="228554" indent="-228554" defTabSz="914507">
              <a:buFontTx/>
              <a:buChar char="-"/>
              <a:defRPr/>
            </a:pPr>
            <a:endParaRPr lang="en-US" sz="1600" dirty="0">
              <a:solidFill>
                <a:srgbClr val="000000"/>
              </a:solidFill>
              <a:latin typeface="IBM Plex Sans Light"/>
            </a:endParaRPr>
          </a:p>
          <a:p>
            <a:pPr defTabSz="914507">
              <a:defRPr/>
            </a:pPr>
            <a:endParaRPr lang="en-US" sz="1600" kern="0" dirty="0">
              <a:solidFill>
                <a:srgbClr val="0F62FE"/>
              </a:solidFill>
              <a:latin typeface="IBM Plex Sans Light"/>
            </a:endParaRPr>
          </a:p>
        </p:txBody>
      </p:sp>
      <p:sp>
        <p:nvSpPr>
          <p:cNvPr id="20" name="TextBox 19">
            <a:extLst>
              <a:ext uri="{FF2B5EF4-FFF2-40B4-BE49-F238E27FC236}">
                <a16:creationId xmlns:a16="http://schemas.microsoft.com/office/drawing/2014/main" id="{9FBD7BF5-DC5F-6467-E7AD-8B997E5B1A90}"/>
              </a:ext>
            </a:extLst>
          </p:cNvPr>
          <p:cNvSpPr txBox="1"/>
          <p:nvPr/>
        </p:nvSpPr>
        <p:spPr>
          <a:xfrm>
            <a:off x="4146944" y="1598779"/>
            <a:ext cx="3829821" cy="26412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457087" fontAlgn="base">
              <a:spcBef>
                <a:spcPts val="400"/>
              </a:spcBef>
              <a:spcAft>
                <a:spcPct val="0"/>
              </a:spcAft>
              <a:defRPr/>
            </a:pPr>
            <a:r>
              <a:rPr lang="en-US" sz="1600" b="1" kern="0" dirty="0">
                <a:solidFill>
                  <a:srgbClr val="0043CE"/>
                </a:solidFill>
                <a:latin typeface="IBM Plex Sans Light"/>
              </a:rPr>
              <a:t>What breaks when you wait</a:t>
            </a:r>
          </a:p>
          <a:p>
            <a:pPr algn="ctr" defTabSz="1218956">
              <a:spcBef>
                <a:spcPts val="1450"/>
              </a:spcBef>
              <a:buSzPct val="100000"/>
              <a:defRPr/>
            </a:pPr>
            <a:endParaRPr lang="en-US" kern="0" dirty="0">
              <a:solidFill>
                <a:srgbClr val="0043CE"/>
              </a:solidFill>
              <a:latin typeface="IBM Plex Sans Light"/>
              <a:sym typeface="IBM Plex Sans Light"/>
            </a:endParaRPr>
          </a:p>
        </p:txBody>
      </p:sp>
      <p:sp>
        <p:nvSpPr>
          <p:cNvPr id="21" name="TextBox 20">
            <a:extLst>
              <a:ext uri="{FF2B5EF4-FFF2-40B4-BE49-F238E27FC236}">
                <a16:creationId xmlns:a16="http://schemas.microsoft.com/office/drawing/2014/main" id="{15EEDF99-E8AB-763E-A291-DB331958E20B}"/>
              </a:ext>
            </a:extLst>
          </p:cNvPr>
          <p:cNvSpPr txBox="1"/>
          <p:nvPr/>
        </p:nvSpPr>
        <p:spPr>
          <a:xfrm>
            <a:off x="8144084" y="1598779"/>
            <a:ext cx="3829821" cy="26412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457087" fontAlgn="base">
              <a:spcBef>
                <a:spcPts val="400"/>
              </a:spcBef>
              <a:spcAft>
                <a:spcPct val="0"/>
              </a:spcAft>
              <a:defRPr/>
            </a:pPr>
            <a:r>
              <a:rPr lang="en-US" sz="1600" b="1" kern="0" dirty="0">
                <a:solidFill>
                  <a:srgbClr val="0043CE"/>
                </a:solidFill>
                <a:latin typeface="IBM Plex Sans Light"/>
              </a:rPr>
              <a:t>Why an upgrade pays back</a:t>
            </a:r>
          </a:p>
          <a:p>
            <a:pPr marL="222188" indent="-223330" algn="ctr" defTabSz="1218956">
              <a:spcBef>
                <a:spcPts val="1450"/>
              </a:spcBef>
              <a:buSzPct val="100000"/>
              <a:buFontTx/>
              <a:buChar char="–"/>
              <a:defRPr/>
            </a:pPr>
            <a:endParaRPr lang="en-US" kern="0" dirty="0">
              <a:solidFill>
                <a:srgbClr val="0043CE"/>
              </a:solidFill>
              <a:latin typeface="IBM Plex Sans Light"/>
              <a:sym typeface="IBM Plex Sans Light"/>
            </a:endParaRPr>
          </a:p>
        </p:txBody>
      </p:sp>
      <p:pic>
        <p:nvPicPr>
          <p:cNvPr id="28" name="Graphic 27" descr="Sad face with solid fill with solid fill">
            <a:extLst>
              <a:ext uri="{FF2B5EF4-FFF2-40B4-BE49-F238E27FC236}">
                <a16:creationId xmlns:a16="http://schemas.microsoft.com/office/drawing/2014/main" id="{E7CEA45B-7708-DAA8-6E5E-BAD591DC03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40924" y="1605517"/>
            <a:ext cx="264126" cy="264126"/>
          </a:xfrm>
          <a:prstGeom prst="rect">
            <a:avLst/>
          </a:prstGeom>
        </p:spPr>
      </p:pic>
      <p:pic>
        <p:nvPicPr>
          <p:cNvPr id="30" name="Graphic 29" descr="End with solid fill">
            <a:extLst>
              <a:ext uri="{FF2B5EF4-FFF2-40B4-BE49-F238E27FC236}">
                <a16:creationId xmlns:a16="http://schemas.microsoft.com/office/drawing/2014/main" id="{E7CCC2E9-F807-48DB-578D-24CE10756F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67023" y="1605518"/>
            <a:ext cx="297770" cy="297770"/>
          </a:xfrm>
          <a:prstGeom prst="rect">
            <a:avLst/>
          </a:prstGeom>
        </p:spPr>
      </p:pic>
      <p:sp>
        <p:nvSpPr>
          <p:cNvPr id="31" name="TextBox 30">
            <a:extLst>
              <a:ext uri="{FF2B5EF4-FFF2-40B4-BE49-F238E27FC236}">
                <a16:creationId xmlns:a16="http://schemas.microsoft.com/office/drawing/2014/main" id="{C191BEDE-3DC8-E726-AA51-DED1F5A9124C}"/>
              </a:ext>
            </a:extLst>
          </p:cNvPr>
          <p:cNvSpPr txBox="1"/>
          <p:nvPr/>
        </p:nvSpPr>
        <p:spPr>
          <a:xfrm>
            <a:off x="213843" y="6161301"/>
            <a:ext cx="5848012" cy="4266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defTabSz="1218956">
              <a:lnSpc>
                <a:spcPts val="1080"/>
              </a:lnSpc>
              <a:spcBef>
                <a:spcPts val="1450"/>
              </a:spcBef>
              <a:buSzPct val="100000"/>
              <a:defRPr/>
            </a:pPr>
            <a:r>
              <a:rPr lang="en-US" sz="1300" kern="0" dirty="0">
                <a:solidFill>
                  <a:srgbClr val="FFFFFF"/>
                </a:solidFill>
                <a:latin typeface="IBM Plex Sans Light"/>
                <a:sym typeface="IBM Plex Sans Light"/>
              </a:rPr>
              <a:t>✓Scope one business flow and its full dependency chain</a:t>
            </a:r>
          </a:p>
          <a:p>
            <a:pPr defTabSz="1218956">
              <a:lnSpc>
                <a:spcPts val="1080"/>
              </a:lnSpc>
              <a:spcBef>
                <a:spcPts val="1450"/>
              </a:spcBef>
              <a:buSzPct val="100000"/>
              <a:defRPr/>
            </a:pPr>
            <a:r>
              <a:rPr lang="en-US" sz="1300" kern="0" dirty="0">
                <a:solidFill>
                  <a:srgbClr val="FFFFFF"/>
                </a:solidFill>
                <a:latin typeface="IBM Plex Sans Light"/>
                <a:sym typeface="IBM Plex Sans Light"/>
              </a:rPr>
              <a:t>✓ Run one coordinated upgrade w/clear ownership &amp; engineering sign off</a:t>
            </a:r>
          </a:p>
        </p:txBody>
      </p:sp>
      <p:sp>
        <p:nvSpPr>
          <p:cNvPr id="32" name="TextBox 31">
            <a:extLst>
              <a:ext uri="{FF2B5EF4-FFF2-40B4-BE49-F238E27FC236}">
                <a16:creationId xmlns:a16="http://schemas.microsoft.com/office/drawing/2014/main" id="{F8745AFA-CD97-2E7D-1D75-11FC653B8977}"/>
              </a:ext>
            </a:extLst>
          </p:cNvPr>
          <p:cNvSpPr txBox="1"/>
          <p:nvPr/>
        </p:nvSpPr>
        <p:spPr>
          <a:xfrm>
            <a:off x="6417571" y="6138241"/>
            <a:ext cx="5631503" cy="4266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defTabSz="1218956">
              <a:lnSpc>
                <a:spcPts val="1080"/>
              </a:lnSpc>
              <a:spcBef>
                <a:spcPts val="1450"/>
              </a:spcBef>
              <a:buSzPct val="100000"/>
              <a:defRPr/>
            </a:pPr>
            <a:r>
              <a:rPr lang="en-US" sz="1300" kern="0" dirty="0">
                <a:solidFill>
                  <a:srgbClr val="FFFFFF"/>
                </a:solidFill>
                <a:latin typeface="IBM Plex Sans Light"/>
                <a:sym typeface="IBM Plex Sans Light"/>
              </a:rPr>
              <a:t>✓Agree on “clean” acceptance criteria up front</a:t>
            </a:r>
          </a:p>
          <a:p>
            <a:pPr defTabSz="1218956">
              <a:lnSpc>
                <a:spcPts val="1080"/>
              </a:lnSpc>
              <a:spcBef>
                <a:spcPts val="1450"/>
              </a:spcBef>
              <a:buSzPct val="100000"/>
              <a:defRPr/>
            </a:pPr>
            <a:r>
              <a:rPr lang="en-US" sz="1300" kern="0" dirty="0">
                <a:solidFill>
                  <a:srgbClr val="FFFFFF"/>
                </a:solidFill>
                <a:latin typeface="IBM Plex Sans Light"/>
                <a:sym typeface="IBM Plex Sans Light"/>
              </a:rPr>
              <a:t>✓ Produce operational stability results &amp; audit-ready artifacts</a:t>
            </a:r>
          </a:p>
        </p:txBody>
      </p:sp>
      <p:pic>
        <p:nvPicPr>
          <p:cNvPr id="36" name="Graphic 35" descr="Bar graph with upward trend with solid fill">
            <a:extLst>
              <a:ext uri="{FF2B5EF4-FFF2-40B4-BE49-F238E27FC236}">
                <a16:creationId xmlns:a16="http://schemas.microsoft.com/office/drawing/2014/main" id="{75282F5E-1F13-F391-9EF7-8B5485BDF0E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5201" y="1605517"/>
            <a:ext cx="267295" cy="267295"/>
          </a:xfrm>
          <a:prstGeom prst="rect">
            <a:avLst/>
          </a:prstGeom>
        </p:spPr>
      </p:pic>
      <p:sp>
        <p:nvSpPr>
          <p:cNvPr id="37" name="TextBox 36">
            <a:extLst>
              <a:ext uri="{FF2B5EF4-FFF2-40B4-BE49-F238E27FC236}">
                <a16:creationId xmlns:a16="http://schemas.microsoft.com/office/drawing/2014/main" id="{7F0F102E-740F-D8BF-5D47-12315344ECD9}"/>
              </a:ext>
            </a:extLst>
          </p:cNvPr>
          <p:cNvSpPr txBox="1"/>
          <p:nvPr/>
        </p:nvSpPr>
        <p:spPr>
          <a:xfrm>
            <a:off x="213843" y="6684556"/>
            <a:ext cx="11760062" cy="1444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1218956">
              <a:lnSpc>
                <a:spcPts val="1080"/>
              </a:lnSpc>
              <a:spcBef>
                <a:spcPts val="1450"/>
              </a:spcBef>
              <a:buSzPct val="100000"/>
              <a:defRPr/>
            </a:pPr>
            <a:r>
              <a:rPr lang="en-US" sz="1300" b="1" i="1" kern="0" dirty="0">
                <a:solidFill>
                  <a:srgbClr val="000000"/>
                </a:solidFill>
                <a:latin typeface="IBM Plex Sans Light"/>
                <a:sym typeface="IBM Plex Sans Light"/>
              </a:rPr>
              <a:t>A clean upgrade lowers risk now and creates the foundation for faster governable modernization in the future</a:t>
            </a:r>
          </a:p>
        </p:txBody>
      </p:sp>
      <p:sp>
        <p:nvSpPr>
          <p:cNvPr id="44" name="TextBox 43">
            <a:extLst>
              <a:ext uri="{FF2B5EF4-FFF2-40B4-BE49-F238E27FC236}">
                <a16:creationId xmlns:a16="http://schemas.microsoft.com/office/drawing/2014/main" id="{3E3AE818-7C35-3738-B548-2AF301C3D0B2}"/>
              </a:ext>
            </a:extLst>
          </p:cNvPr>
          <p:cNvSpPr txBox="1"/>
          <p:nvPr/>
        </p:nvSpPr>
        <p:spPr>
          <a:xfrm>
            <a:off x="495201" y="2041867"/>
            <a:ext cx="3298665" cy="6057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228554" indent="-228554" defTabSz="1218956">
              <a:spcBef>
                <a:spcPts val="1450"/>
              </a:spcBef>
              <a:buSzPct val="100000"/>
              <a:buFontTx/>
              <a:buChar char="-"/>
              <a:defRPr/>
            </a:pPr>
            <a:r>
              <a:rPr lang="en-US" sz="1600" b="1" kern="0" dirty="0">
                <a:solidFill>
                  <a:srgbClr val="000000"/>
                </a:solidFill>
                <a:latin typeface="IBM Plex Sans Light"/>
                <a:sym typeface="IBM Plex Sans Light"/>
              </a:rPr>
              <a:t>End-to-end orchestration matters more now due to the ‘agentic’ disruption</a:t>
            </a:r>
          </a:p>
          <a:p>
            <a:pPr marL="228554" indent="-228554" defTabSz="1218956">
              <a:spcBef>
                <a:spcPts val="1450"/>
              </a:spcBef>
              <a:buSzPct val="100000"/>
              <a:buFontTx/>
              <a:buChar char="-"/>
              <a:defRPr/>
            </a:pPr>
            <a:r>
              <a:rPr lang="en-US" sz="1600" b="1" kern="0" dirty="0">
                <a:solidFill>
                  <a:srgbClr val="000000"/>
                </a:solidFill>
                <a:latin typeface="IBM Plex Sans Light"/>
                <a:sym typeface="IBM Plex Sans Light"/>
              </a:rPr>
              <a:t>Governance &amp; traceability expectations </a:t>
            </a:r>
          </a:p>
          <a:p>
            <a:pPr marL="228554" indent="-228554" defTabSz="1218956">
              <a:spcBef>
                <a:spcPts val="1450"/>
              </a:spcBef>
              <a:buSzPct val="100000"/>
              <a:buFontTx/>
              <a:buChar char="-"/>
              <a:defRPr/>
            </a:pPr>
            <a:r>
              <a:rPr lang="en-US" sz="1600" b="1" kern="0" dirty="0">
                <a:solidFill>
                  <a:srgbClr val="000000"/>
                </a:solidFill>
                <a:latin typeface="IBM Plex Sans Light"/>
                <a:sym typeface="IBM Plex Sans Light"/>
              </a:rPr>
              <a:t>Focus on end-to-end accountability</a:t>
            </a:r>
          </a:p>
        </p:txBody>
      </p:sp>
      <p:sp>
        <p:nvSpPr>
          <p:cNvPr id="2" name="Title 1">
            <a:extLst>
              <a:ext uri="{FF2B5EF4-FFF2-40B4-BE49-F238E27FC236}">
                <a16:creationId xmlns:a16="http://schemas.microsoft.com/office/drawing/2014/main" id="{D8BA1F99-F959-C93A-5C55-C8E8A1D2CAB3}"/>
              </a:ext>
            </a:extLst>
          </p:cNvPr>
          <p:cNvSpPr>
            <a:spLocks noGrp="1"/>
          </p:cNvSpPr>
          <p:nvPr>
            <p:ph type="title"/>
          </p:nvPr>
        </p:nvSpPr>
        <p:spPr>
          <a:xfrm>
            <a:off x="288755" y="378195"/>
            <a:ext cx="11760320" cy="976081"/>
          </a:xfrm>
        </p:spPr>
        <p:txBody>
          <a:bodyPr/>
          <a:lstStyle/>
          <a:p>
            <a:r>
              <a:rPr lang="en-US" sz="2400" b="1" dirty="0">
                <a:solidFill>
                  <a:schemeClr val="accent1"/>
                </a:solidFill>
                <a:latin typeface="IBM Plex Sans Light" panose="020B0403050203000203" pitchFamily="34" charset="0"/>
                <a:ea typeface="+mn-ea"/>
                <a:cs typeface="+mn-cs"/>
              </a:rPr>
              <a:t>Upgrading</a:t>
            </a:r>
            <a:r>
              <a:rPr lang="en-US" sz="2400" dirty="0">
                <a:solidFill>
                  <a:srgbClr val="000000"/>
                </a:solidFill>
                <a:latin typeface="IBM Plex Sans Light" panose="020B0403050203000203" pitchFamily="34" charset="0"/>
                <a:ea typeface="+mn-ea"/>
                <a:cs typeface="+mn-cs"/>
              </a:rPr>
              <a:t> </a:t>
            </a:r>
            <a:r>
              <a:rPr lang="en-US" sz="2400" b="1" dirty="0">
                <a:solidFill>
                  <a:schemeClr val="accent1"/>
                </a:solidFill>
                <a:latin typeface="IBM Plex Sans Light" panose="020B0403050203000203" pitchFamily="34" charset="0"/>
                <a:ea typeface="+mn-ea"/>
                <a:cs typeface="+mn-cs"/>
              </a:rPr>
              <a:t>your workflow automation (BAW) platform now</a:t>
            </a:r>
            <a:r>
              <a:rPr lang="en-US" sz="2400" dirty="0">
                <a:solidFill>
                  <a:srgbClr val="000000"/>
                </a:solidFill>
                <a:latin typeface="IBM Plex Sans Light" panose="020B0403050203000203" pitchFamily="34" charset="0"/>
                <a:ea typeface="+mn-ea"/>
                <a:cs typeface="+mn-cs"/>
              </a:rPr>
              <a:t> works in your best interest</a:t>
            </a:r>
            <a:br>
              <a:rPr lang="en-US" sz="2400" dirty="0">
                <a:solidFill>
                  <a:srgbClr val="000000"/>
                </a:solidFill>
                <a:latin typeface="IBM Plex Sans Light" panose="020B0403050203000203" pitchFamily="34" charset="0"/>
                <a:ea typeface="+mn-ea"/>
                <a:cs typeface="+mn-cs"/>
              </a:rPr>
            </a:br>
            <a:r>
              <a:rPr lang="en-US" sz="1600" dirty="0">
                <a:solidFill>
                  <a:schemeClr val="tx1"/>
                </a:solidFill>
                <a:latin typeface="IBM Plex Sans Light" panose="020B0403050203000203" pitchFamily="34" charset="0"/>
                <a:ea typeface="+mn-ea"/>
                <a:cs typeface="+mn-cs"/>
              </a:rPr>
              <a:t>Reduce operational and audit risk, then unlock faster, governable execution</a:t>
            </a:r>
            <a:br>
              <a:rPr lang="en-US" sz="2400" i="1" dirty="0"/>
            </a:br>
            <a:r>
              <a:rPr lang="en-US" sz="2400" i="1" dirty="0"/>
              <a:t>  </a:t>
            </a:r>
            <a:endParaRPr lang="en-US" sz="2400" dirty="0">
              <a:solidFill>
                <a:srgbClr val="000000"/>
              </a:solidFill>
              <a:latin typeface="IBM Plex Sans Light" panose="020B0403050203000203" pitchFamily="34" charset="0"/>
              <a:ea typeface="+mn-ea"/>
              <a:cs typeface="+mn-cs"/>
            </a:endParaRPr>
          </a:p>
        </p:txBody>
      </p:sp>
      <p:pic>
        <p:nvPicPr>
          <p:cNvPr id="23" name="Picture 22">
            <a:extLst>
              <a:ext uri="{FF2B5EF4-FFF2-40B4-BE49-F238E27FC236}">
                <a16:creationId xmlns:a16="http://schemas.microsoft.com/office/drawing/2014/main" id="{59827A4D-70FD-4CA3-E18E-D936ED0C97F7}"/>
              </a:ext>
            </a:extLst>
          </p:cNvPr>
          <p:cNvPicPr>
            <a:picLocks noChangeAspect="1"/>
          </p:cNvPicPr>
          <p:nvPr/>
        </p:nvPicPr>
        <p:blipFill>
          <a:blip r:embed="rId6"/>
          <a:stretch>
            <a:fillRect/>
          </a:stretch>
        </p:blipFill>
        <p:spPr>
          <a:xfrm>
            <a:off x="189893" y="2065564"/>
            <a:ext cx="431744" cy="399998"/>
          </a:xfrm>
          <a:prstGeom prst="rect">
            <a:avLst/>
          </a:prstGeom>
        </p:spPr>
      </p:pic>
      <p:pic>
        <p:nvPicPr>
          <p:cNvPr id="25" name="Graphic 24" descr="Warning with solid fill">
            <a:extLst>
              <a:ext uri="{FF2B5EF4-FFF2-40B4-BE49-F238E27FC236}">
                <a16:creationId xmlns:a16="http://schemas.microsoft.com/office/drawing/2014/main" id="{2381224C-E654-0E81-8FEB-8AB295CD7DC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56233" y="2019783"/>
            <a:ext cx="457140" cy="457140"/>
          </a:xfrm>
          <a:prstGeom prst="rect">
            <a:avLst/>
          </a:prstGeom>
        </p:spPr>
      </p:pic>
      <p:sp>
        <p:nvSpPr>
          <p:cNvPr id="26" name="TextBox 25">
            <a:extLst>
              <a:ext uri="{FF2B5EF4-FFF2-40B4-BE49-F238E27FC236}">
                <a16:creationId xmlns:a16="http://schemas.microsoft.com/office/drawing/2014/main" id="{F62CA8DC-27E1-7200-D4D8-4590CD4E60D5}"/>
              </a:ext>
            </a:extLst>
          </p:cNvPr>
          <p:cNvSpPr txBox="1"/>
          <p:nvPr/>
        </p:nvSpPr>
        <p:spPr>
          <a:xfrm>
            <a:off x="4602899" y="2465562"/>
            <a:ext cx="2915762" cy="3415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22188" indent="-223330" defTabSz="1218956">
              <a:spcBef>
                <a:spcPts val="1450"/>
              </a:spcBef>
              <a:buSzPct val="100000"/>
              <a:buFontTx/>
              <a:buChar char="–"/>
              <a:defRPr/>
            </a:pPr>
            <a:endParaRPr lang="en-US" kern="0" dirty="0">
              <a:solidFill>
                <a:srgbClr val="000000"/>
              </a:solidFill>
              <a:latin typeface="IBM Plex Sans Light"/>
              <a:sym typeface="IBM Plex Sans Light"/>
            </a:endParaRPr>
          </a:p>
        </p:txBody>
      </p:sp>
      <p:sp>
        <p:nvSpPr>
          <p:cNvPr id="27" name="TextBox 26">
            <a:extLst>
              <a:ext uri="{FF2B5EF4-FFF2-40B4-BE49-F238E27FC236}">
                <a16:creationId xmlns:a16="http://schemas.microsoft.com/office/drawing/2014/main" id="{F766700C-983B-3E61-72C6-9F79BC0EF9CC}"/>
              </a:ext>
            </a:extLst>
          </p:cNvPr>
          <p:cNvSpPr txBox="1"/>
          <p:nvPr/>
        </p:nvSpPr>
        <p:spPr>
          <a:xfrm>
            <a:off x="4680245" y="2021583"/>
            <a:ext cx="3150489" cy="3415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1218956">
              <a:spcBef>
                <a:spcPts val="1450"/>
              </a:spcBef>
              <a:buSzPct val="100000"/>
              <a:defRPr/>
            </a:pPr>
            <a:r>
              <a:rPr lang="en-US" sz="1600" b="1" kern="0" dirty="0">
                <a:solidFill>
                  <a:srgbClr val="000000"/>
                </a:solidFill>
                <a:latin typeface="IBM Plex Sans Light"/>
              </a:rPr>
              <a:t>Workflow becomes a hidden  bottleneck</a:t>
            </a:r>
            <a:endParaRPr lang="en-US" kern="0" dirty="0">
              <a:solidFill>
                <a:srgbClr val="000000"/>
              </a:solidFill>
              <a:latin typeface="IBM Plex Sans Light"/>
              <a:sym typeface="IBM Plex Sans Light"/>
            </a:endParaRPr>
          </a:p>
        </p:txBody>
      </p:sp>
      <p:pic>
        <p:nvPicPr>
          <p:cNvPr id="33" name="Graphic 32" descr="Broken Fire Hydrant with solid fill">
            <a:extLst>
              <a:ext uri="{FF2B5EF4-FFF2-40B4-BE49-F238E27FC236}">
                <a16:creationId xmlns:a16="http://schemas.microsoft.com/office/drawing/2014/main" id="{BDB5A652-3CC9-2847-D119-8D9BFB3867A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220495" y="2019783"/>
            <a:ext cx="457140" cy="457140"/>
          </a:xfrm>
          <a:prstGeom prst="rect">
            <a:avLst/>
          </a:prstGeom>
        </p:spPr>
      </p:pic>
      <p:sp>
        <p:nvSpPr>
          <p:cNvPr id="34" name="TextBox 33">
            <a:extLst>
              <a:ext uri="{FF2B5EF4-FFF2-40B4-BE49-F238E27FC236}">
                <a16:creationId xmlns:a16="http://schemas.microsoft.com/office/drawing/2014/main" id="{EDC4D02C-3858-8735-D9E0-AEEDD9F21C67}"/>
              </a:ext>
            </a:extLst>
          </p:cNvPr>
          <p:cNvSpPr txBox="1"/>
          <p:nvPr/>
        </p:nvSpPr>
        <p:spPr>
          <a:xfrm>
            <a:off x="8813243" y="2041866"/>
            <a:ext cx="2835374" cy="5100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1218956">
              <a:spcBef>
                <a:spcPts val="1450"/>
              </a:spcBef>
              <a:buSzPct val="100000"/>
              <a:defRPr/>
            </a:pPr>
            <a:r>
              <a:rPr lang="en-US" sz="1600" b="1" kern="0" dirty="0">
                <a:solidFill>
                  <a:srgbClr val="000000"/>
                </a:solidFill>
                <a:latin typeface="IBM Plex Sans Light"/>
                <a:sym typeface="IBM Plex Sans Light"/>
              </a:rPr>
              <a:t>Risk reduction move, not a feature chase</a:t>
            </a:r>
          </a:p>
        </p:txBody>
      </p:sp>
      <p:sp>
        <p:nvSpPr>
          <p:cNvPr id="35" name="TextBox 34">
            <a:extLst>
              <a:ext uri="{FF2B5EF4-FFF2-40B4-BE49-F238E27FC236}">
                <a16:creationId xmlns:a16="http://schemas.microsoft.com/office/drawing/2014/main" id="{DA90FA96-DF0C-8EF2-FB27-3D43F3CC75A6}"/>
              </a:ext>
            </a:extLst>
          </p:cNvPr>
          <p:cNvSpPr txBox="1"/>
          <p:nvPr/>
        </p:nvSpPr>
        <p:spPr>
          <a:xfrm>
            <a:off x="8220495" y="2991400"/>
            <a:ext cx="3537584" cy="24791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228554" indent="-228554" defTabSz="1218956">
              <a:spcBef>
                <a:spcPts val="1450"/>
              </a:spcBef>
              <a:buSzPct val="100000"/>
              <a:buFontTx/>
              <a:buChar char="-"/>
              <a:defRPr/>
            </a:pPr>
            <a:r>
              <a:rPr lang="en-US" sz="1600" b="1" kern="0" dirty="0">
                <a:solidFill>
                  <a:srgbClr val="000000"/>
                </a:solidFill>
                <a:latin typeface="IBM Plex Sans Light"/>
                <a:sym typeface="IBM Plex Sans Light"/>
              </a:rPr>
              <a:t>Supported versions &amp; compatibility</a:t>
            </a:r>
          </a:p>
          <a:p>
            <a:pPr marL="228554" indent="-228554" defTabSz="1218956">
              <a:spcBef>
                <a:spcPts val="1450"/>
              </a:spcBef>
              <a:buSzPct val="100000"/>
              <a:buFontTx/>
              <a:buChar char="-"/>
              <a:defRPr/>
            </a:pPr>
            <a:r>
              <a:rPr lang="en-US" sz="1600" b="1" kern="0" dirty="0">
                <a:solidFill>
                  <a:srgbClr val="000000"/>
                </a:solidFill>
                <a:latin typeface="IBM Plex Sans Light"/>
                <a:sym typeface="IBM Plex Sans Light"/>
              </a:rPr>
              <a:t>Position for modernization (containers, hybrid)</a:t>
            </a:r>
          </a:p>
          <a:p>
            <a:pPr marL="228554" indent="-228554" defTabSz="1218956">
              <a:spcBef>
                <a:spcPts val="1450"/>
              </a:spcBef>
              <a:buSzPct val="100000"/>
              <a:buFontTx/>
              <a:buChar char="-"/>
              <a:defRPr/>
            </a:pPr>
            <a:r>
              <a:rPr lang="en-US" sz="1600" b="1" kern="0" dirty="0">
                <a:solidFill>
                  <a:srgbClr val="000000"/>
                </a:solidFill>
                <a:latin typeface="IBM Plex Sans Light"/>
                <a:sym typeface="IBM Plex Sans Light"/>
              </a:rPr>
              <a:t>Enables governable orchestration + guardrails </a:t>
            </a:r>
          </a:p>
        </p:txBody>
      </p:sp>
    </p:spTree>
    <p:extLst>
      <p:ext uri="{BB962C8B-B14F-4D97-AF65-F5344CB8AC3E}">
        <p14:creationId xmlns:p14="http://schemas.microsoft.com/office/powerpoint/2010/main" val="1779613341"/>
      </p:ext>
    </p:extLst>
  </p:cSld>
  <p:clrMapOvr>
    <a:masterClrMapping/>
  </p:clrMapOvr>
  <p:transition spd="med"/>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F04CA754-BE2C-4040-86D4-DB285EA1B18A}" vid="{1A6545FA-9223-B648-866A-185DFA4B43DC}"/>
    </a:ext>
  </a:extLst>
</a:theme>
</file>

<file path=ppt/theme/theme3.xml><?xml version="1.0" encoding="utf-8"?>
<a:theme xmlns:a="http://schemas.openxmlformats.org/drawingml/2006/main" name="6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presentation_template_v_1_6_Plex_Embed.pptx" id="{089A0663-2A32-0C4E-AE8B-7F52E0BE2E4C}" vid="{14B6C238-1C9F-6346-A7A1-8C7C8538A43B}"/>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984</TotalTime>
  <Words>2969</Words>
  <Application>Microsoft Macintosh PowerPoint</Application>
  <PresentationFormat>Widescreen</PresentationFormat>
  <Paragraphs>420</Paragraphs>
  <Slides>14</Slides>
  <Notes>12</Notes>
  <HiddenSlides>1</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14</vt:i4>
      </vt:variant>
    </vt:vector>
  </HeadingPairs>
  <TitlesOfParts>
    <vt:vector size="29" baseType="lpstr">
      <vt:lpstr>Aptos</vt:lpstr>
      <vt:lpstr>Aptos Display</vt:lpstr>
      <vt:lpstr>Arial</vt:lpstr>
      <vt:lpstr>Calibri</vt:lpstr>
      <vt:lpstr>IBM Plex Sans</vt:lpstr>
      <vt:lpstr>IBM Plex Sans ExtLt</vt:lpstr>
      <vt:lpstr>IBM Plex Sans Light</vt:lpstr>
      <vt:lpstr>IBM Plex Sans Medm</vt:lpstr>
      <vt:lpstr>Source Sans Pro</vt:lpstr>
      <vt:lpstr>Wells Fargo Sans SemiBold</vt:lpstr>
      <vt:lpstr>2_Office Theme</vt:lpstr>
      <vt:lpstr>IBM presentation template</vt:lpstr>
      <vt:lpstr>6_IBM presentation template</vt:lpstr>
      <vt:lpstr>1_Office Theme</vt:lpstr>
      <vt:lpstr>Office Theme</vt:lpstr>
      <vt:lpstr>IBM Financial Services Market  Core to Modernization Pilot Program FSM – Product Connect, June 19  Meeting attendees:  Core Software Product Management: Priya Srinivasan, Carrie Rogers, Stacy Nawrocki,  Will Streit, Martin Oberhofer, Melissa Modjeski  FSM Technical Sales: Krishnan NR, Rolando Franco, Monika Aggarwal          May 11,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Core to Modernize exists?</vt:lpstr>
      <vt:lpstr>Product Pillars - Priya Four Product Pillars have been prioritized for Core to Modernization Plays</vt:lpstr>
      <vt:lpstr>Modernization With Trust Blueprint  </vt:lpstr>
      <vt:lpstr>Modernization approach – zoom in   </vt:lpstr>
      <vt:lpstr>Upgrading your workflow automation (BAW) platform now works in your best interest Reduce operational and audit risk, then unlock faster, governable execution   </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FSM Core Software Product Connect | Executive Update</dc:title>
  <dc:subject>FSM Core Software Product Connect Executive Update</dc:subject>
  <dc:creator>OpenAI</dc:creator>
  <cp:lastModifiedBy>Monika Aggarwal</cp:lastModifiedBy>
  <cp:revision>85</cp:revision>
  <cp:lastPrinted>2026-05-01T17:01:22Z</cp:lastPrinted>
  <dcterms:created xsi:type="dcterms:W3CDTF">2026-04-23T16:35:33Z</dcterms:created>
  <dcterms:modified xsi:type="dcterms:W3CDTF">2026-07-27T21:39:06Z</dcterms:modified>
</cp:coreProperties>
</file>